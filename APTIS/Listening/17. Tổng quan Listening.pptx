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</p:sldIdLst>
  <p:sldSz cy="10287000" cx="18288000"/>
  <p:notesSz cx="6858000" cy="9144000"/>
  <p:embeddedFontLst>
    <p:embeddedFont>
      <p:font typeface="Roboto"/>
      <p:regular r:id="rId28"/>
      <p:bold r:id="rId29"/>
      <p:italic r:id="rId30"/>
      <p:boldItalic r:id="rId31"/>
    </p:embeddedFont>
    <p:embeddedFont>
      <p:font typeface="Montserrat"/>
      <p:bold r:id="rId32"/>
      <p:boldItalic r:id="rId3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font" Target="fonts/Roboto-regular.fntdata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Roboto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Roboto-boldItalic.fntdata"/><Relationship Id="rId30" Type="http://schemas.openxmlformats.org/officeDocument/2006/relationships/font" Target="fonts/Roboto-italic.fntdata"/><Relationship Id="rId11" Type="http://schemas.openxmlformats.org/officeDocument/2006/relationships/slide" Target="slides/slide6.xml"/><Relationship Id="rId33" Type="http://schemas.openxmlformats.org/officeDocument/2006/relationships/font" Target="fonts/Montserrat-boldItalic.fntdata"/><Relationship Id="rId10" Type="http://schemas.openxmlformats.org/officeDocument/2006/relationships/slide" Target="slides/slide5.xml"/><Relationship Id="rId32" Type="http://schemas.openxmlformats.org/officeDocument/2006/relationships/font" Target="fonts/Montserrat-bold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" name="Google Shape;97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4" name="Google Shape;164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6" name="Google Shape;206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207" name="Google Shape;207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243" name="Google Shape;243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3" name="Google Shape;263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264" name="Google Shape;264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0" name="Google Shape;280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8" name="Google Shape;298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299" name="Google Shape;299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318" name="Google Shape;318;p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7" name="Google Shape;337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338" name="Google Shape;338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4" name="Google Shape;354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355" name="Google Shape;355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1" name="Google Shape;371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372" name="Google Shape;372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391" name="Google Shape;391;p1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0" name="Google Shape;410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411" name="Google Shape;411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7" name="Google Shape;427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428" name="Google Shape;428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4" name="Google Shape;444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445" name="Google Shape;445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464" name="Google Shape;464;p1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3" name="Google Shape;483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484" name="Google Shape;484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0" name="Google Shape;500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501" name="Google Shape;501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7" name="Google Shape;517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518" name="Google Shape;518;p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5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7" name="Google Shape;537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8" name="Google Shape;538;p2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4" name="Google Shape;34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0" name="Google Shape;40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1" name="Google Shape;41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7" name="Google Shape;47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8" name="Google Shape;48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9" name="Google Shape;49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0" name="Google Shape;50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2" name="Google Shape;62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png"/><Relationship Id="rId4" Type="http://schemas.openxmlformats.org/officeDocument/2006/relationships/image" Target="../media/image12.png"/><Relationship Id="rId5" Type="http://schemas.openxmlformats.org/officeDocument/2006/relationships/image" Target="../media/image7.png"/><Relationship Id="rId6" Type="http://schemas.openxmlformats.org/officeDocument/2006/relationships/image" Target="../media/image1.png"/><Relationship Id="rId7" Type="http://schemas.openxmlformats.org/officeDocument/2006/relationships/image" Target="../media/image1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png"/><Relationship Id="rId4" Type="http://schemas.openxmlformats.org/officeDocument/2006/relationships/image" Target="../media/image4.png"/><Relationship Id="rId5" Type="http://schemas.openxmlformats.org/officeDocument/2006/relationships/image" Target="../media/image1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image" Target="../media/image5.png"/><Relationship Id="rId6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2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Relationship Id="rId4" Type="http://schemas.openxmlformats.org/officeDocument/2006/relationships/image" Target="../media/image4.png"/><Relationship Id="rId5" Type="http://schemas.openxmlformats.org/officeDocument/2006/relationships/image" Target="../media/image6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Relationship Id="rId4" Type="http://schemas.openxmlformats.org/officeDocument/2006/relationships/image" Target="../media/image1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png"/><Relationship Id="rId4" Type="http://schemas.openxmlformats.org/officeDocument/2006/relationships/image" Target="../media/image4.png"/><Relationship Id="rId5" Type="http://schemas.openxmlformats.org/officeDocument/2006/relationships/image" Target="../media/image1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Relationship Id="rId4" Type="http://schemas.openxmlformats.org/officeDocument/2006/relationships/image" Target="../media/image1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0.png"/><Relationship Id="rId4" Type="http://schemas.openxmlformats.org/officeDocument/2006/relationships/image" Target="../media/image4.png"/><Relationship Id="rId5" Type="http://schemas.openxmlformats.org/officeDocument/2006/relationships/image" Target="../media/image1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.png"/><Relationship Id="rId4" Type="http://schemas.openxmlformats.org/officeDocument/2006/relationships/image" Target="../media/image2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4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0.png"/><Relationship Id="rId4" Type="http://schemas.openxmlformats.org/officeDocument/2006/relationships/image" Target="../media/image4.png"/><Relationship Id="rId5" Type="http://schemas.openxmlformats.org/officeDocument/2006/relationships/image" Target="../media/image16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4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4.png"/><Relationship Id="rId4" Type="http://schemas.openxmlformats.org/officeDocument/2006/relationships/image" Target="../media/image17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4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0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18345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3"/>
          <p:cNvSpPr txBox="1"/>
          <p:nvPr/>
        </p:nvSpPr>
        <p:spPr>
          <a:xfrm>
            <a:off x="4788018" y="1722907"/>
            <a:ext cx="13410874" cy="14964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416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APTIS GENERAL</a:t>
            </a:r>
            <a:endParaRPr/>
          </a:p>
        </p:txBody>
      </p:sp>
      <p:grpSp>
        <p:nvGrpSpPr>
          <p:cNvPr id="89" name="Google Shape;89;p13"/>
          <p:cNvGrpSpPr/>
          <p:nvPr/>
        </p:nvGrpSpPr>
        <p:grpSpPr>
          <a:xfrm>
            <a:off x="7338936" y="4396612"/>
            <a:ext cx="8593708" cy="2222589"/>
            <a:chOff x="0" y="-192881"/>
            <a:chExt cx="11458277" cy="2963451"/>
          </a:xfrm>
        </p:grpSpPr>
        <p:grpSp>
          <p:nvGrpSpPr>
            <p:cNvPr id="90" name="Google Shape;90;p13"/>
            <p:cNvGrpSpPr/>
            <p:nvPr/>
          </p:nvGrpSpPr>
          <p:grpSpPr>
            <a:xfrm>
              <a:off x="0" y="-192881"/>
              <a:ext cx="11458277" cy="2963451"/>
              <a:chOff x="0" y="-38100"/>
              <a:chExt cx="2263363" cy="585373"/>
            </a:xfrm>
          </p:grpSpPr>
          <p:sp>
            <p:nvSpPr>
              <p:cNvPr id="91" name="Google Shape;91;p13"/>
              <p:cNvSpPr/>
              <p:nvPr/>
            </p:nvSpPr>
            <p:spPr>
              <a:xfrm>
                <a:off x="0" y="0"/>
                <a:ext cx="2263363" cy="547273"/>
              </a:xfrm>
              <a:custGeom>
                <a:rect b="b" l="l" r="r" t="t"/>
                <a:pathLst>
                  <a:path extrusionOk="0" h="547273" w="2263363">
                    <a:moveTo>
                      <a:pt x="45945" y="0"/>
                    </a:moveTo>
                    <a:lnTo>
                      <a:pt x="2217418" y="0"/>
                    </a:lnTo>
                    <a:cubicBezTo>
                      <a:pt x="2242793" y="0"/>
                      <a:pt x="2263363" y="20570"/>
                      <a:pt x="2263363" y="45945"/>
                    </a:cubicBezTo>
                    <a:lnTo>
                      <a:pt x="2263363" y="501328"/>
                    </a:lnTo>
                    <a:cubicBezTo>
                      <a:pt x="2263363" y="526703"/>
                      <a:pt x="2242793" y="547273"/>
                      <a:pt x="2217418" y="547273"/>
                    </a:cubicBezTo>
                    <a:lnTo>
                      <a:pt x="45945" y="547273"/>
                    </a:lnTo>
                    <a:cubicBezTo>
                      <a:pt x="20570" y="547273"/>
                      <a:pt x="0" y="526703"/>
                      <a:pt x="0" y="501328"/>
                    </a:cubicBezTo>
                    <a:lnTo>
                      <a:pt x="0" y="45945"/>
                    </a:lnTo>
                    <a:cubicBezTo>
                      <a:pt x="0" y="20570"/>
                      <a:pt x="20570" y="0"/>
                      <a:pt x="45945" y="0"/>
                    </a:cubicBezTo>
                    <a:close/>
                  </a:path>
                </a:pathLst>
              </a:custGeom>
              <a:solidFill>
                <a:srgbClr val="FEFEFE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" name="Google Shape;92;p13"/>
              <p:cNvSpPr txBox="1"/>
              <p:nvPr/>
            </p:nvSpPr>
            <p:spPr>
              <a:xfrm>
                <a:off x="0" y="-38100"/>
                <a:ext cx="2263363" cy="58537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93" name="Google Shape;93;p13"/>
            <p:cNvSpPr txBox="1"/>
            <p:nvPr/>
          </p:nvSpPr>
          <p:spPr>
            <a:xfrm>
              <a:off x="793233" y="91935"/>
              <a:ext cx="9871810" cy="223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419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0400" u="none" cap="none" strike="noStrike">
                  <a:solidFill>
                    <a:srgbClr val="018345"/>
                  </a:solidFill>
                  <a:latin typeface="Arial"/>
                  <a:ea typeface="Arial"/>
                  <a:cs typeface="Arial"/>
                  <a:sym typeface="Arial"/>
                </a:rPr>
                <a:t>LISTENING</a:t>
              </a:r>
              <a:endParaRPr/>
            </a:p>
          </p:txBody>
        </p:sp>
      </p:grpSp>
      <p:cxnSp>
        <p:nvCxnSpPr>
          <p:cNvPr id="94" name="Google Shape;94;p13"/>
          <p:cNvCxnSpPr/>
          <p:nvPr/>
        </p:nvCxnSpPr>
        <p:spPr>
          <a:xfrm>
            <a:off x="5559805" y="3724211"/>
            <a:ext cx="11699495" cy="0"/>
          </a:xfrm>
          <a:prstGeom prst="straightConnector1">
            <a:avLst/>
          </a:prstGeom>
          <a:noFill/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4"/>
          <p:cNvSpPr txBox="1"/>
          <p:nvPr/>
        </p:nvSpPr>
        <p:spPr>
          <a:xfrm>
            <a:off x="4867241" y="698293"/>
            <a:ext cx="13215313" cy="14734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200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264" u="none" cap="none" strike="noStrike">
                <a:solidFill>
                  <a:srgbClr val="018345"/>
                </a:solidFill>
                <a:latin typeface="Arial"/>
                <a:ea typeface="Arial"/>
                <a:cs typeface="Arial"/>
                <a:sym typeface="Arial"/>
              </a:rPr>
              <a:t>Table of contents</a:t>
            </a:r>
            <a:endParaRPr/>
          </a:p>
        </p:txBody>
      </p:sp>
      <p:cxnSp>
        <p:nvCxnSpPr>
          <p:cNvPr id="101" name="Google Shape;101;p14"/>
          <p:cNvCxnSpPr/>
          <p:nvPr/>
        </p:nvCxnSpPr>
        <p:spPr>
          <a:xfrm>
            <a:off x="5943600" y="2152650"/>
            <a:ext cx="11579734" cy="0"/>
          </a:xfrm>
          <a:prstGeom prst="straightConnector1">
            <a:avLst/>
          </a:prstGeom>
          <a:noFill/>
          <a:ln cap="flat" cmpd="sng" w="38100">
            <a:solidFill>
              <a:srgbClr val="018345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02" name="Google Shape;102;p14"/>
          <p:cNvGrpSpPr/>
          <p:nvPr/>
        </p:nvGrpSpPr>
        <p:grpSpPr>
          <a:xfrm rot="10800000">
            <a:off x="14951203" y="-741521"/>
            <a:ext cx="7681766" cy="4260610"/>
            <a:chOff x="0" y="-38100"/>
            <a:chExt cx="406400" cy="225405"/>
          </a:xfrm>
        </p:grpSpPr>
        <p:sp>
          <p:nvSpPr>
            <p:cNvPr id="103" name="Google Shape;103;p14"/>
            <p:cNvSpPr/>
            <p:nvPr/>
          </p:nvSpPr>
          <p:spPr>
            <a:xfrm>
              <a:off x="0" y="0"/>
              <a:ext cx="406400" cy="187305"/>
            </a:xfrm>
            <a:custGeom>
              <a:rect b="b" l="l" r="r" t="t"/>
              <a:pathLst>
                <a:path extrusionOk="0" h="187305" w="406400">
                  <a:moveTo>
                    <a:pt x="203200" y="0"/>
                  </a:moveTo>
                  <a:lnTo>
                    <a:pt x="203200" y="0"/>
                  </a:lnTo>
                  <a:lnTo>
                    <a:pt x="406400" y="187305"/>
                  </a:lnTo>
                  <a:lnTo>
                    <a:pt x="0" y="187305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018345">
                <a:alpha val="80000"/>
              </a:srgbClr>
            </a:solidFill>
            <a:ln>
              <a:noFill/>
            </a:ln>
          </p:spPr>
        </p:sp>
        <p:sp>
          <p:nvSpPr>
            <p:cNvPr id="104" name="Google Shape;104;p14"/>
            <p:cNvSpPr txBox="1"/>
            <p:nvPr/>
          </p:nvSpPr>
          <p:spPr>
            <a:xfrm>
              <a:off x="127000" y="-38100"/>
              <a:ext cx="152400" cy="22540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166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descr="Books with solid fill" id="105" name="Google Shape;105;p14"/>
          <p:cNvSpPr/>
          <p:nvPr/>
        </p:nvSpPr>
        <p:spPr>
          <a:xfrm>
            <a:off x="3241317" y="6937835"/>
            <a:ext cx="796998" cy="796998"/>
          </a:xfrm>
          <a:custGeom>
            <a:rect b="b" l="l" r="r" t="t"/>
            <a:pathLst>
              <a:path extrusionOk="0" h="796998" w="796998">
                <a:moveTo>
                  <a:pt x="0" y="0"/>
                </a:moveTo>
                <a:lnTo>
                  <a:pt x="796998" y="0"/>
                </a:lnTo>
                <a:lnTo>
                  <a:pt x="796998" y="796998"/>
                </a:lnTo>
                <a:lnTo>
                  <a:pt x="0" y="79699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6" name="Google Shape;106;p14"/>
          <p:cNvSpPr txBox="1"/>
          <p:nvPr/>
        </p:nvSpPr>
        <p:spPr>
          <a:xfrm>
            <a:off x="-10653311" y="9715322"/>
            <a:ext cx="13923203" cy="2857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199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76" u="none" cap="none" strike="noStrike">
                <a:solidFill>
                  <a:srgbClr val="FEFEFE"/>
                </a:solidFill>
                <a:latin typeface="Roboto"/>
                <a:ea typeface="Roboto"/>
                <a:cs typeface="Roboto"/>
                <a:sym typeface="Roboto"/>
              </a:rPr>
              <a:t>https://edulife.com.vn/</a:t>
            </a:r>
            <a:endParaRPr/>
          </a:p>
        </p:txBody>
      </p:sp>
      <p:grpSp>
        <p:nvGrpSpPr>
          <p:cNvPr id="107" name="Google Shape;107;p14"/>
          <p:cNvGrpSpPr/>
          <p:nvPr/>
        </p:nvGrpSpPr>
        <p:grpSpPr>
          <a:xfrm>
            <a:off x="-2718010" y="9274528"/>
            <a:ext cx="7950400" cy="1707231"/>
            <a:chOff x="0" y="-384762"/>
            <a:chExt cx="10600533" cy="2276307"/>
          </a:xfrm>
        </p:grpSpPr>
        <p:grpSp>
          <p:nvGrpSpPr>
            <p:cNvPr id="108" name="Google Shape;108;p14"/>
            <p:cNvGrpSpPr/>
            <p:nvPr/>
          </p:nvGrpSpPr>
          <p:grpSpPr>
            <a:xfrm>
              <a:off x="0" y="-384762"/>
              <a:ext cx="10600533" cy="2276307"/>
              <a:chOff x="0" y="-38100"/>
              <a:chExt cx="1049690" cy="225405"/>
            </a:xfrm>
          </p:grpSpPr>
          <p:sp>
            <p:nvSpPr>
              <p:cNvPr id="109" name="Google Shape;109;p14"/>
              <p:cNvSpPr/>
              <p:nvPr/>
            </p:nvSpPr>
            <p:spPr>
              <a:xfrm>
                <a:off x="0" y="0"/>
                <a:ext cx="1049690" cy="187305"/>
              </a:xfrm>
              <a:custGeom>
                <a:rect b="b" l="l" r="r" t="t"/>
                <a:pathLst>
                  <a:path extrusionOk="0" h="187305" w="1049690">
                    <a:moveTo>
                      <a:pt x="203200" y="0"/>
                    </a:moveTo>
                    <a:lnTo>
                      <a:pt x="846490" y="0"/>
                    </a:lnTo>
                    <a:lnTo>
                      <a:pt x="1049690" y="187305"/>
                    </a:lnTo>
                    <a:lnTo>
                      <a:pt x="0" y="187305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18345"/>
              </a:solidFill>
              <a:ln>
                <a:noFill/>
              </a:ln>
            </p:spPr>
          </p:sp>
          <p:sp>
            <p:nvSpPr>
              <p:cNvPr id="110" name="Google Shape;110;p14"/>
              <p:cNvSpPr txBox="1"/>
              <p:nvPr/>
            </p:nvSpPr>
            <p:spPr>
              <a:xfrm>
                <a:off x="127000" y="-38100"/>
                <a:ext cx="795690" cy="22540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1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11" name="Google Shape;111;p14"/>
            <p:cNvSpPr txBox="1"/>
            <p:nvPr/>
          </p:nvSpPr>
          <p:spPr>
            <a:xfrm>
              <a:off x="4182979" y="666743"/>
              <a:ext cx="3721150" cy="52948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792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2" name="Google Shape;112;p14"/>
          <p:cNvGrpSpPr/>
          <p:nvPr/>
        </p:nvGrpSpPr>
        <p:grpSpPr>
          <a:xfrm>
            <a:off x="6908601" y="2628900"/>
            <a:ext cx="10092845" cy="1384799"/>
            <a:chOff x="6375842" y="6151456"/>
            <a:chExt cx="10541964" cy="1433865"/>
          </a:xfrm>
        </p:grpSpPr>
        <p:sp>
          <p:nvSpPr>
            <p:cNvPr id="113" name="Google Shape;113;p14"/>
            <p:cNvSpPr/>
            <p:nvPr/>
          </p:nvSpPr>
          <p:spPr>
            <a:xfrm>
              <a:off x="6375842" y="6278356"/>
              <a:ext cx="10541964" cy="1289204"/>
            </a:xfrm>
            <a:prstGeom prst="roundRect">
              <a:avLst>
                <a:gd fmla="val 50000" name="adj"/>
              </a:avLst>
            </a:prstGeom>
            <a:solidFill>
              <a:srgbClr val="01834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600"/>
                <a:buFont typeface="Calibri"/>
                <a:buNone/>
              </a:pPr>
              <a:r>
                <a:t/>
              </a:r>
              <a:endParaRPr b="1" i="0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" name="Google Shape;114;p14"/>
            <p:cNvSpPr txBox="1"/>
            <p:nvPr/>
          </p:nvSpPr>
          <p:spPr>
            <a:xfrm>
              <a:off x="6375842" y="6151456"/>
              <a:ext cx="10541964" cy="14338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73861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600"/>
                <a:buFont typeface="Calibri"/>
                <a:buNone/>
              </a:pPr>
              <a:r>
                <a:t/>
              </a:r>
              <a:endParaRPr b="1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" name="Google Shape;115;p14"/>
            <p:cNvSpPr/>
            <p:nvPr/>
          </p:nvSpPr>
          <p:spPr>
            <a:xfrm>
              <a:off x="6375842" y="6296117"/>
              <a:ext cx="1253681" cy="1253680"/>
            </a:xfrm>
            <a:custGeom>
              <a:rect b="b" l="l" r="r" t="t"/>
              <a:pathLst>
                <a:path extrusionOk="0" h="1671574" w="1671574">
                  <a:moveTo>
                    <a:pt x="0" y="835787"/>
                  </a:moveTo>
                  <a:cubicBezTo>
                    <a:pt x="0" y="374269"/>
                    <a:pt x="374269" y="0"/>
                    <a:pt x="835787" y="0"/>
                  </a:cubicBezTo>
                  <a:cubicBezTo>
                    <a:pt x="1297305" y="0"/>
                    <a:pt x="1671574" y="374269"/>
                    <a:pt x="1671574" y="835787"/>
                  </a:cubicBezTo>
                  <a:cubicBezTo>
                    <a:pt x="1671574" y="1297305"/>
                    <a:pt x="1297305" y="1671574"/>
                    <a:pt x="835787" y="1671574"/>
                  </a:cubicBezTo>
                  <a:cubicBezTo>
                    <a:pt x="374269" y="1671574"/>
                    <a:pt x="0" y="1297432"/>
                    <a:pt x="0" y="835787"/>
                  </a:cubicBezTo>
                  <a:close/>
                </a:path>
              </a:pathLst>
            </a:custGeom>
            <a:solidFill>
              <a:srgbClr val="00BF6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600"/>
                <a:buFont typeface="Calibri"/>
                <a:buNone/>
              </a:pPr>
              <a:r>
                <a:t/>
              </a:r>
              <a:endParaRPr b="1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" name="Google Shape;116;p14"/>
            <p:cNvSpPr txBox="1"/>
            <p:nvPr/>
          </p:nvSpPr>
          <p:spPr>
            <a:xfrm>
              <a:off x="7917301" y="6504885"/>
              <a:ext cx="8651214" cy="86044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600"/>
                <a:buFont typeface="Calibri"/>
                <a:buNone/>
              </a:pPr>
              <a:r>
                <a:rPr b="1" i="0" lang="en-US" sz="36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Tổng quan bài thi nghe APTIS </a:t>
              </a:r>
              <a:endParaRPr b="1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descr="Books with solid fill" id="117" name="Google Shape;117;p14"/>
            <p:cNvSpPr/>
            <p:nvPr/>
          </p:nvSpPr>
          <p:spPr>
            <a:xfrm>
              <a:off x="6604212" y="6517439"/>
              <a:ext cx="796998" cy="796998"/>
            </a:xfrm>
            <a:custGeom>
              <a:rect b="b" l="l" r="r" t="t"/>
              <a:pathLst>
                <a:path extrusionOk="0" h="1062664" w="1062664">
                  <a:moveTo>
                    <a:pt x="0" y="0"/>
                  </a:moveTo>
                  <a:lnTo>
                    <a:pt x="1062664" y="0"/>
                  </a:lnTo>
                  <a:lnTo>
                    <a:pt x="1062664" y="1062664"/>
                  </a:lnTo>
                  <a:lnTo>
                    <a:pt x="0" y="1062664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</p:grpSp>
      <p:sp>
        <p:nvSpPr>
          <p:cNvPr id="118" name="Google Shape;118;p14"/>
          <p:cNvSpPr txBox="1"/>
          <p:nvPr/>
        </p:nvSpPr>
        <p:spPr>
          <a:xfrm>
            <a:off x="6487860" y="5519116"/>
            <a:ext cx="10092845" cy="1384799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7386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t/>
            </a:r>
            <a:endParaRPr b="1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19" name="Google Shape;119;p14"/>
          <p:cNvGrpSpPr/>
          <p:nvPr/>
        </p:nvGrpSpPr>
        <p:grpSpPr>
          <a:xfrm>
            <a:off x="6934201" y="4262938"/>
            <a:ext cx="10121389" cy="1245090"/>
            <a:chOff x="6934200" y="7048499"/>
            <a:chExt cx="9882630" cy="1159137"/>
          </a:xfrm>
        </p:grpSpPr>
        <p:grpSp>
          <p:nvGrpSpPr>
            <p:cNvPr id="120" name="Google Shape;120;p14"/>
            <p:cNvGrpSpPr/>
            <p:nvPr/>
          </p:nvGrpSpPr>
          <p:grpSpPr>
            <a:xfrm>
              <a:off x="6934200" y="7048499"/>
              <a:ext cx="9882630" cy="1159137"/>
              <a:chOff x="6487861" y="7950596"/>
              <a:chExt cx="10571780" cy="1289204"/>
            </a:xfrm>
          </p:grpSpPr>
          <p:sp>
            <p:nvSpPr>
              <p:cNvPr id="121" name="Google Shape;121;p14"/>
              <p:cNvSpPr/>
              <p:nvPr/>
            </p:nvSpPr>
            <p:spPr>
              <a:xfrm>
                <a:off x="6517678" y="7950596"/>
                <a:ext cx="10541963" cy="1289204"/>
              </a:xfrm>
              <a:prstGeom prst="roundRect">
                <a:avLst>
                  <a:gd fmla="val 50000" name="adj"/>
                </a:avLst>
              </a:prstGeom>
              <a:solidFill>
                <a:srgbClr val="01834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3600"/>
                  <a:buFont typeface="Calibri"/>
                  <a:buNone/>
                </a:pPr>
                <a:r>
                  <a:t/>
                </a:r>
                <a:endParaRPr b="1" i="0" sz="36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2" name="Google Shape;122;p14"/>
              <p:cNvSpPr/>
              <p:nvPr/>
            </p:nvSpPr>
            <p:spPr>
              <a:xfrm>
                <a:off x="6487861" y="7968363"/>
                <a:ext cx="1253681" cy="1253680"/>
              </a:xfrm>
              <a:custGeom>
                <a:rect b="b" l="l" r="r" t="t"/>
                <a:pathLst>
                  <a:path extrusionOk="0" h="1671574" w="1671574">
                    <a:moveTo>
                      <a:pt x="0" y="835787"/>
                    </a:moveTo>
                    <a:cubicBezTo>
                      <a:pt x="0" y="374269"/>
                      <a:pt x="374269" y="0"/>
                      <a:pt x="835787" y="0"/>
                    </a:cubicBezTo>
                    <a:cubicBezTo>
                      <a:pt x="1297305" y="0"/>
                      <a:pt x="1671574" y="374269"/>
                      <a:pt x="1671574" y="835787"/>
                    </a:cubicBezTo>
                    <a:cubicBezTo>
                      <a:pt x="1671574" y="1297305"/>
                      <a:pt x="1297305" y="1671574"/>
                      <a:pt x="835787" y="1671574"/>
                    </a:cubicBezTo>
                    <a:cubicBezTo>
                      <a:pt x="374269" y="1671574"/>
                      <a:pt x="0" y="1297432"/>
                      <a:pt x="0" y="835787"/>
                    </a:cubicBezTo>
                    <a:close/>
                  </a:path>
                </a:pathLst>
              </a:custGeom>
              <a:solidFill>
                <a:srgbClr val="00BF6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3600"/>
                  <a:buFont typeface="Calibri"/>
                  <a:buNone/>
                </a:pPr>
                <a:r>
                  <a:t/>
                </a:r>
                <a:endParaRPr b="1" i="0" sz="3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3" name="Google Shape;123;p14"/>
              <p:cNvSpPr txBox="1"/>
              <p:nvPr/>
            </p:nvSpPr>
            <p:spPr>
              <a:xfrm>
                <a:off x="8044715" y="8184918"/>
                <a:ext cx="7896000" cy="573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l">
                  <a:lnSpc>
                    <a:spcPct val="303906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3600"/>
                  <a:buFont typeface="Calibri"/>
                  <a:buNone/>
                </a:pPr>
                <a:r>
                  <a:rPr b="1" i="0" lang="en-US" sz="36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Bài nghe APTIS phần 1</a:t>
                </a:r>
                <a:endParaRPr b="1" i="0" sz="36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pic>
          <p:nvPicPr>
            <p:cNvPr descr="Envelope with solid fill" id="124" name="Google Shape;124;p1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167192" y="7214481"/>
              <a:ext cx="773941" cy="773941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25" name="Google Shape;125;p14"/>
          <p:cNvGrpSpPr/>
          <p:nvPr/>
        </p:nvGrpSpPr>
        <p:grpSpPr>
          <a:xfrm>
            <a:off x="6995064" y="5753100"/>
            <a:ext cx="10149936" cy="1245089"/>
            <a:chOff x="6962073" y="8572500"/>
            <a:chExt cx="9910504" cy="1159136"/>
          </a:xfrm>
        </p:grpSpPr>
        <p:sp>
          <p:nvSpPr>
            <p:cNvPr id="126" name="Google Shape;126;p14"/>
            <p:cNvSpPr/>
            <p:nvPr/>
          </p:nvSpPr>
          <p:spPr>
            <a:xfrm>
              <a:off x="6989946" y="8572500"/>
              <a:ext cx="9854758" cy="1159136"/>
            </a:xfrm>
            <a:prstGeom prst="roundRect">
              <a:avLst>
                <a:gd fmla="val 50000" name="adj"/>
              </a:avLst>
            </a:prstGeom>
            <a:solidFill>
              <a:srgbClr val="01834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600"/>
                <a:buFont typeface="Calibri"/>
                <a:buNone/>
              </a:pPr>
              <a:r>
                <a:t/>
              </a:r>
              <a:endParaRPr b="1" i="0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" name="Google Shape;127;p14"/>
            <p:cNvSpPr/>
            <p:nvPr/>
          </p:nvSpPr>
          <p:spPr>
            <a:xfrm>
              <a:off x="6962073" y="8588470"/>
              <a:ext cx="1171956" cy="1127196"/>
            </a:xfrm>
            <a:custGeom>
              <a:rect b="b" l="l" r="r" t="t"/>
              <a:pathLst>
                <a:path extrusionOk="0" h="1671574" w="1671574">
                  <a:moveTo>
                    <a:pt x="0" y="835787"/>
                  </a:moveTo>
                  <a:cubicBezTo>
                    <a:pt x="0" y="374269"/>
                    <a:pt x="374269" y="0"/>
                    <a:pt x="835787" y="0"/>
                  </a:cubicBezTo>
                  <a:cubicBezTo>
                    <a:pt x="1297305" y="0"/>
                    <a:pt x="1671574" y="374269"/>
                    <a:pt x="1671574" y="835787"/>
                  </a:cubicBezTo>
                  <a:cubicBezTo>
                    <a:pt x="1671574" y="1297305"/>
                    <a:pt x="1297305" y="1671574"/>
                    <a:pt x="835787" y="1671574"/>
                  </a:cubicBezTo>
                  <a:cubicBezTo>
                    <a:pt x="374269" y="1671574"/>
                    <a:pt x="0" y="1297432"/>
                    <a:pt x="0" y="835787"/>
                  </a:cubicBezTo>
                  <a:close/>
                </a:path>
              </a:pathLst>
            </a:custGeom>
            <a:solidFill>
              <a:srgbClr val="00BF6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600"/>
                <a:buFont typeface="Calibri"/>
                <a:buNone/>
              </a:pPr>
              <a:r>
                <a:t/>
              </a:r>
              <a:endParaRPr b="1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" name="Google Shape;128;p14"/>
            <p:cNvSpPr txBox="1"/>
            <p:nvPr/>
          </p:nvSpPr>
          <p:spPr>
            <a:xfrm>
              <a:off x="8403048" y="8714379"/>
              <a:ext cx="8469529" cy="7736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6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Bài nghe APTIS phần 2</a:t>
              </a:r>
              <a:endParaRPr b="1" i="0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Pencil with solid fill" id="129" name="Google Shape;129;p14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7147974" y="8738481"/>
              <a:ext cx="797413" cy="797413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30" name="Google Shape;130;p14"/>
          <p:cNvGrpSpPr/>
          <p:nvPr/>
        </p:nvGrpSpPr>
        <p:grpSpPr>
          <a:xfrm>
            <a:off x="6934200" y="7187700"/>
            <a:ext cx="10182253" cy="1384799"/>
            <a:chOff x="6375842" y="2654260"/>
            <a:chExt cx="10541964" cy="1433865"/>
          </a:xfrm>
        </p:grpSpPr>
        <p:sp>
          <p:nvSpPr>
            <p:cNvPr id="131" name="Google Shape;131;p14"/>
            <p:cNvSpPr/>
            <p:nvPr/>
          </p:nvSpPr>
          <p:spPr>
            <a:xfrm>
              <a:off x="6375842" y="2798921"/>
              <a:ext cx="10541964" cy="1289204"/>
            </a:xfrm>
            <a:prstGeom prst="roundRect">
              <a:avLst>
                <a:gd fmla="val 50000" name="adj"/>
              </a:avLst>
            </a:prstGeom>
            <a:solidFill>
              <a:srgbClr val="01834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1" i="0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2" name="Google Shape;132;p14"/>
            <p:cNvSpPr txBox="1"/>
            <p:nvPr/>
          </p:nvSpPr>
          <p:spPr>
            <a:xfrm>
              <a:off x="6375842" y="2654260"/>
              <a:ext cx="10207852" cy="14338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1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3" name="Google Shape;133;p14"/>
            <p:cNvSpPr/>
            <p:nvPr/>
          </p:nvSpPr>
          <p:spPr>
            <a:xfrm>
              <a:off x="6375842" y="2798921"/>
              <a:ext cx="1253681" cy="1253680"/>
            </a:xfrm>
            <a:custGeom>
              <a:rect b="b" l="l" r="r" t="t"/>
              <a:pathLst>
                <a:path extrusionOk="0" h="1671574" w="1671574">
                  <a:moveTo>
                    <a:pt x="0" y="835787"/>
                  </a:moveTo>
                  <a:cubicBezTo>
                    <a:pt x="0" y="374269"/>
                    <a:pt x="374269" y="0"/>
                    <a:pt x="835787" y="0"/>
                  </a:cubicBezTo>
                  <a:cubicBezTo>
                    <a:pt x="1297305" y="0"/>
                    <a:pt x="1671574" y="374269"/>
                    <a:pt x="1671574" y="835787"/>
                  </a:cubicBezTo>
                  <a:cubicBezTo>
                    <a:pt x="1671574" y="1297305"/>
                    <a:pt x="1297305" y="1671574"/>
                    <a:pt x="835787" y="1671574"/>
                  </a:cubicBezTo>
                  <a:cubicBezTo>
                    <a:pt x="374269" y="1671574"/>
                    <a:pt x="0" y="1297432"/>
                    <a:pt x="0" y="835787"/>
                  </a:cubicBezTo>
                  <a:close/>
                </a:path>
              </a:pathLst>
            </a:custGeom>
            <a:solidFill>
              <a:srgbClr val="00BF6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1" i="0" sz="3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descr="Puzzle with solid fill" id="134" name="Google Shape;134;p14"/>
            <p:cNvSpPr/>
            <p:nvPr/>
          </p:nvSpPr>
          <p:spPr>
            <a:xfrm>
              <a:off x="6604211" y="3027290"/>
              <a:ext cx="796998" cy="796998"/>
            </a:xfrm>
            <a:custGeom>
              <a:rect b="b" l="l" r="r" t="t"/>
              <a:pathLst>
                <a:path extrusionOk="0" h="1062664" w="1062664">
                  <a:moveTo>
                    <a:pt x="0" y="0"/>
                  </a:moveTo>
                  <a:lnTo>
                    <a:pt x="1062664" y="0"/>
                  </a:lnTo>
                  <a:lnTo>
                    <a:pt x="1062664" y="1062664"/>
                  </a:lnTo>
                  <a:lnTo>
                    <a:pt x="0" y="1062664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6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135" name="Google Shape;135;p14"/>
            <p:cNvSpPr txBox="1"/>
            <p:nvPr/>
          </p:nvSpPr>
          <p:spPr>
            <a:xfrm>
              <a:off x="7966780" y="3027291"/>
              <a:ext cx="8373022" cy="6883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6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Bài nghe APTIS phần 3</a:t>
              </a:r>
              <a:endParaRPr b="1" i="0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6" name="Google Shape;136;p14"/>
          <p:cNvGrpSpPr/>
          <p:nvPr/>
        </p:nvGrpSpPr>
        <p:grpSpPr>
          <a:xfrm>
            <a:off x="6962748" y="8652002"/>
            <a:ext cx="10153705" cy="1360900"/>
            <a:chOff x="6375842" y="4481252"/>
            <a:chExt cx="10541964" cy="1433865"/>
          </a:xfrm>
        </p:grpSpPr>
        <p:sp>
          <p:nvSpPr>
            <p:cNvPr id="137" name="Google Shape;137;p14"/>
            <p:cNvSpPr/>
            <p:nvPr/>
          </p:nvSpPr>
          <p:spPr>
            <a:xfrm>
              <a:off x="6375842" y="4592882"/>
              <a:ext cx="10541964" cy="1289204"/>
            </a:xfrm>
            <a:prstGeom prst="roundRect">
              <a:avLst>
                <a:gd fmla="val 50000" name="adj"/>
              </a:avLst>
            </a:prstGeom>
            <a:solidFill>
              <a:srgbClr val="01834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1" i="0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8" name="Google Shape;138;p14"/>
            <p:cNvSpPr txBox="1"/>
            <p:nvPr/>
          </p:nvSpPr>
          <p:spPr>
            <a:xfrm>
              <a:off x="6375842" y="4481252"/>
              <a:ext cx="10541964" cy="14338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1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9" name="Google Shape;139;p14"/>
            <p:cNvSpPr/>
            <p:nvPr/>
          </p:nvSpPr>
          <p:spPr>
            <a:xfrm>
              <a:off x="6375842" y="4625913"/>
              <a:ext cx="1253681" cy="1253680"/>
            </a:xfrm>
            <a:custGeom>
              <a:rect b="b" l="l" r="r" t="t"/>
              <a:pathLst>
                <a:path extrusionOk="0" h="1671574" w="1671574">
                  <a:moveTo>
                    <a:pt x="0" y="835787"/>
                  </a:moveTo>
                  <a:cubicBezTo>
                    <a:pt x="0" y="374269"/>
                    <a:pt x="374269" y="0"/>
                    <a:pt x="835787" y="0"/>
                  </a:cubicBezTo>
                  <a:cubicBezTo>
                    <a:pt x="1297305" y="0"/>
                    <a:pt x="1671574" y="374269"/>
                    <a:pt x="1671574" y="835787"/>
                  </a:cubicBezTo>
                  <a:cubicBezTo>
                    <a:pt x="1671574" y="1297305"/>
                    <a:pt x="1297305" y="1671574"/>
                    <a:pt x="835787" y="1671574"/>
                  </a:cubicBezTo>
                  <a:cubicBezTo>
                    <a:pt x="374269" y="1671574"/>
                    <a:pt x="0" y="1297432"/>
                    <a:pt x="0" y="835787"/>
                  </a:cubicBezTo>
                  <a:close/>
                </a:path>
              </a:pathLst>
            </a:custGeom>
            <a:solidFill>
              <a:srgbClr val="00BF6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1" i="0" sz="3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0" name="Google Shape;140;p14"/>
            <p:cNvSpPr txBox="1"/>
            <p:nvPr/>
          </p:nvSpPr>
          <p:spPr>
            <a:xfrm>
              <a:off x="7928477" y="4744363"/>
              <a:ext cx="8487957" cy="7004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000"/>
                <a:buFont typeface="Arial"/>
                <a:buNone/>
              </a:pPr>
              <a:r>
                <a:rPr b="1" i="0" lang="en-US" sz="36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Bài nghe APTIS phần 4</a:t>
              </a:r>
              <a:endParaRPr b="1" i="0" sz="3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descr="Clipboard with solid fill" id="141" name="Google Shape;141;p14"/>
            <p:cNvSpPr/>
            <p:nvPr/>
          </p:nvSpPr>
          <p:spPr>
            <a:xfrm>
              <a:off x="6604212" y="4744362"/>
              <a:ext cx="850760" cy="899871"/>
            </a:xfrm>
            <a:custGeom>
              <a:rect b="b" l="l" r="r" t="t"/>
              <a:pathLst>
                <a:path extrusionOk="0" h="1062664" w="1062664">
                  <a:moveTo>
                    <a:pt x="0" y="0"/>
                  </a:moveTo>
                  <a:lnTo>
                    <a:pt x="1062664" y="0"/>
                  </a:lnTo>
                  <a:lnTo>
                    <a:pt x="1062664" y="1062664"/>
                  </a:lnTo>
                  <a:lnTo>
                    <a:pt x="0" y="1062664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7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6" name="Google Shape;146;p15"/>
          <p:cNvCxnSpPr/>
          <p:nvPr/>
        </p:nvCxnSpPr>
        <p:spPr>
          <a:xfrm>
            <a:off x="6400799" y="2235185"/>
            <a:ext cx="9982201" cy="0"/>
          </a:xfrm>
          <a:prstGeom prst="straightConnector1">
            <a:avLst/>
          </a:prstGeom>
          <a:noFill/>
          <a:ln cap="flat" cmpd="sng" w="38100">
            <a:solidFill>
              <a:srgbClr val="01834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7" name="Google Shape;147;p15"/>
          <p:cNvCxnSpPr/>
          <p:nvPr/>
        </p:nvCxnSpPr>
        <p:spPr>
          <a:xfrm>
            <a:off x="-249883" y="5124450"/>
            <a:ext cx="5303520" cy="0"/>
          </a:xfrm>
          <a:prstGeom prst="straightConnector1">
            <a:avLst/>
          </a:prstGeom>
          <a:noFill/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48" name="Google Shape;148;p15"/>
          <p:cNvGrpSpPr/>
          <p:nvPr/>
        </p:nvGrpSpPr>
        <p:grpSpPr>
          <a:xfrm rot="10800000">
            <a:off x="15044552" y="-741521"/>
            <a:ext cx="7681766" cy="4260610"/>
            <a:chOff x="0" y="-38100"/>
            <a:chExt cx="406400" cy="225405"/>
          </a:xfrm>
        </p:grpSpPr>
        <p:sp>
          <p:nvSpPr>
            <p:cNvPr id="149" name="Google Shape;149;p15"/>
            <p:cNvSpPr/>
            <p:nvPr/>
          </p:nvSpPr>
          <p:spPr>
            <a:xfrm>
              <a:off x="0" y="0"/>
              <a:ext cx="406400" cy="187305"/>
            </a:xfrm>
            <a:custGeom>
              <a:rect b="b" l="l" r="r" t="t"/>
              <a:pathLst>
                <a:path extrusionOk="0" h="187305" w="406400">
                  <a:moveTo>
                    <a:pt x="203200" y="0"/>
                  </a:moveTo>
                  <a:lnTo>
                    <a:pt x="203200" y="0"/>
                  </a:lnTo>
                  <a:lnTo>
                    <a:pt x="406400" y="187305"/>
                  </a:lnTo>
                  <a:lnTo>
                    <a:pt x="0" y="187305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018345">
                <a:alpha val="80000"/>
              </a:srgbClr>
            </a:solidFill>
            <a:ln>
              <a:noFill/>
            </a:ln>
          </p:spPr>
        </p:sp>
        <p:sp>
          <p:nvSpPr>
            <p:cNvPr id="150" name="Google Shape;150;p15"/>
            <p:cNvSpPr txBox="1"/>
            <p:nvPr/>
          </p:nvSpPr>
          <p:spPr>
            <a:xfrm>
              <a:off x="127000" y="-38100"/>
              <a:ext cx="152400" cy="22540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166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descr="Books with solid fill" id="151" name="Google Shape;151;p15"/>
          <p:cNvSpPr/>
          <p:nvPr/>
        </p:nvSpPr>
        <p:spPr>
          <a:xfrm>
            <a:off x="3241317" y="6937835"/>
            <a:ext cx="796998" cy="796998"/>
          </a:xfrm>
          <a:custGeom>
            <a:rect b="b" l="l" r="r" t="t"/>
            <a:pathLst>
              <a:path extrusionOk="0" h="796998" w="796998">
                <a:moveTo>
                  <a:pt x="0" y="0"/>
                </a:moveTo>
                <a:lnTo>
                  <a:pt x="796998" y="0"/>
                </a:lnTo>
                <a:lnTo>
                  <a:pt x="796998" y="796998"/>
                </a:lnTo>
                <a:lnTo>
                  <a:pt x="0" y="79699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52" name="Google Shape;152;p15"/>
          <p:cNvSpPr/>
          <p:nvPr/>
        </p:nvSpPr>
        <p:spPr>
          <a:xfrm>
            <a:off x="18157088" y="2761190"/>
            <a:ext cx="647242" cy="647242"/>
          </a:xfrm>
          <a:custGeom>
            <a:rect b="b" l="l" r="r" t="t"/>
            <a:pathLst>
              <a:path extrusionOk="0" h="647242" w="647242">
                <a:moveTo>
                  <a:pt x="0" y="0"/>
                </a:moveTo>
                <a:lnTo>
                  <a:pt x="647242" y="0"/>
                </a:lnTo>
                <a:lnTo>
                  <a:pt x="647242" y="647242"/>
                </a:lnTo>
                <a:lnTo>
                  <a:pt x="0" y="64724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53" name="Google Shape;153;p15"/>
          <p:cNvSpPr/>
          <p:nvPr/>
        </p:nvSpPr>
        <p:spPr>
          <a:xfrm>
            <a:off x="9121603" y="5737772"/>
            <a:ext cx="5199117" cy="4549228"/>
          </a:xfrm>
          <a:custGeom>
            <a:rect b="b" l="l" r="r" t="t"/>
            <a:pathLst>
              <a:path extrusionOk="0" h="4549228" w="5199117">
                <a:moveTo>
                  <a:pt x="0" y="0"/>
                </a:moveTo>
                <a:lnTo>
                  <a:pt x="5199117" y="0"/>
                </a:lnTo>
                <a:lnTo>
                  <a:pt x="5199117" y="4549228"/>
                </a:lnTo>
                <a:lnTo>
                  <a:pt x="0" y="454922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54" name="Google Shape;154;p15"/>
          <p:cNvSpPr txBox="1"/>
          <p:nvPr/>
        </p:nvSpPr>
        <p:spPr>
          <a:xfrm>
            <a:off x="6400799" y="2564021"/>
            <a:ext cx="10234853" cy="24051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5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203">
                <a:solidFill>
                  <a:srgbClr val="018345"/>
                </a:solidFill>
                <a:latin typeface="Montserrat"/>
                <a:ea typeface="Montserrat"/>
                <a:cs typeface="Montserrat"/>
                <a:sym typeface="Montserrat"/>
              </a:rPr>
              <a:t>Cấu trúc bài nghe APTIS</a:t>
            </a:r>
            <a:endParaRPr/>
          </a:p>
        </p:txBody>
      </p:sp>
      <p:sp>
        <p:nvSpPr>
          <p:cNvPr id="155" name="Google Shape;155;p15"/>
          <p:cNvSpPr txBox="1"/>
          <p:nvPr/>
        </p:nvSpPr>
        <p:spPr>
          <a:xfrm>
            <a:off x="10210111" y="339710"/>
            <a:ext cx="2146722" cy="1895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461">
                <a:solidFill>
                  <a:srgbClr val="018345"/>
                </a:solidFill>
                <a:latin typeface="Montserrat"/>
                <a:ea typeface="Montserrat"/>
                <a:cs typeface="Montserrat"/>
                <a:sym typeface="Montserrat"/>
              </a:rPr>
              <a:t>01</a:t>
            </a:r>
            <a:endParaRPr/>
          </a:p>
        </p:txBody>
      </p:sp>
      <p:sp>
        <p:nvSpPr>
          <p:cNvPr id="156" name="Google Shape;156;p15"/>
          <p:cNvSpPr txBox="1"/>
          <p:nvPr/>
        </p:nvSpPr>
        <p:spPr>
          <a:xfrm>
            <a:off x="-10653311" y="9715322"/>
            <a:ext cx="13923203" cy="2857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199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76">
                <a:solidFill>
                  <a:srgbClr val="FEFEFE"/>
                </a:solidFill>
                <a:latin typeface="Roboto"/>
                <a:ea typeface="Roboto"/>
                <a:cs typeface="Roboto"/>
                <a:sym typeface="Roboto"/>
              </a:rPr>
              <a:t>https://edulife.com.vn/</a:t>
            </a:r>
            <a:endParaRPr/>
          </a:p>
        </p:txBody>
      </p:sp>
      <p:grpSp>
        <p:nvGrpSpPr>
          <p:cNvPr id="157" name="Google Shape;157;p15"/>
          <p:cNvGrpSpPr/>
          <p:nvPr/>
        </p:nvGrpSpPr>
        <p:grpSpPr>
          <a:xfrm>
            <a:off x="-2718010" y="9274528"/>
            <a:ext cx="7950400" cy="1707231"/>
            <a:chOff x="0" y="-384762"/>
            <a:chExt cx="10600533" cy="2276307"/>
          </a:xfrm>
        </p:grpSpPr>
        <p:grpSp>
          <p:nvGrpSpPr>
            <p:cNvPr id="158" name="Google Shape;158;p15"/>
            <p:cNvGrpSpPr/>
            <p:nvPr/>
          </p:nvGrpSpPr>
          <p:grpSpPr>
            <a:xfrm>
              <a:off x="0" y="-384762"/>
              <a:ext cx="10600533" cy="2276307"/>
              <a:chOff x="0" y="-38100"/>
              <a:chExt cx="1049690" cy="225405"/>
            </a:xfrm>
          </p:grpSpPr>
          <p:sp>
            <p:nvSpPr>
              <p:cNvPr id="159" name="Google Shape;159;p15"/>
              <p:cNvSpPr/>
              <p:nvPr/>
            </p:nvSpPr>
            <p:spPr>
              <a:xfrm>
                <a:off x="0" y="0"/>
                <a:ext cx="1049690" cy="187305"/>
              </a:xfrm>
              <a:custGeom>
                <a:rect b="b" l="l" r="r" t="t"/>
                <a:pathLst>
                  <a:path extrusionOk="0" h="187305" w="1049690">
                    <a:moveTo>
                      <a:pt x="203200" y="0"/>
                    </a:moveTo>
                    <a:lnTo>
                      <a:pt x="846490" y="0"/>
                    </a:lnTo>
                    <a:lnTo>
                      <a:pt x="1049690" y="187305"/>
                    </a:lnTo>
                    <a:lnTo>
                      <a:pt x="0" y="187305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18345"/>
              </a:solidFill>
              <a:ln>
                <a:noFill/>
              </a:ln>
            </p:spPr>
          </p:sp>
          <p:sp>
            <p:nvSpPr>
              <p:cNvPr id="160" name="Google Shape;160;p15"/>
              <p:cNvSpPr txBox="1"/>
              <p:nvPr/>
            </p:nvSpPr>
            <p:spPr>
              <a:xfrm>
                <a:off x="127000" y="-38100"/>
                <a:ext cx="795690" cy="22540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1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61" name="Google Shape;161;p15"/>
            <p:cNvSpPr txBox="1"/>
            <p:nvPr/>
          </p:nvSpPr>
          <p:spPr>
            <a:xfrm>
              <a:off x="4182979" y="666743"/>
              <a:ext cx="3721150" cy="52948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792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7" name="Google Shape;167;p16"/>
          <p:cNvCxnSpPr/>
          <p:nvPr/>
        </p:nvCxnSpPr>
        <p:spPr>
          <a:xfrm>
            <a:off x="-249883" y="5124450"/>
            <a:ext cx="5303520" cy="0"/>
          </a:xfrm>
          <a:prstGeom prst="straightConnector1">
            <a:avLst/>
          </a:prstGeom>
          <a:noFill/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68" name="Google Shape;168;p16"/>
          <p:cNvGrpSpPr/>
          <p:nvPr/>
        </p:nvGrpSpPr>
        <p:grpSpPr>
          <a:xfrm rot="10800000">
            <a:off x="15785091" y="-536942"/>
            <a:ext cx="7681766" cy="4260610"/>
            <a:chOff x="0" y="-38100"/>
            <a:chExt cx="406400" cy="225405"/>
          </a:xfrm>
        </p:grpSpPr>
        <p:sp>
          <p:nvSpPr>
            <p:cNvPr id="169" name="Google Shape;169;p16"/>
            <p:cNvSpPr/>
            <p:nvPr/>
          </p:nvSpPr>
          <p:spPr>
            <a:xfrm>
              <a:off x="0" y="0"/>
              <a:ext cx="406400" cy="187305"/>
            </a:xfrm>
            <a:custGeom>
              <a:rect b="b" l="l" r="r" t="t"/>
              <a:pathLst>
                <a:path extrusionOk="0" h="187305" w="406400">
                  <a:moveTo>
                    <a:pt x="203200" y="0"/>
                  </a:moveTo>
                  <a:lnTo>
                    <a:pt x="203200" y="0"/>
                  </a:lnTo>
                  <a:lnTo>
                    <a:pt x="406400" y="187305"/>
                  </a:lnTo>
                  <a:lnTo>
                    <a:pt x="0" y="187305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018345">
                <a:alpha val="80000"/>
              </a:srgbClr>
            </a:solidFill>
            <a:ln>
              <a:noFill/>
            </a:ln>
          </p:spPr>
        </p:sp>
        <p:sp>
          <p:nvSpPr>
            <p:cNvPr id="170" name="Google Shape;170;p16"/>
            <p:cNvSpPr txBox="1"/>
            <p:nvPr/>
          </p:nvSpPr>
          <p:spPr>
            <a:xfrm>
              <a:off x="127000" y="-38100"/>
              <a:ext cx="152400" cy="22540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166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1" name="Google Shape;171;p16"/>
          <p:cNvGrpSpPr/>
          <p:nvPr/>
        </p:nvGrpSpPr>
        <p:grpSpPr>
          <a:xfrm>
            <a:off x="-2718010" y="9274528"/>
            <a:ext cx="7950400" cy="1707231"/>
            <a:chOff x="0" y="-384762"/>
            <a:chExt cx="10600533" cy="2276307"/>
          </a:xfrm>
        </p:grpSpPr>
        <p:grpSp>
          <p:nvGrpSpPr>
            <p:cNvPr id="172" name="Google Shape;172;p16"/>
            <p:cNvGrpSpPr/>
            <p:nvPr/>
          </p:nvGrpSpPr>
          <p:grpSpPr>
            <a:xfrm>
              <a:off x="0" y="-384762"/>
              <a:ext cx="10600533" cy="2276307"/>
              <a:chOff x="0" y="-38100"/>
              <a:chExt cx="1049690" cy="225405"/>
            </a:xfrm>
          </p:grpSpPr>
          <p:sp>
            <p:nvSpPr>
              <p:cNvPr id="173" name="Google Shape;173;p16"/>
              <p:cNvSpPr/>
              <p:nvPr/>
            </p:nvSpPr>
            <p:spPr>
              <a:xfrm>
                <a:off x="0" y="0"/>
                <a:ext cx="1049690" cy="187305"/>
              </a:xfrm>
              <a:custGeom>
                <a:rect b="b" l="l" r="r" t="t"/>
                <a:pathLst>
                  <a:path extrusionOk="0" h="187305" w="1049690">
                    <a:moveTo>
                      <a:pt x="203200" y="0"/>
                    </a:moveTo>
                    <a:lnTo>
                      <a:pt x="846490" y="0"/>
                    </a:lnTo>
                    <a:lnTo>
                      <a:pt x="1049690" y="187305"/>
                    </a:lnTo>
                    <a:lnTo>
                      <a:pt x="0" y="187305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18345"/>
              </a:solidFill>
              <a:ln>
                <a:noFill/>
              </a:ln>
            </p:spPr>
          </p:sp>
          <p:sp>
            <p:nvSpPr>
              <p:cNvPr id="174" name="Google Shape;174;p16"/>
              <p:cNvSpPr txBox="1"/>
              <p:nvPr/>
            </p:nvSpPr>
            <p:spPr>
              <a:xfrm>
                <a:off x="127000" y="-38100"/>
                <a:ext cx="795690" cy="22540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1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75" name="Google Shape;175;p16"/>
            <p:cNvSpPr txBox="1"/>
            <p:nvPr/>
          </p:nvSpPr>
          <p:spPr>
            <a:xfrm>
              <a:off x="4182979" y="666743"/>
              <a:ext cx="3721150" cy="52948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792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6" name="Google Shape;176;p16"/>
          <p:cNvSpPr txBox="1"/>
          <p:nvPr/>
        </p:nvSpPr>
        <p:spPr>
          <a:xfrm>
            <a:off x="6293296" y="622074"/>
            <a:ext cx="11880998" cy="8638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479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800">
                <a:solidFill>
                  <a:srgbClr val="018345"/>
                </a:solidFill>
                <a:latin typeface="Montserrat"/>
                <a:ea typeface="Montserrat"/>
                <a:cs typeface="Montserrat"/>
                <a:sym typeface="Montserrat"/>
              </a:rPr>
              <a:t>Thông tin chung</a:t>
            </a:r>
            <a:endParaRPr b="1" sz="4800">
              <a:solidFill>
                <a:srgbClr val="01834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177" name="Google Shape;177;p16"/>
          <p:cNvGrpSpPr/>
          <p:nvPr/>
        </p:nvGrpSpPr>
        <p:grpSpPr>
          <a:xfrm>
            <a:off x="6828076" y="1831613"/>
            <a:ext cx="11627067" cy="7899203"/>
            <a:chOff x="7119444" y="1809027"/>
            <a:chExt cx="11627067" cy="7899203"/>
          </a:xfrm>
        </p:grpSpPr>
        <p:sp>
          <p:nvSpPr>
            <p:cNvPr id="178" name="Google Shape;178;p16"/>
            <p:cNvSpPr/>
            <p:nvPr/>
          </p:nvSpPr>
          <p:spPr>
            <a:xfrm>
              <a:off x="18099269" y="1809027"/>
              <a:ext cx="647242" cy="647242"/>
            </a:xfrm>
            <a:custGeom>
              <a:rect b="b" l="l" r="r" t="t"/>
              <a:pathLst>
                <a:path extrusionOk="0" h="647242" w="647242">
                  <a:moveTo>
                    <a:pt x="0" y="0"/>
                  </a:moveTo>
                  <a:lnTo>
                    <a:pt x="647242" y="0"/>
                  </a:lnTo>
                  <a:lnTo>
                    <a:pt x="647242" y="647242"/>
                  </a:lnTo>
                  <a:lnTo>
                    <a:pt x="0" y="647242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grpSp>
          <p:nvGrpSpPr>
            <p:cNvPr id="179" name="Google Shape;179;p16"/>
            <p:cNvGrpSpPr/>
            <p:nvPr/>
          </p:nvGrpSpPr>
          <p:grpSpPr>
            <a:xfrm>
              <a:off x="7119444" y="2028768"/>
              <a:ext cx="9839727" cy="7679462"/>
              <a:chOff x="534780" y="1022497"/>
              <a:chExt cx="9839727" cy="7679462"/>
            </a:xfrm>
          </p:grpSpPr>
          <p:sp>
            <p:nvSpPr>
              <p:cNvPr id="180" name="Google Shape;180;p16"/>
              <p:cNvSpPr/>
              <p:nvPr/>
            </p:nvSpPr>
            <p:spPr>
              <a:xfrm>
                <a:off x="3259801" y="6651131"/>
                <a:ext cx="215075" cy="215075"/>
              </a:xfrm>
              <a:prstGeom prst="ellipse">
                <a:avLst/>
              </a:prstGeom>
              <a:solidFill>
                <a:srgbClr val="4CB487"/>
              </a:solidFill>
              <a:ln cap="flat" cmpd="sng" w="2540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0" rotWithShape="0" dir="5400000" dist="20000">
                  <a:srgbClr val="000000">
                    <a:alpha val="37647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" name="Google Shape;181;p16"/>
              <p:cNvSpPr/>
              <p:nvPr/>
            </p:nvSpPr>
            <p:spPr>
              <a:xfrm>
                <a:off x="2854383" y="6846295"/>
                <a:ext cx="215075" cy="215075"/>
              </a:xfrm>
              <a:prstGeom prst="ellipse">
                <a:avLst/>
              </a:prstGeom>
              <a:solidFill>
                <a:srgbClr val="4CB487"/>
              </a:solidFill>
              <a:ln cap="flat" cmpd="sng" w="2540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0" rotWithShape="0" dir="5400000" dist="20000">
                  <a:srgbClr val="000000">
                    <a:alpha val="37647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2" name="Google Shape;182;p16"/>
              <p:cNvSpPr/>
              <p:nvPr/>
            </p:nvSpPr>
            <p:spPr>
              <a:xfrm>
                <a:off x="2429608" y="7000452"/>
                <a:ext cx="215075" cy="215075"/>
              </a:xfrm>
              <a:prstGeom prst="ellipse">
                <a:avLst/>
              </a:prstGeom>
              <a:solidFill>
                <a:srgbClr val="4CB487"/>
              </a:solidFill>
              <a:ln cap="flat" cmpd="sng" w="2540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0" rotWithShape="0" dir="5400000" dist="20000">
                  <a:srgbClr val="000000">
                    <a:alpha val="37647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" name="Google Shape;183;p16"/>
              <p:cNvSpPr/>
              <p:nvPr/>
            </p:nvSpPr>
            <p:spPr>
              <a:xfrm>
                <a:off x="5206236" y="4391932"/>
                <a:ext cx="215075" cy="215075"/>
              </a:xfrm>
              <a:prstGeom prst="ellipse">
                <a:avLst/>
              </a:prstGeom>
              <a:solidFill>
                <a:srgbClr val="4CB487"/>
              </a:solidFill>
              <a:ln cap="flat" cmpd="sng" w="2540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0" rotWithShape="0" dir="5400000" dist="20000">
                  <a:srgbClr val="000000">
                    <a:alpha val="37647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4" name="Google Shape;184;p16"/>
              <p:cNvSpPr/>
              <p:nvPr/>
            </p:nvSpPr>
            <p:spPr>
              <a:xfrm>
                <a:off x="5042779" y="4789095"/>
                <a:ext cx="215075" cy="215075"/>
              </a:xfrm>
              <a:prstGeom prst="ellipse">
                <a:avLst/>
              </a:prstGeom>
              <a:solidFill>
                <a:srgbClr val="4CB487"/>
              </a:solidFill>
              <a:ln cap="flat" cmpd="sng" w="2540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0" rotWithShape="0" dir="5400000" dist="20000">
                  <a:srgbClr val="000000">
                    <a:alpha val="37647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5" name="Google Shape;185;p16"/>
              <p:cNvSpPr/>
              <p:nvPr/>
            </p:nvSpPr>
            <p:spPr>
              <a:xfrm>
                <a:off x="4926638" y="1402195"/>
                <a:ext cx="215075" cy="215075"/>
              </a:xfrm>
              <a:prstGeom prst="ellipse">
                <a:avLst/>
              </a:prstGeom>
              <a:solidFill>
                <a:srgbClr val="4CB487"/>
              </a:solidFill>
              <a:ln cap="flat" cmpd="sng" w="2540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0" rotWithShape="0" dir="5400000" dist="20000">
                  <a:srgbClr val="000000">
                    <a:alpha val="37647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6" name="Google Shape;186;p16"/>
              <p:cNvSpPr/>
              <p:nvPr/>
            </p:nvSpPr>
            <p:spPr>
              <a:xfrm>
                <a:off x="5225593" y="1212346"/>
                <a:ext cx="215075" cy="215075"/>
              </a:xfrm>
              <a:prstGeom prst="ellipse">
                <a:avLst/>
              </a:prstGeom>
              <a:solidFill>
                <a:srgbClr val="4CB487"/>
              </a:solidFill>
              <a:ln cap="flat" cmpd="sng" w="2540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0" rotWithShape="0" dir="5400000" dist="20000">
                  <a:srgbClr val="000000">
                    <a:alpha val="37647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7" name="Google Shape;187;p16"/>
              <p:cNvSpPr/>
              <p:nvPr/>
            </p:nvSpPr>
            <p:spPr>
              <a:xfrm>
                <a:off x="5524548" y="1022497"/>
                <a:ext cx="215075" cy="215075"/>
              </a:xfrm>
              <a:prstGeom prst="ellipse">
                <a:avLst/>
              </a:prstGeom>
              <a:solidFill>
                <a:srgbClr val="4CB487"/>
              </a:solidFill>
              <a:ln cap="flat" cmpd="sng" w="2540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0" rotWithShape="0" dir="5400000" dist="20000">
                  <a:srgbClr val="000000">
                    <a:alpha val="37647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8" name="Google Shape;188;p16"/>
              <p:cNvSpPr/>
              <p:nvPr/>
            </p:nvSpPr>
            <p:spPr>
              <a:xfrm>
                <a:off x="5823504" y="1212346"/>
                <a:ext cx="215075" cy="215075"/>
              </a:xfrm>
              <a:prstGeom prst="ellipse">
                <a:avLst/>
              </a:prstGeom>
              <a:solidFill>
                <a:srgbClr val="4CB487"/>
              </a:solidFill>
              <a:ln cap="flat" cmpd="sng" w="2540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0" rotWithShape="0" dir="5400000" dist="20000">
                  <a:srgbClr val="000000">
                    <a:alpha val="37647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9" name="Google Shape;189;p16"/>
              <p:cNvSpPr/>
              <p:nvPr/>
            </p:nvSpPr>
            <p:spPr>
              <a:xfrm>
                <a:off x="6122459" y="1402195"/>
                <a:ext cx="215075" cy="215075"/>
              </a:xfrm>
              <a:prstGeom prst="ellipse">
                <a:avLst/>
              </a:prstGeom>
              <a:solidFill>
                <a:srgbClr val="4CB487"/>
              </a:solidFill>
              <a:ln cap="flat" cmpd="sng" w="2540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0" rotWithShape="0" dir="5400000" dist="20000">
                  <a:srgbClr val="000000">
                    <a:alpha val="37647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0" name="Google Shape;190;p16"/>
              <p:cNvSpPr/>
              <p:nvPr/>
            </p:nvSpPr>
            <p:spPr>
              <a:xfrm>
                <a:off x="5524548" y="1422698"/>
                <a:ext cx="215075" cy="215075"/>
              </a:xfrm>
              <a:prstGeom prst="ellipse">
                <a:avLst/>
              </a:prstGeom>
              <a:solidFill>
                <a:srgbClr val="4CB487"/>
              </a:solidFill>
              <a:ln cap="flat" cmpd="sng" w="2540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0" rotWithShape="0" dir="5400000" dist="20000">
                  <a:srgbClr val="000000">
                    <a:alpha val="37647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" name="Google Shape;191;p16"/>
              <p:cNvSpPr/>
              <p:nvPr/>
            </p:nvSpPr>
            <p:spPr>
              <a:xfrm>
                <a:off x="5524548" y="1823659"/>
                <a:ext cx="215075" cy="215075"/>
              </a:xfrm>
              <a:prstGeom prst="ellipse">
                <a:avLst/>
              </a:prstGeom>
              <a:solidFill>
                <a:srgbClr val="4CB487"/>
              </a:solidFill>
              <a:ln cap="flat" cmpd="sng" w="2540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0" rotWithShape="0" dir="5400000" dist="20000">
                  <a:srgbClr val="000000">
                    <a:alpha val="37647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" name="Google Shape;192;p16"/>
              <p:cNvSpPr/>
              <p:nvPr/>
            </p:nvSpPr>
            <p:spPr>
              <a:xfrm>
                <a:off x="1381114" y="7458071"/>
                <a:ext cx="4639184" cy="1243888"/>
              </a:xfrm>
              <a:prstGeom prst="roundRect">
                <a:avLst>
                  <a:gd fmla="val 16667" name="adj"/>
                </a:avLst>
              </a:prstGeom>
              <a:solidFill>
                <a:srgbClr val="4CB487"/>
              </a:solidFill>
              <a:ln cap="flat" cmpd="sng" w="3810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0" rotWithShape="0" dir="5400000" dist="20000">
                  <a:srgbClr val="000000">
                    <a:alpha val="37647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" name="Google Shape;193;p16"/>
              <p:cNvSpPr txBox="1"/>
              <p:nvPr/>
            </p:nvSpPr>
            <p:spPr>
              <a:xfrm>
                <a:off x="1441836" y="7518793"/>
                <a:ext cx="4517740" cy="11224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182875" lIns="981950" spcFirstLastPara="1" rIns="182875" wrap="square" tIns="182875">
                <a:noAutofit/>
              </a:bodyPr>
              <a:lstStyle/>
              <a:p>
                <a:pPr indent="0" lvl="0" marL="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4800"/>
                  <a:buFont typeface="Roboto"/>
                  <a:buNone/>
                </a:pPr>
                <a:r>
                  <a:rPr b="1" lang="en-US" sz="4800">
                    <a:solidFill>
                      <a:schemeClr val="lt1"/>
                    </a:solidFill>
                    <a:latin typeface="Roboto"/>
                    <a:ea typeface="Roboto"/>
                    <a:cs typeface="Roboto"/>
                    <a:sym typeface="Roboto"/>
                  </a:rPr>
                  <a:t>4</a:t>
                </a:r>
                <a:r>
                  <a:rPr b="1" lang="en-US" sz="4800">
                    <a:solidFill>
                      <a:schemeClr val="lt1"/>
                    </a:solidFill>
                    <a:latin typeface="Roboto"/>
                    <a:ea typeface="Roboto"/>
                    <a:cs typeface="Roboto"/>
                    <a:sym typeface="Roboto"/>
                  </a:rPr>
                  <a:t>0 phút</a:t>
                </a:r>
                <a:endParaRPr b="1" sz="480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194" name="Google Shape;194;p16"/>
              <p:cNvSpPr/>
              <p:nvPr/>
            </p:nvSpPr>
            <p:spPr>
              <a:xfrm>
                <a:off x="534780" y="6531976"/>
                <a:ext cx="1582118" cy="1538801"/>
              </a:xfrm>
              <a:prstGeom prst="ellipse">
                <a:avLst/>
              </a:prstGeom>
              <a:solidFill>
                <a:srgbClr val="CEEADA"/>
              </a:solidFill>
              <a:ln cap="flat" cmpd="sng" w="3810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0" rotWithShape="0" dir="5400000" dist="20000">
                  <a:srgbClr val="000000">
                    <a:alpha val="37647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5" name="Google Shape;195;p16"/>
              <p:cNvSpPr/>
              <p:nvPr/>
            </p:nvSpPr>
            <p:spPr>
              <a:xfrm>
                <a:off x="4365290" y="5842839"/>
                <a:ext cx="4639184" cy="1243888"/>
              </a:xfrm>
              <a:prstGeom prst="roundRect">
                <a:avLst>
                  <a:gd fmla="val 16667" name="adj"/>
                </a:avLst>
              </a:prstGeom>
              <a:solidFill>
                <a:srgbClr val="4CB487"/>
              </a:solidFill>
              <a:ln cap="flat" cmpd="sng" w="3810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0" rotWithShape="0" dir="5400000" dist="20000">
                  <a:srgbClr val="000000">
                    <a:alpha val="37647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" name="Google Shape;196;p16"/>
              <p:cNvSpPr txBox="1"/>
              <p:nvPr/>
            </p:nvSpPr>
            <p:spPr>
              <a:xfrm>
                <a:off x="4426012" y="5903561"/>
                <a:ext cx="4517740" cy="11224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182875" lIns="981950" spcFirstLastPara="1" rIns="182875" wrap="square" tIns="182875">
                <a:noAutofit/>
              </a:bodyPr>
              <a:lstStyle/>
              <a:p>
                <a:pPr indent="0" lvl="0" marL="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4800"/>
                  <a:buFont typeface="Roboto"/>
                  <a:buNone/>
                </a:pPr>
                <a:r>
                  <a:rPr b="1" lang="en-US" sz="4800">
                    <a:solidFill>
                      <a:schemeClr val="lt1"/>
                    </a:solidFill>
                    <a:latin typeface="Roboto"/>
                    <a:ea typeface="Roboto"/>
                    <a:cs typeface="Roboto"/>
                    <a:sym typeface="Roboto"/>
                  </a:rPr>
                  <a:t>4 phần</a:t>
                </a:r>
                <a:endParaRPr b="1" sz="480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197" name="Google Shape;197;p16"/>
              <p:cNvSpPr/>
              <p:nvPr/>
            </p:nvSpPr>
            <p:spPr>
              <a:xfrm>
                <a:off x="3321915" y="4908550"/>
                <a:ext cx="1665202" cy="1580007"/>
              </a:xfrm>
              <a:prstGeom prst="ellipse">
                <a:avLst/>
              </a:prstGeom>
              <a:solidFill>
                <a:srgbClr val="CEEADA"/>
              </a:solidFill>
              <a:ln cap="flat" cmpd="sng" w="3810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0" rotWithShape="0" dir="5400000" dist="20000">
                  <a:srgbClr val="000000">
                    <a:alpha val="37647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8" name="Google Shape;198;p16"/>
              <p:cNvSpPr/>
              <p:nvPr/>
            </p:nvSpPr>
            <p:spPr>
              <a:xfrm>
                <a:off x="5735323" y="3393031"/>
                <a:ext cx="4639184" cy="1243888"/>
              </a:xfrm>
              <a:prstGeom prst="roundRect">
                <a:avLst>
                  <a:gd fmla="val 16667" name="adj"/>
                </a:avLst>
              </a:prstGeom>
              <a:solidFill>
                <a:srgbClr val="4CB487"/>
              </a:solidFill>
              <a:ln cap="flat" cmpd="sng" w="3810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0" rotWithShape="0" dir="5400000" dist="20000">
                  <a:srgbClr val="000000">
                    <a:alpha val="37647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9" name="Google Shape;199;p16"/>
              <p:cNvSpPr txBox="1"/>
              <p:nvPr/>
            </p:nvSpPr>
            <p:spPr>
              <a:xfrm>
                <a:off x="5796045" y="3453753"/>
                <a:ext cx="4517740" cy="11224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182875" lIns="981950" spcFirstLastPara="1" rIns="182875" wrap="square" tIns="182875">
                <a:noAutofit/>
              </a:bodyPr>
              <a:lstStyle/>
              <a:p>
                <a:pPr indent="0" lvl="0" marL="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4800"/>
                  <a:buFont typeface="Roboto"/>
                  <a:buNone/>
                </a:pPr>
                <a:r>
                  <a:rPr b="1" lang="en-US" sz="4800">
                    <a:solidFill>
                      <a:schemeClr val="lt1"/>
                    </a:solidFill>
                    <a:latin typeface="Roboto"/>
                    <a:ea typeface="Roboto"/>
                    <a:cs typeface="Roboto"/>
                    <a:sym typeface="Roboto"/>
                  </a:rPr>
                  <a:t>Nghe 2 lần</a:t>
                </a:r>
                <a:endParaRPr b="1" sz="480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200" name="Google Shape;200;p16"/>
              <p:cNvSpPr/>
              <p:nvPr/>
            </p:nvSpPr>
            <p:spPr>
              <a:xfrm>
                <a:off x="4727198" y="2466367"/>
                <a:ext cx="1594700" cy="1564759"/>
              </a:xfrm>
              <a:prstGeom prst="ellipse">
                <a:avLst/>
              </a:prstGeom>
              <a:solidFill>
                <a:srgbClr val="CEEADA"/>
              </a:solidFill>
              <a:ln cap="flat" cmpd="sng" w="3810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0" rotWithShape="0" dir="5400000" dist="20000">
                  <a:srgbClr val="000000">
                    <a:alpha val="37647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pic>
          <p:nvPicPr>
            <p:cNvPr descr="Bullseye with solid fill" id="201" name="Google Shape;201;p1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031783" y="6009889"/>
              <a:ext cx="1412841" cy="13970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Lightbulb and gear with solid fill" id="202" name="Google Shape;202;p16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430000" y="3615904"/>
              <a:ext cx="1390765" cy="137519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Clock with solid fill" id="203" name="Google Shape;203;p16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7239000" y="7658100"/>
              <a:ext cx="1344983" cy="1344983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9" name="Google Shape;209;p17"/>
          <p:cNvCxnSpPr/>
          <p:nvPr/>
        </p:nvCxnSpPr>
        <p:spPr>
          <a:xfrm flipH="1" rot="10800000">
            <a:off x="7543801" y="1599849"/>
            <a:ext cx="9909107" cy="50383"/>
          </a:xfrm>
          <a:prstGeom prst="straightConnector1">
            <a:avLst/>
          </a:prstGeom>
          <a:noFill/>
          <a:ln cap="flat" cmpd="sng" w="38100">
            <a:solidFill>
              <a:srgbClr val="01834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0" name="Google Shape;210;p17"/>
          <p:cNvCxnSpPr/>
          <p:nvPr/>
        </p:nvCxnSpPr>
        <p:spPr>
          <a:xfrm>
            <a:off x="-249883" y="5124450"/>
            <a:ext cx="5303520" cy="0"/>
          </a:xfrm>
          <a:prstGeom prst="straightConnector1">
            <a:avLst/>
          </a:prstGeom>
          <a:noFill/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211" name="Google Shape;211;p17"/>
          <p:cNvGrpSpPr/>
          <p:nvPr/>
        </p:nvGrpSpPr>
        <p:grpSpPr>
          <a:xfrm rot="10800000">
            <a:off x="15785091" y="-536942"/>
            <a:ext cx="7681766" cy="4260610"/>
            <a:chOff x="0" y="-38100"/>
            <a:chExt cx="406400" cy="225405"/>
          </a:xfrm>
        </p:grpSpPr>
        <p:sp>
          <p:nvSpPr>
            <p:cNvPr id="212" name="Google Shape;212;p17"/>
            <p:cNvSpPr/>
            <p:nvPr/>
          </p:nvSpPr>
          <p:spPr>
            <a:xfrm>
              <a:off x="0" y="0"/>
              <a:ext cx="406400" cy="187305"/>
            </a:xfrm>
            <a:custGeom>
              <a:rect b="b" l="l" r="r" t="t"/>
              <a:pathLst>
                <a:path extrusionOk="0" h="187305" w="406400">
                  <a:moveTo>
                    <a:pt x="203200" y="0"/>
                  </a:moveTo>
                  <a:lnTo>
                    <a:pt x="203200" y="0"/>
                  </a:lnTo>
                  <a:lnTo>
                    <a:pt x="406400" y="187305"/>
                  </a:lnTo>
                  <a:lnTo>
                    <a:pt x="0" y="187305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018345">
                <a:alpha val="80000"/>
              </a:srgbClr>
            </a:solidFill>
            <a:ln>
              <a:noFill/>
            </a:ln>
          </p:spPr>
        </p:sp>
        <p:sp>
          <p:nvSpPr>
            <p:cNvPr id="213" name="Google Shape;213;p17"/>
            <p:cNvSpPr txBox="1"/>
            <p:nvPr/>
          </p:nvSpPr>
          <p:spPr>
            <a:xfrm>
              <a:off x="127000" y="-38100"/>
              <a:ext cx="152400" cy="22540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16666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14" name="Google Shape;214;p17"/>
          <p:cNvSpPr/>
          <p:nvPr/>
        </p:nvSpPr>
        <p:spPr>
          <a:xfrm>
            <a:off x="18099269" y="1593879"/>
            <a:ext cx="647242" cy="647242"/>
          </a:xfrm>
          <a:custGeom>
            <a:rect b="b" l="l" r="r" t="t"/>
            <a:pathLst>
              <a:path extrusionOk="0" h="647242" w="647242">
                <a:moveTo>
                  <a:pt x="0" y="0"/>
                </a:moveTo>
                <a:lnTo>
                  <a:pt x="647242" y="0"/>
                </a:lnTo>
                <a:lnTo>
                  <a:pt x="647242" y="647242"/>
                </a:lnTo>
                <a:lnTo>
                  <a:pt x="0" y="64724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215" name="Google Shape;215;p17"/>
          <p:cNvGrpSpPr/>
          <p:nvPr/>
        </p:nvGrpSpPr>
        <p:grpSpPr>
          <a:xfrm>
            <a:off x="-2718010" y="9274528"/>
            <a:ext cx="7950400" cy="1707231"/>
            <a:chOff x="0" y="-384762"/>
            <a:chExt cx="10600533" cy="2276307"/>
          </a:xfrm>
        </p:grpSpPr>
        <p:grpSp>
          <p:nvGrpSpPr>
            <p:cNvPr id="216" name="Google Shape;216;p17"/>
            <p:cNvGrpSpPr/>
            <p:nvPr/>
          </p:nvGrpSpPr>
          <p:grpSpPr>
            <a:xfrm>
              <a:off x="0" y="-384762"/>
              <a:ext cx="10600533" cy="2276307"/>
              <a:chOff x="0" y="-38100"/>
              <a:chExt cx="1049690" cy="225405"/>
            </a:xfrm>
          </p:grpSpPr>
          <p:sp>
            <p:nvSpPr>
              <p:cNvPr id="217" name="Google Shape;217;p17"/>
              <p:cNvSpPr/>
              <p:nvPr/>
            </p:nvSpPr>
            <p:spPr>
              <a:xfrm>
                <a:off x="0" y="0"/>
                <a:ext cx="1049690" cy="187305"/>
              </a:xfrm>
              <a:custGeom>
                <a:rect b="b" l="l" r="r" t="t"/>
                <a:pathLst>
                  <a:path extrusionOk="0" h="187305" w="1049690">
                    <a:moveTo>
                      <a:pt x="203200" y="0"/>
                    </a:moveTo>
                    <a:lnTo>
                      <a:pt x="846490" y="0"/>
                    </a:lnTo>
                    <a:lnTo>
                      <a:pt x="1049690" y="187305"/>
                    </a:lnTo>
                    <a:lnTo>
                      <a:pt x="0" y="187305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18345"/>
              </a:solidFill>
              <a:ln>
                <a:noFill/>
              </a:ln>
            </p:spPr>
          </p:sp>
          <p:sp>
            <p:nvSpPr>
              <p:cNvPr id="218" name="Google Shape;218;p17"/>
              <p:cNvSpPr txBox="1"/>
              <p:nvPr/>
            </p:nvSpPr>
            <p:spPr>
              <a:xfrm>
                <a:off x="127000" y="-38100"/>
                <a:ext cx="795690" cy="22540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16666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19" name="Google Shape;219;p17"/>
            <p:cNvSpPr txBox="1"/>
            <p:nvPr/>
          </p:nvSpPr>
          <p:spPr>
            <a:xfrm>
              <a:off x="4182979" y="666743"/>
              <a:ext cx="3721150" cy="52948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79277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20" name="Google Shape;220;p17"/>
          <p:cNvSpPr txBox="1"/>
          <p:nvPr/>
        </p:nvSpPr>
        <p:spPr>
          <a:xfrm>
            <a:off x="6304645" y="246042"/>
            <a:ext cx="11880998" cy="11449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4791"/>
              </a:lnSpc>
              <a:spcBef>
                <a:spcPts val="0"/>
              </a:spcBef>
              <a:spcAft>
                <a:spcPts val="0"/>
              </a:spcAft>
              <a:buClr>
                <a:srgbClr val="018345"/>
              </a:buClr>
              <a:buSzPts val="4800"/>
              <a:buFont typeface="Montserrat"/>
              <a:buNone/>
            </a:pPr>
            <a:r>
              <a:rPr b="1" lang="en-US" sz="4800">
                <a:solidFill>
                  <a:srgbClr val="018345"/>
                </a:solidFill>
                <a:latin typeface="Montserrat"/>
                <a:ea typeface="Montserrat"/>
                <a:cs typeface="Montserrat"/>
                <a:sym typeface="Montserrat"/>
              </a:rPr>
              <a:t>Thông tin tổng quan</a:t>
            </a:r>
            <a:endParaRPr b="1" sz="4800">
              <a:solidFill>
                <a:srgbClr val="01834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1" name="Google Shape;221;p17"/>
          <p:cNvSpPr/>
          <p:nvPr/>
        </p:nvSpPr>
        <p:spPr>
          <a:xfrm>
            <a:off x="5676776" y="1918565"/>
            <a:ext cx="12192000" cy="81280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22" name="Google Shape;222;p17"/>
          <p:cNvGrpSpPr/>
          <p:nvPr/>
        </p:nvGrpSpPr>
        <p:grpSpPr>
          <a:xfrm>
            <a:off x="9746215" y="1922436"/>
            <a:ext cx="2070597" cy="3022664"/>
            <a:chOff x="9746215" y="1922436"/>
            <a:chExt cx="2070597" cy="3022664"/>
          </a:xfrm>
        </p:grpSpPr>
        <p:sp>
          <p:nvSpPr>
            <p:cNvPr id="223" name="Google Shape;223;p17"/>
            <p:cNvSpPr/>
            <p:nvPr/>
          </p:nvSpPr>
          <p:spPr>
            <a:xfrm rot="-3683489">
              <a:off x="9372293" y="4249861"/>
              <a:ext cx="1509380" cy="44208"/>
            </a:xfrm>
            <a:custGeom>
              <a:rect b="b" l="l" r="r" t="t"/>
              <a:pathLst>
                <a:path extrusionOk="0" h="120000" w="120000">
                  <a:moveTo>
                    <a:pt x="0" y="60000"/>
                  </a:moveTo>
                  <a:lnTo>
                    <a:pt x="120000" y="60000"/>
                  </a:lnTo>
                </a:path>
              </a:pathLst>
            </a:custGeom>
            <a:noFill/>
            <a:ln cap="flat" cmpd="sng" w="25400">
              <a:solidFill>
                <a:srgbClr val="00B050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224" name="Google Shape;224;p17"/>
            <p:cNvSpPr/>
            <p:nvPr/>
          </p:nvSpPr>
          <p:spPr>
            <a:xfrm>
              <a:off x="10020159" y="1922436"/>
              <a:ext cx="1796653" cy="1796653"/>
            </a:xfrm>
            <a:custGeom>
              <a:rect b="b" l="l" r="r" t="t"/>
              <a:pathLst>
                <a:path extrusionOk="0" h="1796653" w="1796653">
                  <a:moveTo>
                    <a:pt x="0" y="898327"/>
                  </a:moveTo>
                  <a:cubicBezTo>
                    <a:pt x="0" y="402195"/>
                    <a:pt x="402195" y="0"/>
                    <a:pt x="898327" y="0"/>
                  </a:cubicBezTo>
                  <a:cubicBezTo>
                    <a:pt x="1394459" y="0"/>
                    <a:pt x="1796654" y="402195"/>
                    <a:pt x="1796654" y="898327"/>
                  </a:cubicBezTo>
                  <a:cubicBezTo>
                    <a:pt x="1796654" y="1394459"/>
                    <a:pt x="1394459" y="1796654"/>
                    <a:pt x="898327" y="1796654"/>
                  </a:cubicBezTo>
                  <a:cubicBezTo>
                    <a:pt x="402195" y="1796654"/>
                    <a:pt x="0" y="1394459"/>
                    <a:pt x="0" y="898327"/>
                  </a:cubicBezTo>
                  <a:close/>
                </a:path>
              </a:pathLst>
            </a:custGeom>
            <a:solidFill>
              <a:srgbClr val="00A249"/>
            </a:solidFill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0000">
                <a:srgbClr val="000000">
                  <a:alpha val="37647"/>
                </a:srgbClr>
              </a:outerShdw>
            </a:effectLst>
          </p:spPr>
          <p:txBody>
            <a:bodyPr anchorCtr="0" anchor="ctr" bIns="283425" lIns="283425" spcFirstLastPara="1" rIns="283425" wrap="square" tIns="2834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200"/>
                <a:buFont typeface="Calibri"/>
                <a:buNone/>
              </a:pPr>
              <a:r>
                <a:rPr b="1" lang="en-US" sz="32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Phần 1</a:t>
              </a:r>
              <a:endParaRPr/>
            </a:p>
          </p:txBody>
        </p:sp>
      </p:grpSp>
      <p:sp>
        <p:nvSpPr>
          <p:cNvPr id="225" name="Google Shape;225;p17"/>
          <p:cNvSpPr/>
          <p:nvPr/>
        </p:nvSpPr>
        <p:spPr>
          <a:xfrm>
            <a:off x="11996477" y="1922436"/>
            <a:ext cx="3702240" cy="1796653"/>
          </a:xfrm>
          <a:custGeom>
            <a:rect b="b" l="l" r="r" t="t"/>
            <a:pathLst>
              <a:path extrusionOk="0" h="1796653" w="2694979">
                <a:moveTo>
                  <a:pt x="0" y="0"/>
                </a:moveTo>
                <a:lnTo>
                  <a:pt x="2694979" y="0"/>
                </a:lnTo>
                <a:lnTo>
                  <a:pt x="2694979" y="1796653"/>
                </a:lnTo>
                <a:lnTo>
                  <a:pt x="0" y="1796653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285750" lvl="1" marL="28575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Nhận dạng thông tin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26" name="Google Shape;226;p17"/>
          <p:cNvGrpSpPr/>
          <p:nvPr/>
        </p:nvGrpSpPr>
        <p:grpSpPr>
          <a:xfrm>
            <a:off x="10233816" y="3926938"/>
            <a:ext cx="2740296" cy="1796653"/>
            <a:chOff x="10233816" y="3926938"/>
            <a:chExt cx="2740296" cy="1796653"/>
          </a:xfrm>
        </p:grpSpPr>
        <p:sp>
          <p:nvSpPr>
            <p:cNvPr id="227" name="Google Shape;227;p17"/>
            <p:cNvSpPr/>
            <p:nvPr/>
          </p:nvSpPr>
          <p:spPr>
            <a:xfrm rot="-1312800">
              <a:off x="10203236" y="5338753"/>
              <a:ext cx="1077749" cy="44208"/>
            </a:xfrm>
            <a:custGeom>
              <a:rect b="b" l="l" r="r" t="t"/>
              <a:pathLst>
                <a:path extrusionOk="0" h="120000" w="120000">
                  <a:moveTo>
                    <a:pt x="0" y="60000"/>
                  </a:moveTo>
                  <a:lnTo>
                    <a:pt x="120000" y="60000"/>
                  </a:lnTo>
                </a:path>
              </a:pathLst>
            </a:custGeom>
            <a:noFill/>
            <a:ln cap="flat" cmpd="sng" w="25400">
              <a:solidFill>
                <a:srgbClr val="00B050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228" name="Google Shape;228;p17"/>
            <p:cNvSpPr/>
            <p:nvPr/>
          </p:nvSpPr>
          <p:spPr>
            <a:xfrm>
              <a:off x="11177459" y="3926938"/>
              <a:ext cx="1796653" cy="1796653"/>
            </a:xfrm>
            <a:custGeom>
              <a:rect b="b" l="l" r="r" t="t"/>
              <a:pathLst>
                <a:path extrusionOk="0" h="1796653" w="1796653">
                  <a:moveTo>
                    <a:pt x="0" y="898327"/>
                  </a:moveTo>
                  <a:cubicBezTo>
                    <a:pt x="0" y="402195"/>
                    <a:pt x="402195" y="0"/>
                    <a:pt x="898327" y="0"/>
                  </a:cubicBezTo>
                  <a:cubicBezTo>
                    <a:pt x="1394459" y="0"/>
                    <a:pt x="1796654" y="402195"/>
                    <a:pt x="1796654" y="898327"/>
                  </a:cubicBezTo>
                  <a:cubicBezTo>
                    <a:pt x="1796654" y="1394459"/>
                    <a:pt x="1394459" y="1796654"/>
                    <a:pt x="898327" y="1796654"/>
                  </a:cubicBezTo>
                  <a:cubicBezTo>
                    <a:pt x="402195" y="1796654"/>
                    <a:pt x="0" y="1394459"/>
                    <a:pt x="0" y="898327"/>
                  </a:cubicBezTo>
                  <a:close/>
                </a:path>
              </a:pathLst>
            </a:custGeom>
            <a:solidFill>
              <a:srgbClr val="00A249"/>
            </a:solidFill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0000">
                <a:srgbClr val="000000">
                  <a:alpha val="37647"/>
                </a:srgbClr>
              </a:outerShdw>
            </a:effectLst>
          </p:spPr>
          <p:txBody>
            <a:bodyPr anchorCtr="0" anchor="ctr" bIns="283425" lIns="283425" spcFirstLastPara="1" rIns="283425" wrap="square" tIns="2834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200"/>
                <a:buFont typeface="Calibri"/>
                <a:buNone/>
              </a:pPr>
              <a:r>
                <a:rPr b="1" lang="en-US" sz="32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Phần 2</a:t>
              </a:r>
              <a:endParaRPr/>
            </a:p>
          </p:txBody>
        </p:sp>
      </p:grpSp>
      <p:sp>
        <p:nvSpPr>
          <p:cNvPr id="229" name="Google Shape;229;p17"/>
          <p:cNvSpPr/>
          <p:nvPr/>
        </p:nvSpPr>
        <p:spPr>
          <a:xfrm>
            <a:off x="13250633" y="3947371"/>
            <a:ext cx="3585085" cy="1796653"/>
          </a:xfrm>
          <a:custGeom>
            <a:rect b="b" l="l" r="r" t="t"/>
            <a:pathLst>
              <a:path extrusionOk="0" h="1796653" w="2694979">
                <a:moveTo>
                  <a:pt x="0" y="0"/>
                </a:moveTo>
                <a:lnTo>
                  <a:pt x="2694979" y="0"/>
                </a:lnTo>
                <a:lnTo>
                  <a:pt x="2694979" y="1796653"/>
                </a:lnTo>
                <a:lnTo>
                  <a:pt x="0" y="1796653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285750" lvl="1" marL="28575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Đối chiếu thông tin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30" name="Google Shape;230;p17"/>
          <p:cNvGrpSpPr/>
          <p:nvPr/>
        </p:nvGrpSpPr>
        <p:grpSpPr>
          <a:xfrm>
            <a:off x="10233816" y="6241538"/>
            <a:ext cx="2740296" cy="1796653"/>
            <a:chOff x="10233816" y="6241538"/>
            <a:chExt cx="2740296" cy="1796653"/>
          </a:xfrm>
        </p:grpSpPr>
        <p:sp>
          <p:nvSpPr>
            <p:cNvPr id="231" name="Google Shape;231;p17"/>
            <p:cNvSpPr/>
            <p:nvPr/>
          </p:nvSpPr>
          <p:spPr>
            <a:xfrm rot="1312800">
              <a:off x="10203236" y="6582167"/>
              <a:ext cx="1077749" cy="44208"/>
            </a:xfrm>
            <a:custGeom>
              <a:rect b="b" l="l" r="r" t="t"/>
              <a:pathLst>
                <a:path extrusionOk="0" h="120000" w="120000">
                  <a:moveTo>
                    <a:pt x="0" y="60000"/>
                  </a:moveTo>
                  <a:lnTo>
                    <a:pt x="120000" y="60000"/>
                  </a:lnTo>
                </a:path>
              </a:pathLst>
            </a:custGeom>
            <a:noFill/>
            <a:ln cap="flat" cmpd="sng" w="25400">
              <a:solidFill>
                <a:srgbClr val="00B050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232" name="Google Shape;232;p17"/>
            <p:cNvSpPr/>
            <p:nvPr/>
          </p:nvSpPr>
          <p:spPr>
            <a:xfrm>
              <a:off x="11177459" y="6241538"/>
              <a:ext cx="1796653" cy="1796653"/>
            </a:xfrm>
            <a:custGeom>
              <a:rect b="b" l="l" r="r" t="t"/>
              <a:pathLst>
                <a:path extrusionOk="0" h="1796653" w="1796653">
                  <a:moveTo>
                    <a:pt x="0" y="898327"/>
                  </a:moveTo>
                  <a:cubicBezTo>
                    <a:pt x="0" y="402195"/>
                    <a:pt x="402195" y="0"/>
                    <a:pt x="898327" y="0"/>
                  </a:cubicBezTo>
                  <a:cubicBezTo>
                    <a:pt x="1394459" y="0"/>
                    <a:pt x="1796654" y="402195"/>
                    <a:pt x="1796654" y="898327"/>
                  </a:cubicBezTo>
                  <a:cubicBezTo>
                    <a:pt x="1796654" y="1394459"/>
                    <a:pt x="1394459" y="1796654"/>
                    <a:pt x="898327" y="1796654"/>
                  </a:cubicBezTo>
                  <a:cubicBezTo>
                    <a:pt x="402195" y="1796654"/>
                    <a:pt x="0" y="1394459"/>
                    <a:pt x="0" y="898327"/>
                  </a:cubicBezTo>
                  <a:close/>
                </a:path>
              </a:pathLst>
            </a:custGeom>
            <a:solidFill>
              <a:srgbClr val="00A249"/>
            </a:solidFill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0000">
                <a:srgbClr val="000000">
                  <a:alpha val="37647"/>
                </a:srgbClr>
              </a:outerShdw>
            </a:effectLst>
          </p:spPr>
          <p:txBody>
            <a:bodyPr anchorCtr="0" anchor="ctr" bIns="283425" lIns="283425" spcFirstLastPara="1" rIns="283425" wrap="square" tIns="2834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200"/>
                <a:buFont typeface="Calibri"/>
                <a:buNone/>
              </a:pPr>
              <a:r>
                <a:rPr b="1" lang="en-US" sz="32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Phần 3</a:t>
              </a:r>
              <a:endParaRPr/>
            </a:p>
          </p:txBody>
        </p:sp>
      </p:grpSp>
      <p:sp>
        <p:nvSpPr>
          <p:cNvPr id="233" name="Google Shape;233;p17"/>
          <p:cNvSpPr/>
          <p:nvPr/>
        </p:nvSpPr>
        <p:spPr>
          <a:xfrm>
            <a:off x="13153777" y="6241538"/>
            <a:ext cx="4714999" cy="1796653"/>
          </a:xfrm>
          <a:custGeom>
            <a:rect b="b" l="l" r="r" t="t"/>
            <a:pathLst>
              <a:path extrusionOk="0" h="1796653" w="2694979">
                <a:moveTo>
                  <a:pt x="0" y="0"/>
                </a:moveTo>
                <a:lnTo>
                  <a:pt x="2694979" y="0"/>
                </a:lnTo>
                <a:lnTo>
                  <a:pt x="2694979" y="1796653"/>
                </a:lnTo>
                <a:lnTo>
                  <a:pt x="0" y="1796653"/>
                </a:lnTo>
                <a:lnTo>
                  <a:pt x="0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285750" lvl="1" marL="28575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Đối chiếu ý kiến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34" name="Google Shape;234;p17"/>
          <p:cNvGrpSpPr/>
          <p:nvPr/>
        </p:nvGrpSpPr>
        <p:grpSpPr>
          <a:xfrm>
            <a:off x="9746215" y="7020028"/>
            <a:ext cx="2070597" cy="3022665"/>
            <a:chOff x="9746215" y="7020028"/>
            <a:chExt cx="2070597" cy="3022665"/>
          </a:xfrm>
        </p:grpSpPr>
        <p:sp>
          <p:nvSpPr>
            <p:cNvPr id="235" name="Google Shape;235;p17"/>
            <p:cNvSpPr/>
            <p:nvPr/>
          </p:nvSpPr>
          <p:spPr>
            <a:xfrm rot="3683489">
              <a:off x="9372293" y="7671059"/>
              <a:ext cx="1509380" cy="44208"/>
            </a:xfrm>
            <a:custGeom>
              <a:rect b="b" l="l" r="r" t="t"/>
              <a:pathLst>
                <a:path extrusionOk="0" h="120000" w="120000">
                  <a:moveTo>
                    <a:pt x="0" y="60000"/>
                  </a:moveTo>
                  <a:lnTo>
                    <a:pt x="120000" y="60000"/>
                  </a:lnTo>
                </a:path>
              </a:pathLst>
            </a:custGeom>
            <a:noFill/>
            <a:ln cap="flat" cmpd="sng" w="25400">
              <a:solidFill>
                <a:srgbClr val="00B050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236" name="Google Shape;236;p17"/>
            <p:cNvSpPr/>
            <p:nvPr/>
          </p:nvSpPr>
          <p:spPr>
            <a:xfrm>
              <a:off x="10020159" y="8246040"/>
              <a:ext cx="1796653" cy="1796653"/>
            </a:xfrm>
            <a:custGeom>
              <a:rect b="b" l="l" r="r" t="t"/>
              <a:pathLst>
                <a:path extrusionOk="0" h="1796653" w="1796653">
                  <a:moveTo>
                    <a:pt x="0" y="898327"/>
                  </a:moveTo>
                  <a:cubicBezTo>
                    <a:pt x="0" y="402195"/>
                    <a:pt x="402195" y="0"/>
                    <a:pt x="898327" y="0"/>
                  </a:cubicBezTo>
                  <a:cubicBezTo>
                    <a:pt x="1394459" y="0"/>
                    <a:pt x="1796654" y="402195"/>
                    <a:pt x="1796654" y="898327"/>
                  </a:cubicBezTo>
                  <a:cubicBezTo>
                    <a:pt x="1796654" y="1394459"/>
                    <a:pt x="1394459" y="1796654"/>
                    <a:pt x="898327" y="1796654"/>
                  </a:cubicBezTo>
                  <a:cubicBezTo>
                    <a:pt x="402195" y="1796654"/>
                    <a:pt x="0" y="1394459"/>
                    <a:pt x="0" y="898327"/>
                  </a:cubicBezTo>
                  <a:close/>
                </a:path>
              </a:pathLst>
            </a:custGeom>
            <a:solidFill>
              <a:srgbClr val="00A249"/>
            </a:solidFill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0000">
                <a:srgbClr val="000000">
                  <a:alpha val="37647"/>
                </a:srgbClr>
              </a:outerShdw>
            </a:effectLst>
          </p:spPr>
          <p:txBody>
            <a:bodyPr anchorCtr="0" anchor="ctr" bIns="283425" lIns="283425" spcFirstLastPara="1" rIns="283425" wrap="square" tIns="2834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200"/>
                <a:buFont typeface="Calibri"/>
                <a:buNone/>
              </a:pPr>
              <a:r>
                <a:rPr b="1" lang="en-US" sz="32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Phần 4</a:t>
              </a:r>
              <a:endParaRPr/>
            </a:p>
          </p:txBody>
        </p:sp>
      </p:grpSp>
      <p:sp>
        <p:nvSpPr>
          <p:cNvPr id="237" name="Google Shape;237;p17"/>
          <p:cNvSpPr/>
          <p:nvPr/>
        </p:nvSpPr>
        <p:spPr>
          <a:xfrm>
            <a:off x="11996477" y="8246040"/>
            <a:ext cx="4839241" cy="1796653"/>
          </a:xfrm>
          <a:custGeom>
            <a:rect b="b" l="l" r="r" t="t"/>
            <a:pathLst>
              <a:path extrusionOk="0" h="1796653" w="2694979">
                <a:moveTo>
                  <a:pt x="0" y="0"/>
                </a:moveTo>
                <a:lnTo>
                  <a:pt x="2694979" y="0"/>
                </a:lnTo>
                <a:lnTo>
                  <a:pt x="2694979" y="1796653"/>
                </a:lnTo>
                <a:lnTo>
                  <a:pt x="0" y="1796653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285750" lvl="1" marL="28575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Hiểu độc thoại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38" name="Google Shape;238;p17"/>
          <p:cNvGrpSpPr/>
          <p:nvPr/>
        </p:nvGrpSpPr>
        <p:grpSpPr>
          <a:xfrm>
            <a:off x="7341267" y="4401390"/>
            <a:ext cx="2994421" cy="2994421"/>
            <a:chOff x="7341267" y="4401390"/>
            <a:chExt cx="2994421" cy="2994421"/>
          </a:xfrm>
        </p:grpSpPr>
        <p:sp>
          <p:nvSpPr>
            <p:cNvPr id="239" name="Google Shape;239;p17"/>
            <p:cNvSpPr/>
            <p:nvPr/>
          </p:nvSpPr>
          <p:spPr>
            <a:xfrm>
              <a:off x="7341267" y="4401390"/>
              <a:ext cx="2994421" cy="2994421"/>
            </a:xfrm>
            <a:prstGeom prst="ellipse">
              <a:avLst/>
            </a:prstGeom>
            <a:solidFill>
              <a:srgbClr val="00A249"/>
            </a:solidFill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0000">
                <a:srgbClr val="000000">
                  <a:alpha val="37647"/>
                </a:srgbClr>
              </a:outerShdw>
            </a:effectLst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Call center with solid fill" id="240" name="Google Shape;240;p1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834799" y="4738209"/>
              <a:ext cx="1970763" cy="1970763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5" name="Google Shape;245;p18"/>
          <p:cNvCxnSpPr/>
          <p:nvPr/>
        </p:nvCxnSpPr>
        <p:spPr>
          <a:xfrm>
            <a:off x="6400799" y="2235185"/>
            <a:ext cx="9982201" cy="0"/>
          </a:xfrm>
          <a:prstGeom prst="straightConnector1">
            <a:avLst/>
          </a:prstGeom>
          <a:noFill/>
          <a:ln cap="flat" cmpd="sng" w="38100">
            <a:solidFill>
              <a:srgbClr val="01834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6" name="Google Shape;246;p18"/>
          <p:cNvCxnSpPr/>
          <p:nvPr/>
        </p:nvCxnSpPr>
        <p:spPr>
          <a:xfrm>
            <a:off x="-249883" y="5124450"/>
            <a:ext cx="5303520" cy="0"/>
          </a:xfrm>
          <a:prstGeom prst="straightConnector1">
            <a:avLst/>
          </a:prstGeom>
          <a:noFill/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247" name="Google Shape;247;p18"/>
          <p:cNvGrpSpPr/>
          <p:nvPr/>
        </p:nvGrpSpPr>
        <p:grpSpPr>
          <a:xfrm rot="10800000">
            <a:off x="15044552" y="-741521"/>
            <a:ext cx="7681766" cy="4260610"/>
            <a:chOff x="0" y="-38100"/>
            <a:chExt cx="406400" cy="225405"/>
          </a:xfrm>
        </p:grpSpPr>
        <p:sp>
          <p:nvSpPr>
            <p:cNvPr id="248" name="Google Shape;248;p18"/>
            <p:cNvSpPr/>
            <p:nvPr/>
          </p:nvSpPr>
          <p:spPr>
            <a:xfrm>
              <a:off x="0" y="0"/>
              <a:ext cx="406400" cy="187305"/>
            </a:xfrm>
            <a:custGeom>
              <a:rect b="b" l="l" r="r" t="t"/>
              <a:pathLst>
                <a:path extrusionOk="0" h="187305" w="406400">
                  <a:moveTo>
                    <a:pt x="203200" y="0"/>
                  </a:moveTo>
                  <a:lnTo>
                    <a:pt x="203200" y="0"/>
                  </a:lnTo>
                  <a:lnTo>
                    <a:pt x="406400" y="187305"/>
                  </a:lnTo>
                  <a:lnTo>
                    <a:pt x="0" y="187305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018345">
                <a:alpha val="80000"/>
              </a:srgbClr>
            </a:solidFill>
            <a:ln>
              <a:noFill/>
            </a:ln>
          </p:spPr>
        </p:sp>
        <p:sp>
          <p:nvSpPr>
            <p:cNvPr id="249" name="Google Shape;249;p18"/>
            <p:cNvSpPr txBox="1"/>
            <p:nvPr/>
          </p:nvSpPr>
          <p:spPr>
            <a:xfrm>
              <a:off x="127000" y="-38100"/>
              <a:ext cx="152400" cy="22540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16666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descr="Books with solid fill" id="250" name="Google Shape;250;p18"/>
          <p:cNvSpPr/>
          <p:nvPr/>
        </p:nvSpPr>
        <p:spPr>
          <a:xfrm>
            <a:off x="3241317" y="6937835"/>
            <a:ext cx="796998" cy="796998"/>
          </a:xfrm>
          <a:custGeom>
            <a:rect b="b" l="l" r="r" t="t"/>
            <a:pathLst>
              <a:path extrusionOk="0" h="796998" w="796998">
                <a:moveTo>
                  <a:pt x="0" y="0"/>
                </a:moveTo>
                <a:lnTo>
                  <a:pt x="796998" y="0"/>
                </a:lnTo>
                <a:lnTo>
                  <a:pt x="796998" y="796998"/>
                </a:lnTo>
                <a:lnTo>
                  <a:pt x="0" y="79699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51" name="Google Shape;251;p18"/>
          <p:cNvSpPr/>
          <p:nvPr/>
        </p:nvSpPr>
        <p:spPr>
          <a:xfrm>
            <a:off x="18157088" y="2761190"/>
            <a:ext cx="647242" cy="647242"/>
          </a:xfrm>
          <a:custGeom>
            <a:rect b="b" l="l" r="r" t="t"/>
            <a:pathLst>
              <a:path extrusionOk="0" h="647242" w="647242">
                <a:moveTo>
                  <a:pt x="0" y="0"/>
                </a:moveTo>
                <a:lnTo>
                  <a:pt x="647242" y="0"/>
                </a:lnTo>
                <a:lnTo>
                  <a:pt x="647242" y="647242"/>
                </a:lnTo>
                <a:lnTo>
                  <a:pt x="0" y="64724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52" name="Google Shape;252;p18"/>
          <p:cNvSpPr txBox="1"/>
          <p:nvPr/>
        </p:nvSpPr>
        <p:spPr>
          <a:xfrm>
            <a:off x="5511794" y="2502271"/>
            <a:ext cx="11760209" cy="14930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7348"/>
              </a:lnSpc>
              <a:spcBef>
                <a:spcPts val="0"/>
              </a:spcBef>
              <a:spcAft>
                <a:spcPts val="0"/>
              </a:spcAft>
              <a:buClr>
                <a:srgbClr val="018345"/>
              </a:buClr>
              <a:buSzPts val="6600"/>
              <a:buFont typeface="Montserrat"/>
              <a:buNone/>
            </a:pPr>
            <a:r>
              <a:rPr b="1" lang="en-US" sz="6600">
                <a:solidFill>
                  <a:srgbClr val="018345"/>
                </a:solidFill>
                <a:latin typeface="Montserrat"/>
                <a:ea typeface="Montserrat"/>
                <a:cs typeface="Montserrat"/>
                <a:sym typeface="Montserrat"/>
              </a:rPr>
              <a:t>BÀI NGHE APTIS PHẦN 1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8"/>
          <p:cNvSpPr txBox="1"/>
          <p:nvPr/>
        </p:nvSpPr>
        <p:spPr>
          <a:xfrm>
            <a:off x="9601200" y="339710"/>
            <a:ext cx="2755633" cy="18375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98"/>
              </a:lnSpc>
              <a:spcBef>
                <a:spcPts val="0"/>
              </a:spcBef>
              <a:spcAft>
                <a:spcPts val="0"/>
              </a:spcAft>
              <a:buClr>
                <a:srgbClr val="018345"/>
              </a:buClr>
              <a:buSzPts val="12461"/>
              <a:buFont typeface="Montserrat"/>
              <a:buNone/>
            </a:pPr>
            <a:r>
              <a:rPr b="1" lang="en-US" sz="12461">
                <a:solidFill>
                  <a:srgbClr val="018345"/>
                </a:solidFill>
                <a:latin typeface="Montserrat"/>
                <a:ea typeface="Montserrat"/>
                <a:cs typeface="Montserrat"/>
                <a:sym typeface="Montserrat"/>
              </a:rPr>
              <a:t>02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8"/>
          <p:cNvSpPr txBox="1"/>
          <p:nvPr/>
        </p:nvSpPr>
        <p:spPr>
          <a:xfrm>
            <a:off x="-10653311" y="9715322"/>
            <a:ext cx="13923203" cy="2857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1993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876"/>
              <a:buFont typeface="Roboto"/>
              <a:buNone/>
            </a:pPr>
            <a:r>
              <a:rPr lang="en-US" sz="1876">
                <a:solidFill>
                  <a:srgbClr val="FEFEFE"/>
                </a:solidFill>
                <a:latin typeface="Roboto"/>
                <a:ea typeface="Roboto"/>
                <a:cs typeface="Roboto"/>
                <a:sym typeface="Roboto"/>
              </a:rPr>
              <a:t>https://edulife.com.vn/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55" name="Google Shape;255;p18"/>
          <p:cNvGrpSpPr/>
          <p:nvPr/>
        </p:nvGrpSpPr>
        <p:grpSpPr>
          <a:xfrm>
            <a:off x="-2718010" y="9274528"/>
            <a:ext cx="7950400" cy="1707231"/>
            <a:chOff x="0" y="-384762"/>
            <a:chExt cx="10600533" cy="2276307"/>
          </a:xfrm>
        </p:grpSpPr>
        <p:grpSp>
          <p:nvGrpSpPr>
            <p:cNvPr id="256" name="Google Shape;256;p18"/>
            <p:cNvGrpSpPr/>
            <p:nvPr/>
          </p:nvGrpSpPr>
          <p:grpSpPr>
            <a:xfrm>
              <a:off x="0" y="-384762"/>
              <a:ext cx="10600533" cy="2276307"/>
              <a:chOff x="0" y="-38100"/>
              <a:chExt cx="1049690" cy="225405"/>
            </a:xfrm>
          </p:grpSpPr>
          <p:sp>
            <p:nvSpPr>
              <p:cNvPr id="257" name="Google Shape;257;p18"/>
              <p:cNvSpPr/>
              <p:nvPr/>
            </p:nvSpPr>
            <p:spPr>
              <a:xfrm>
                <a:off x="0" y="0"/>
                <a:ext cx="1049690" cy="187305"/>
              </a:xfrm>
              <a:custGeom>
                <a:rect b="b" l="l" r="r" t="t"/>
                <a:pathLst>
                  <a:path extrusionOk="0" h="187305" w="1049690">
                    <a:moveTo>
                      <a:pt x="203200" y="0"/>
                    </a:moveTo>
                    <a:lnTo>
                      <a:pt x="846490" y="0"/>
                    </a:lnTo>
                    <a:lnTo>
                      <a:pt x="1049690" y="187305"/>
                    </a:lnTo>
                    <a:lnTo>
                      <a:pt x="0" y="187305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18345"/>
              </a:solidFill>
              <a:ln>
                <a:noFill/>
              </a:ln>
            </p:spPr>
          </p:sp>
          <p:sp>
            <p:nvSpPr>
              <p:cNvPr id="258" name="Google Shape;258;p18"/>
              <p:cNvSpPr txBox="1"/>
              <p:nvPr/>
            </p:nvSpPr>
            <p:spPr>
              <a:xfrm>
                <a:off x="127000" y="-38100"/>
                <a:ext cx="795690" cy="22540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16666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59" name="Google Shape;259;p18"/>
            <p:cNvSpPr txBox="1"/>
            <p:nvPr/>
          </p:nvSpPr>
          <p:spPr>
            <a:xfrm>
              <a:off x="4182979" y="666743"/>
              <a:ext cx="3721150" cy="52948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79277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descr="Stressed Out Woman Cartoon Images – Browse 1,008 Stock Photos, Vectors, and  Video | Adobe Stock" id="260" name="Google Shape;260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239000" y="4796123"/>
            <a:ext cx="7620000" cy="42834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6" name="Google Shape;266;p19"/>
          <p:cNvCxnSpPr/>
          <p:nvPr/>
        </p:nvCxnSpPr>
        <p:spPr>
          <a:xfrm flipH="1" rot="10800000">
            <a:off x="6793833" y="2007938"/>
            <a:ext cx="11243637" cy="19050"/>
          </a:xfrm>
          <a:prstGeom prst="straightConnector1">
            <a:avLst/>
          </a:prstGeom>
          <a:noFill/>
          <a:ln cap="flat" cmpd="sng" w="38100">
            <a:solidFill>
              <a:srgbClr val="018345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267" name="Google Shape;267;p19"/>
          <p:cNvGrpSpPr/>
          <p:nvPr/>
        </p:nvGrpSpPr>
        <p:grpSpPr>
          <a:xfrm rot="10800000">
            <a:off x="15785091" y="-536942"/>
            <a:ext cx="7681766" cy="4260610"/>
            <a:chOff x="0" y="-38100"/>
            <a:chExt cx="406400" cy="225405"/>
          </a:xfrm>
        </p:grpSpPr>
        <p:sp>
          <p:nvSpPr>
            <p:cNvPr id="268" name="Google Shape;268;p19"/>
            <p:cNvSpPr/>
            <p:nvPr/>
          </p:nvSpPr>
          <p:spPr>
            <a:xfrm>
              <a:off x="0" y="0"/>
              <a:ext cx="406400" cy="187305"/>
            </a:xfrm>
            <a:custGeom>
              <a:rect b="b" l="l" r="r" t="t"/>
              <a:pathLst>
                <a:path extrusionOk="0" h="187305" w="406400">
                  <a:moveTo>
                    <a:pt x="203200" y="0"/>
                  </a:moveTo>
                  <a:lnTo>
                    <a:pt x="203200" y="0"/>
                  </a:lnTo>
                  <a:lnTo>
                    <a:pt x="406400" y="187305"/>
                  </a:lnTo>
                  <a:lnTo>
                    <a:pt x="0" y="187305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018345">
                <a:alpha val="80000"/>
              </a:srgbClr>
            </a:solidFill>
            <a:ln>
              <a:noFill/>
            </a:ln>
          </p:spPr>
        </p:sp>
        <p:sp>
          <p:nvSpPr>
            <p:cNvPr id="269" name="Google Shape;269;p19"/>
            <p:cNvSpPr txBox="1"/>
            <p:nvPr/>
          </p:nvSpPr>
          <p:spPr>
            <a:xfrm>
              <a:off x="127000" y="-38100"/>
              <a:ext cx="152400" cy="22540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16666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70" name="Google Shape;270;p19"/>
          <p:cNvSpPr/>
          <p:nvPr/>
        </p:nvSpPr>
        <p:spPr>
          <a:xfrm>
            <a:off x="18978732" y="1741370"/>
            <a:ext cx="647242" cy="647242"/>
          </a:xfrm>
          <a:custGeom>
            <a:rect b="b" l="l" r="r" t="t"/>
            <a:pathLst>
              <a:path extrusionOk="0" h="647242" w="647242">
                <a:moveTo>
                  <a:pt x="0" y="0"/>
                </a:moveTo>
                <a:lnTo>
                  <a:pt x="647242" y="0"/>
                </a:lnTo>
                <a:lnTo>
                  <a:pt x="647242" y="647242"/>
                </a:lnTo>
                <a:lnTo>
                  <a:pt x="0" y="64724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71" name="Google Shape;271;p19"/>
          <p:cNvSpPr txBox="1"/>
          <p:nvPr/>
        </p:nvSpPr>
        <p:spPr>
          <a:xfrm>
            <a:off x="6003351" y="368089"/>
            <a:ext cx="11880998" cy="12880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4791"/>
              </a:lnSpc>
              <a:spcBef>
                <a:spcPts val="0"/>
              </a:spcBef>
              <a:spcAft>
                <a:spcPts val="0"/>
              </a:spcAft>
              <a:buClr>
                <a:srgbClr val="018345"/>
              </a:buClr>
              <a:buSzPts val="5400"/>
              <a:buFont typeface="Montserrat"/>
              <a:buNone/>
            </a:pPr>
            <a:r>
              <a:rPr b="1" lang="en-US" sz="5400">
                <a:solidFill>
                  <a:srgbClr val="018345"/>
                </a:solidFill>
                <a:latin typeface="Montserrat"/>
                <a:ea typeface="Montserrat"/>
                <a:cs typeface="Montserrat"/>
                <a:sym typeface="Montserrat"/>
              </a:rPr>
              <a:t>Bài nghe Aptis phần 1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72" name="Google Shape;272;p19"/>
          <p:cNvGrpSpPr/>
          <p:nvPr/>
        </p:nvGrpSpPr>
        <p:grpSpPr>
          <a:xfrm>
            <a:off x="-2718010" y="9274528"/>
            <a:ext cx="7950400" cy="1707231"/>
            <a:chOff x="0" y="-384762"/>
            <a:chExt cx="10600533" cy="2276307"/>
          </a:xfrm>
        </p:grpSpPr>
        <p:grpSp>
          <p:nvGrpSpPr>
            <p:cNvPr id="273" name="Google Shape;273;p19"/>
            <p:cNvGrpSpPr/>
            <p:nvPr/>
          </p:nvGrpSpPr>
          <p:grpSpPr>
            <a:xfrm>
              <a:off x="0" y="-384762"/>
              <a:ext cx="10600533" cy="2276307"/>
              <a:chOff x="0" y="-38100"/>
              <a:chExt cx="1049690" cy="225405"/>
            </a:xfrm>
          </p:grpSpPr>
          <p:sp>
            <p:nvSpPr>
              <p:cNvPr id="274" name="Google Shape;274;p19"/>
              <p:cNvSpPr/>
              <p:nvPr/>
            </p:nvSpPr>
            <p:spPr>
              <a:xfrm>
                <a:off x="0" y="0"/>
                <a:ext cx="1049690" cy="187305"/>
              </a:xfrm>
              <a:custGeom>
                <a:rect b="b" l="l" r="r" t="t"/>
                <a:pathLst>
                  <a:path extrusionOk="0" h="187305" w="1049690">
                    <a:moveTo>
                      <a:pt x="203200" y="0"/>
                    </a:moveTo>
                    <a:lnTo>
                      <a:pt x="846490" y="0"/>
                    </a:lnTo>
                    <a:lnTo>
                      <a:pt x="1049690" y="187305"/>
                    </a:lnTo>
                    <a:lnTo>
                      <a:pt x="0" y="187305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18345"/>
              </a:solidFill>
              <a:ln>
                <a:noFill/>
              </a:ln>
            </p:spPr>
          </p:sp>
          <p:sp>
            <p:nvSpPr>
              <p:cNvPr id="275" name="Google Shape;275;p19"/>
              <p:cNvSpPr txBox="1"/>
              <p:nvPr/>
            </p:nvSpPr>
            <p:spPr>
              <a:xfrm>
                <a:off x="127000" y="-38100"/>
                <a:ext cx="795690" cy="22540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16666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76" name="Google Shape;276;p19"/>
            <p:cNvSpPr txBox="1"/>
            <p:nvPr/>
          </p:nvSpPr>
          <p:spPr>
            <a:xfrm>
              <a:off x="4182979" y="666743"/>
              <a:ext cx="3721150" cy="52948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79277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77" name="Google Shape;277;p19"/>
          <p:cNvSpPr txBox="1"/>
          <p:nvPr/>
        </p:nvSpPr>
        <p:spPr>
          <a:xfrm>
            <a:off x="7543800" y="2788349"/>
            <a:ext cx="9563700" cy="483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571500" lvl="0" marL="5715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oto Sans Symbols"/>
              <a:buChar char="⮚"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Nghe một đoạn độc thoại hoặc đoạn hội thoại ngắn.</a:t>
            </a:r>
            <a:endParaRPr/>
          </a:p>
          <a:p>
            <a:pPr indent="-571500" lvl="0" marL="5715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oto Sans Symbols"/>
              <a:buChar char="⮚"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Xác định thông tin cụ thể như điện thoại số, thời gian hoặc địa điểm.</a:t>
            </a:r>
            <a:endParaRPr/>
          </a:p>
          <a:p>
            <a:pPr indent="-317500" lvl="0" marL="5715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oto Sans Symbols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7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7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7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83" name="Google Shape;283;p20"/>
          <p:cNvCxnSpPr/>
          <p:nvPr/>
        </p:nvCxnSpPr>
        <p:spPr>
          <a:xfrm flipH="1" rot="10800000">
            <a:off x="3547906" y="1732952"/>
            <a:ext cx="11243637" cy="19050"/>
          </a:xfrm>
          <a:prstGeom prst="straightConnector1">
            <a:avLst/>
          </a:prstGeom>
          <a:noFill/>
          <a:ln cap="flat" cmpd="sng" w="38100">
            <a:solidFill>
              <a:srgbClr val="01834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84" name="Google Shape;284;p20"/>
          <p:cNvCxnSpPr/>
          <p:nvPr/>
        </p:nvCxnSpPr>
        <p:spPr>
          <a:xfrm>
            <a:off x="-249883" y="5124450"/>
            <a:ext cx="5303520" cy="0"/>
          </a:xfrm>
          <a:prstGeom prst="straightConnector1">
            <a:avLst/>
          </a:prstGeom>
          <a:noFill/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285" name="Google Shape;285;p20"/>
          <p:cNvGrpSpPr/>
          <p:nvPr/>
        </p:nvGrpSpPr>
        <p:grpSpPr>
          <a:xfrm rot="10800000">
            <a:off x="15785091" y="-536942"/>
            <a:ext cx="7681766" cy="4260610"/>
            <a:chOff x="0" y="-38100"/>
            <a:chExt cx="406400" cy="225405"/>
          </a:xfrm>
        </p:grpSpPr>
        <p:sp>
          <p:nvSpPr>
            <p:cNvPr id="286" name="Google Shape;286;p20"/>
            <p:cNvSpPr/>
            <p:nvPr/>
          </p:nvSpPr>
          <p:spPr>
            <a:xfrm>
              <a:off x="0" y="0"/>
              <a:ext cx="406400" cy="187305"/>
            </a:xfrm>
            <a:custGeom>
              <a:rect b="b" l="l" r="r" t="t"/>
              <a:pathLst>
                <a:path extrusionOk="0" h="187305" w="406400">
                  <a:moveTo>
                    <a:pt x="203200" y="0"/>
                  </a:moveTo>
                  <a:lnTo>
                    <a:pt x="203200" y="0"/>
                  </a:lnTo>
                  <a:lnTo>
                    <a:pt x="406400" y="187305"/>
                  </a:lnTo>
                  <a:lnTo>
                    <a:pt x="0" y="187305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018345">
                <a:alpha val="80000"/>
              </a:srgbClr>
            </a:solidFill>
            <a:ln>
              <a:noFill/>
            </a:ln>
          </p:spPr>
        </p:sp>
        <p:sp>
          <p:nvSpPr>
            <p:cNvPr id="287" name="Google Shape;287;p20"/>
            <p:cNvSpPr txBox="1"/>
            <p:nvPr/>
          </p:nvSpPr>
          <p:spPr>
            <a:xfrm>
              <a:off x="127000" y="-38100"/>
              <a:ext cx="152400" cy="22540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166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88" name="Google Shape;288;p20"/>
          <p:cNvSpPr/>
          <p:nvPr/>
        </p:nvSpPr>
        <p:spPr>
          <a:xfrm>
            <a:off x="18099269" y="1809027"/>
            <a:ext cx="647242" cy="647242"/>
          </a:xfrm>
          <a:custGeom>
            <a:rect b="b" l="l" r="r" t="t"/>
            <a:pathLst>
              <a:path extrusionOk="0" h="647242" w="647242">
                <a:moveTo>
                  <a:pt x="0" y="0"/>
                </a:moveTo>
                <a:lnTo>
                  <a:pt x="647242" y="0"/>
                </a:lnTo>
                <a:lnTo>
                  <a:pt x="647242" y="647242"/>
                </a:lnTo>
                <a:lnTo>
                  <a:pt x="0" y="64724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89" name="Google Shape;289;p20"/>
          <p:cNvSpPr txBox="1"/>
          <p:nvPr/>
        </p:nvSpPr>
        <p:spPr>
          <a:xfrm>
            <a:off x="2910546" y="514834"/>
            <a:ext cx="11880998" cy="8638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479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800">
                <a:solidFill>
                  <a:srgbClr val="018345"/>
                </a:solidFill>
                <a:latin typeface="Montserrat"/>
                <a:ea typeface="Montserrat"/>
                <a:cs typeface="Montserrat"/>
                <a:sym typeface="Montserrat"/>
              </a:rPr>
              <a:t>Đề mẫu</a:t>
            </a:r>
            <a:endParaRPr b="1" sz="4800">
              <a:solidFill>
                <a:srgbClr val="01834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290" name="Google Shape;290;p20"/>
          <p:cNvGrpSpPr/>
          <p:nvPr/>
        </p:nvGrpSpPr>
        <p:grpSpPr>
          <a:xfrm>
            <a:off x="-2718010" y="9274528"/>
            <a:ext cx="7950400" cy="1707231"/>
            <a:chOff x="0" y="-384762"/>
            <a:chExt cx="10600533" cy="2276307"/>
          </a:xfrm>
        </p:grpSpPr>
        <p:grpSp>
          <p:nvGrpSpPr>
            <p:cNvPr id="291" name="Google Shape;291;p20"/>
            <p:cNvGrpSpPr/>
            <p:nvPr/>
          </p:nvGrpSpPr>
          <p:grpSpPr>
            <a:xfrm>
              <a:off x="0" y="-384762"/>
              <a:ext cx="10600533" cy="2276307"/>
              <a:chOff x="0" y="-38100"/>
              <a:chExt cx="1049690" cy="225405"/>
            </a:xfrm>
          </p:grpSpPr>
          <p:sp>
            <p:nvSpPr>
              <p:cNvPr id="292" name="Google Shape;292;p20"/>
              <p:cNvSpPr/>
              <p:nvPr/>
            </p:nvSpPr>
            <p:spPr>
              <a:xfrm>
                <a:off x="0" y="0"/>
                <a:ext cx="1049690" cy="187305"/>
              </a:xfrm>
              <a:custGeom>
                <a:rect b="b" l="l" r="r" t="t"/>
                <a:pathLst>
                  <a:path extrusionOk="0" h="187305" w="1049690">
                    <a:moveTo>
                      <a:pt x="203200" y="0"/>
                    </a:moveTo>
                    <a:lnTo>
                      <a:pt x="846490" y="0"/>
                    </a:lnTo>
                    <a:lnTo>
                      <a:pt x="1049690" y="187305"/>
                    </a:lnTo>
                    <a:lnTo>
                      <a:pt x="0" y="187305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18345"/>
              </a:solidFill>
              <a:ln>
                <a:noFill/>
              </a:ln>
            </p:spPr>
          </p:sp>
          <p:sp>
            <p:nvSpPr>
              <p:cNvPr id="293" name="Google Shape;293;p20"/>
              <p:cNvSpPr txBox="1"/>
              <p:nvPr/>
            </p:nvSpPr>
            <p:spPr>
              <a:xfrm>
                <a:off x="127000" y="-38100"/>
                <a:ext cx="795690" cy="22540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1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94" name="Google Shape;294;p20"/>
            <p:cNvSpPr txBox="1"/>
            <p:nvPr/>
          </p:nvSpPr>
          <p:spPr>
            <a:xfrm>
              <a:off x="4182979" y="666743"/>
              <a:ext cx="3721150" cy="52948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792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295" name="Google Shape;295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16858" y="2207682"/>
            <a:ext cx="13182600" cy="62853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01" name="Google Shape;301;p21"/>
          <p:cNvCxnSpPr/>
          <p:nvPr/>
        </p:nvCxnSpPr>
        <p:spPr>
          <a:xfrm flipH="1" rot="10800000">
            <a:off x="7543801" y="1816517"/>
            <a:ext cx="9909107" cy="50383"/>
          </a:xfrm>
          <a:prstGeom prst="straightConnector1">
            <a:avLst/>
          </a:prstGeom>
          <a:noFill/>
          <a:ln cap="flat" cmpd="sng" w="38100">
            <a:solidFill>
              <a:srgbClr val="018345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302" name="Google Shape;302;p21"/>
          <p:cNvGrpSpPr/>
          <p:nvPr/>
        </p:nvGrpSpPr>
        <p:grpSpPr>
          <a:xfrm rot="10800000">
            <a:off x="15785091" y="-536942"/>
            <a:ext cx="7681766" cy="4260610"/>
            <a:chOff x="0" y="-38100"/>
            <a:chExt cx="406400" cy="225405"/>
          </a:xfrm>
        </p:grpSpPr>
        <p:sp>
          <p:nvSpPr>
            <p:cNvPr id="303" name="Google Shape;303;p21"/>
            <p:cNvSpPr/>
            <p:nvPr/>
          </p:nvSpPr>
          <p:spPr>
            <a:xfrm>
              <a:off x="0" y="0"/>
              <a:ext cx="406400" cy="187305"/>
            </a:xfrm>
            <a:custGeom>
              <a:rect b="b" l="l" r="r" t="t"/>
              <a:pathLst>
                <a:path extrusionOk="0" h="187305" w="406400">
                  <a:moveTo>
                    <a:pt x="203200" y="0"/>
                  </a:moveTo>
                  <a:lnTo>
                    <a:pt x="203200" y="0"/>
                  </a:lnTo>
                  <a:lnTo>
                    <a:pt x="406400" y="187305"/>
                  </a:lnTo>
                  <a:lnTo>
                    <a:pt x="0" y="187305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018345">
                <a:alpha val="80000"/>
              </a:srgbClr>
            </a:solidFill>
            <a:ln>
              <a:noFill/>
            </a:ln>
          </p:spPr>
        </p:sp>
        <p:sp>
          <p:nvSpPr>
            <p:cNvPr id="304" name="Google Shape;304;p21"/>
            <p:cNvSpPr txBox="1"/>
            <p:nvPr/>
          </p:nvSpPr>
          <p:spPr>
            <a:xfrm>
              <a:off x="127000" y="-38100"/>
              <a:ext cx="152400" cy="22540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16666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05" name="Google Shape;305;p21"/>
          <p:cNvSpPr/>
          <p:nvPr/>
        </p:nvSpPr>
        <p:spPr>
          <a:xfrm>
            <a:off x="18099269" y="1809027"/>
            <a:ext cx="647242" cy="647242"/>
          </a:xfrm>
          <a:custGeom>
            <a:rect b="b" l="l" r="r" t="t"/>
            <a:pathLst>
              <a:path extrusionOk="0" h="647242" w="647242">
                <a:moveTo>
                  <a:pt x="0" y="0"/>
                </a:moveTo>
                <a:lnTo>
                  <a:pt x="647242" y="0"/>
                </a:lnTo>
                <a:lnTo>
                  <a:pt x="647242" y="647242"/>
                </a:lnTo>
                <a:lnTo>
                  <a:pt x="0" y="64724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306" name="Google Shape;306;p21"/>
          <p:cNvGrpSpPr/>
          <p:nvPr/>
        </p:nvGrpSpPr>
        <p:grpSpPr>
          <a:xfrm>
            <a:off x="-2718010" y="9274528"/>
            <a:ext cx="7950400" cy="1707231"/>
            <a:chOff x="0" y="-384762"/>
            <a:chExt cx="10600533" cy="2276307"/>
          </a:xfrm>
        </p:grpSpPr>
        <p:grpSp>
          <p:nvGrpSpPr>
            <p:cNvPr id="307" name="Google Shape;307;p21"/>
            <p:cNvGrpSpPr/>
            <p:nvPr/>
          </p:nvGrpSpPr>
          <p:grpSpPr>
            <a:xfrm>
              <a:off x="0" y="-384762"/>
              <a:ext cx="10600533" cy="2276307"/>
              <a:chOff x="0" y="-38100"/>
              <a:chExt cx="1049690" cy="225405"/>
            </a:xfrm>
          </p:grpSpPr>
          <p:sp>
            <p:nvSpPr>
              <p:cNvPr id="308" name="Google Shape;308;p21"/>
              <p:cNvSpPr/>
              <p:nvPr/>
            </p:nvSpPr>
            <p:spPr>
              <a:xfrm>
                <a:off x="0" y="0"/>
                <a:ext cx="1049690" cy="187305"/>
              </a:xfrm>
              <a:custGeom>
                <a:rect b="b" l="l" r="r" t="t"/>
                <a:pathLst>
                  <a:path extrusionOk="0" h="187305" w="1049690">
                    <a:moveTo>
                      <a:pt x="203200" y="0"/>
                    </a:moveTo>
                    <a:lnTo>
                      <a:pt x="846490" y="0"/>
                    </a:lnTo>
                    <a:lnTo>
                      <a:pt x="1049690" y="187305"/>
                    </a:lnTo>
                    <a:lnTo>
                      <a:pt x="0" y="187305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18345"/>
              </a:solidFill>
              <a:ln>
                <a:noFill/>
              </a:ln>
            </p:spPr>
          </p:sp>
          <p:sp>
            <p:nvSpPr>
              <p:cNvPr id="309" name="Google Shape;309;p21"/>
              <p:cNvSpPr txBox="1"/>
              <p:nvPr/>
            </p:nvSpPr>
            <p:spPr>
              <a:xfrm>
                <a:off x="127000" y="-38100"/>
                <a:ext cx="795690" cy="22540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16666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10" name="Google Shape;310;p21"/>
            <p:cNvSpPr txBox="1"/>
            <p:nvPr/>
          </p:nvSpPr>
          <p:spPr>
            <a:xfrm>
              <a:off x="4182979" y="666743"/>
              <a:ext cx="3721150" cy="52948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79277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11" name="Google Shape;311;p21"/>
          <p:cNvSpPr txBox="1"/>
          <p:nvPr/>
        </p:nvSpPr>
        <p:spPr>
          <a:xfrm>
            <a:off x="6592847" y="660250"/>
            <a:ext cx="11880998" cy="11449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3833"/>
              </a:lnSpc>
              <a:spcBef>
                <a:spcPts val="0"/>
              </a:spcBef>
              <a:spcAft>
                <a:spcPts val="0"/>
              </a:spcAft>
              <a:buClr>
                <a:srgbClr val="018345"/>
              </a:buClr>
              <a:buSzPts val="6000"/>
              <a:buFont typeface="Montserrat"/>
              <a:buNone/>
            </a:pPr>
            <a:r>
              <a:rPr b="1" lang="en-US" sz="6000">
                <a:solidFill>
                  <a:srgbClr val="018345"/>
                </a:solidFill>
                <a:latin typeface="Montserrat"/>
                <a:ea typeface="Montserrat"/>
                <a:cs typeface="Montserrat"/>
                <a:sym typeface="Montserrat"/>
              </a:rPr>
              <a:t>Lưu ý khi làm bài</a:t>
            </a:r>
            <a:endParaRPr b="1" sz="6000">
              <a:solidFill>
                <a:srgbClr val="01834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12" name="Google Shape;312;p21"/>
          <p:cNvSpPr/>
          <p:nvPr/>
        </p:nvSpPr>
        <p:spPr>
          <a:xfrm>
            <a:off x="8305800" y="2519409"/>
            <a:ext cx="8915400" cy="1378148"/>
          </a:xfrm>
          <a:prstGeom prst="roundRect">
            <a:avLst>
              <a:gd fmla="val 16667" name="adj"/>
            </a:avLst>
          </a:prstGeom>
          <a:solidFill>
            <a:srgbClr val="CEEADA"/>
          </a:solidFill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254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Calibri"/>
              <a:buNone/>
            </a:pPr>
            <a:r>
              <a:rPr lang="en-US" sz="3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Giữ bình tĩnh và tự tin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21"/>
          <p:cNvSpPr/>
          <p:nvPr/>
        </p:nvSpPr>
        <p:spPr>
          <a:xfrm>
            <a:off x="8328498" y="6370680"/>
            <a:ext cx="8915400" cy="1378148"/>
          </a:xfrm>
          <a:prstGeom prst="roundRect">
            <a:avLst>
              <a:gd fmla="val 16667" name="adj"/>
            </a:avLst>
          </a:prstGeom>
          <a:solidFill>
            <a:srgbClr val="CEEADA"/>
          </a:solidFill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254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Calibri"/>
              <a:buNone/>
            </a:pPr>
            <a:r>
              <a:rPr lang="en-US" sz="3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Theo sát câu hỏi đề bài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21"/>
          <p:cNvSpPr/>
          <p:nvPr/>
        </p:nvSpPr>
        <p:spPr>
          <a:xfrm>
            <a:off x="8305800" y="4408395"/>
            <a:ext cx="8915400" cy="1378148"/>
          </a:xfrm>
          <a:prstGeom prst="roundRect">
            <a:avLst>
              <a:gd fmla="val 16667" name="adj"/>
            </a:avLst>
          </a:prstGeom>
          <a:solidFill>
            <a:srgbClr val="CEEADA"/>
          </a:solidFill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254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Calibri"/>
              <a:buNone/>
            </a:pPr>
            <a:r>
              <a:rPr lang="en-US" sz="3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Nghe kỹ hướng dẫn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21"/>
          <p:cNvSpPr/>
          <p:nvPr/>
        </p:nvSpPr>
        <p:spPr>
          <a:xfrm>
            <a:off x="8391251" y="8248602"/>
            <a:ext cx="8915400" cy="1378148"/>
          </a:xfrm>
          <a:prstGeom prst="roundRect">
            <a:avLst>
              <a:gd fmla="val 16667" name="adj"/>
            </a:avLst>
          </a:prstGeom>
          <a:solidFill>
            <a:srgbClr val="CEEADA"/>
          </a:solidFill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254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Calibri"/>
              <a:buNone/>
            </a:pPr>
            <a:r>
              <a:rPr lang="en-US" sz="3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Luôn kiểm tra lại đáp án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0" name="Google Shape;320;p22"/>
          <p:cNvCxnSpPr/>
          <p:nvPr/>
        </p:nvCxnSpPr>
        <p:spPr>
          <a:xfrm>
            <a:off x="6172200" y="2355781"/>
            <a:ext cx="11650614" cy="0"/>
          </a:xfrm>
          <a:prstGeom prst="straightConnector1">
            <a:avLst/>
          </a:prstGeom>
          <a:noFill/>
          <a:ln cap="flat" cmpd="sng" w="38100">
            <a:solidFill>
              <a:srgbClr val="01834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21" name="Google Shape;321;p22"/>
          <p:cNvCxnSpPr/>
          <p:nvPr/>
        </p:nvCxnSpPr>
        <p:spPr>
          <a:xfrm>
            <a:off x="-249883" y="5124450"/>
            <a:ext cx="5303520" cy="0"/>
          </a:xfrm>
          <a:prstGeom prst="straightConnector1">
            <a:avLst/>
          </a:prstGeom>
          <a:noFill/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322" name="Google Shape;322;p22"/>
          <p:cNvGrpSpPr/>
          <p:nvPr/>
        </p:nvGrpSpPr>
        <p:grpSpPr>
          <a:xfrm rot="10800000">
            <a:off x="15044552" y="-741521"/>
            <a:ext cx="7681766" cy="4260610"/>
            <a:chOff x="0" y="-38100"/>
            <a:chExt cx="406400" cy="225405"/>
          </a:xfrm>
        </p:grpSpPr>
        <p:sp>
          <p:nvSpPr>
            <p:cNvPr id="323" name="Google Shape;323;p22"/>
            <p:cNvSpPr/>
            <p:nvPr/>
          </p:nvSpPr>
          <p:spPr>
            <a:xfrm>
              <a:off x="0" y="0"/>
              <a:ext cx="406400" cy="187305"/>
            </a:xfrm>
            <a:custGeom>
              <a:rect b="b" l="l" r="r" t="t"/>
              <a:pathLst>
                <a:path extrusionOk="0" h="187305" w="406400">
                  <a:moveTo>
                    <a:pt x="203200" y="0"/>
                  </a:moveTo>
                  <a:lnTo>
                    <a:pt x="203200" y="0"/>
                  </a:lnTo>
                  <a:lnTo>
                    <a:pt x="406400" y="187305"/>
                  </a:lnTo>
                  <a:lnTo>
                    <a:pt x="0" y="187305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018345">
                <a:alpha val="80000"/>
              </a:srgbClr>
            </a:solidFill>
            <a:ln>
              <a:noFill/>
            </a:ln>
          </p:spPr>
        </p:sp>
        <p:sp>
          <p:nvSpPr>
            <p:cNvPr id="324" name="Google Shape;324;p22"/>
            <p:cNvSpPr txBox="1"/>
            <p:nvPr/>
          </p:nvSpPr>
          <p:spPr>
            <a:xfrm>
              <a:off x="127000" y="-38100"/>
              <a:ext cx="152400" cy="22540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1666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descr="Books with solid fill" id="325" name="Google Shape;325;p22"/>
          <p:cNvSpPr/>
          <p:nvPr/>
        </p:nvSpPr>
        <p:spPr>
          <a:xfrm>
            <a:off x="3241317" y="6937835"/>
            <a:ext cx="796998" cy="796998"/>
          </a:xfrm>
          <a:custGeom>
            <a:rect b="b" l="l" r="r" t="t"/>
            <a:pathLst>
              <a:path extrusionOk="0" h="796998" w="796998">
                <a:moveTo>
                  <a:pt x="0" y="0"/>
                </a:moveTo>
                <a:lnTo>
                  <a:pt x="796998" y="0"/>
                </a:lnTo>
                <a:lnTo>
                  <a:pt x="796998" y="796998"/>
                </a:lnTo>
                <a:lnTo>
                  <a:pt x="0" y="79699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26" name="Google Shape;326;p22"/>
          <p:cNvSpPr/>
          <p:nvPr/>
        </p:nvSpPr>
        <p:spPr>
          <a:xfrm>
            <a:off x="18157088" y="2761190"/>
            <a:ext cx="647242" cy="647242"/>
          </a:xfrm>
          <a:custGeom>
            <a:rect b="b" l="l" r="r" t="t"/>
            <a:pathLst>
              <a:path extrusionOk="0" h="647242" w="647242">
                <a:moveTo>
                  <a:pt x="0" y="0"/>
                </a:moveTo>
                <a:lnTo>
                  <a:pt x="647242" y="0"/>
                </a:lnTo>
                <a:lnTo>
                  <a:pt x="647242" y="647242"/>
                </a:lnTo>
                <a:lnTo>
                  <a:pt x="0" y="64724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27" name="Google Shape;327;p22"/>
          <p:cNvSpPr txBox="1"/>
          <p:nvPr/>
        </p:nvSpPr>
        <p:spPr>
          <a:xfrm>
            <a:off x="6683660" y="2761190"/>
            <a:ext cx="10303922" cy="11633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50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3"/>
              <a:buFont typeface="Arial"/>
              <a:buNone/>
            </a:pPr>
            <a:r>
              <a:rPr b="1" i="0" lang="en-US" sz="5600" u="none" cap="none" strike="noStrike">
                <a:solidFill>
                  <a:srgbClr val="018345"/>
                </a:solidFill>
                <a:latin typeface="Montserrat"/>
                <a:ea typeface="Montserrat"/>
                <a:cs typeface="Montserrat"/>
                <a:sym typeface="Montserrat"/>
              </a:rPr>
              <a:t>BÀI </a:t>
            </a:r>
            <a:r>
              <a:rPr b="1" lang="en-US" sz="5600">
                <a:solidFill>
                  <a:srgbClr val="018345"/>
                </a:solidFill>
                <a:latin typeface="Montserrat"/>
                <a:ea typeface="Montserrat"/>
                <a:cs typeface="Montserrat"/>
                <a:sym typeface="Montserrat"/>
              </a:rPr>
              <a:t>NGHE</a:t>
            </a:r>
            <a:r>
              <a:rPr b="1" i="0" lang="en-US" sz="5600" u="none" cap="none" strike="noStrike">
                <a:solidFill>
                  <a:srgbClr val="018345"/>
                </a:solidFill>
                <a:latin typeface="Montserrat"/>
                <a:ea typeface="Montserrat"/>
                <a:cs typeface="Montserrat"/>
                <a:sym typeface="Montserrat"/>
              </a:rPr>
              <a:t> APTIS PHẦN 2</a:t>
            </a:r>
            <a:endParaRPr b="0" i="0" sz="5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" name="Google Shape;328;p22"/>
          <p:cNvSpPr txBox="1"/>
          <p:nvPr/>
        </p:nvSpPr>
        <p:spPr>
          <a:xfrm>
            <a:off x="10896141" y="257407"/>
            <a:ext cx="2202732" cy="23010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9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461"/>
              <a:buFont typeface="Arial"/>
              <a:buNone/>
            </a:pPr>
            <a:r>
              <a:rPr b="1" i="0" lang="en-US" sz="12461" u="none" cap="none" strike="noStrike">
                <a:solidFill>
                  <a:srgbClr val="018345"/>
                </a:solidFill>
                <a:latin typeface="Montserrat"/>
                <a:ea typeface="Montserrat"/>
                <a:cs typeface="Montserrat"/>
                <a:sym typeface="Montserrat"/>
              </a:rPr>
              <a:t>03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29" name="Google Shape;329;p22"/>
          <p:cNvGrpSpPr/>
          <p:nvPr/>
        </p:nvGrpSpPr>
        <p:grpSpPr>
          <a:xfrm>
            <a:off x="-2718010" y="9274528"/>
            <a:ext cx="7950400" cy="1707231"/>
            <a:chOff x="0" y="-384762"/>
            <a:chExt cx="10600533" cy="2276307"/>
          </a:xfrm>
        </p:grpSpPr>
        <p:grpSp>
          <p:nvGrpSpPr>
            <p:cNvPr id="330" name="Google Shape;330;p22"/>
            <p:cNvGrpSpPr/>
            <p:nvPr/>
          </p:nvGrpSpPr>
          <p:grpSpPr>
            <a:xfrm>
              <a:off x="0" y="-384762"/>
              <a:ext cx="10600533" cy="2276307"/>
              <a:chOff x="0" y="-38100"/>
              <a:chExt cx="1049690" cy="225405"/>
            </a:xfrm>
          </p:grpSpPr>
          <p:sp>
            <p:nvSpPr>
              <p:cNvPr id="331" name="Google Shape;331;p22"/>
              <p:cNvSpPr/>
              <p:nvPr/>
            </p:nvSpPr>
            <p:spPr>
              <a:xfrm>
                <a:off x="0" y="0"/>
                <a:ext cx="1049690" cy="187305"/>
              </a:xfrm>
              <a:custGeom>
                <a:rect b="b" l="l" r="r" t="t"/>
                <a:pathLst>
                  <a:path extrusionOk="0" h="187305" w="1049690">
                    <a:moveTo>
                      <a:pt x="203200" y="0"/>
                    </a:moveTo>
                    <a:lnTo>
                      <a:pt x="846490" y="0"/>
                    </a:lnTo>
                    <a:lnTo>
                      <a:pt x="1049690" y="187305"/>
                    </a:lnTo>
                    <a:lnTo>
                      <a:pt x="0" y="187305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18345"/>
              </a:solidFill>
              <a:ln>
                <a:noFill/>
              </a:ln>
            </p:spPr>
          </p:sp>
          <p:sp>
            <p:nvSpPr>
              <p:cNvPr id="332" name="Google Shape;332;p22"/>
              <p:cNvSpPr txBox="1"/>
              <p:nvPr/>
            </p:nvSpPr>
            <p:spPr>
              <a:xfrm>
                <a:off x="127000" y="-38100"/>
                <a:ext cx="795690" cy="22540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16666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33" name="Google Shape;333;p22"/>
            <p:cNvSpPr txBox="1"/>
            <p:nvPr/>
          </p:nvSpPr>
          <p:spPr>
            <a:xfrm>
              <a:off x="4182979" y="666743"/>
              <a:ext cx="3721150" cy="52948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7927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334" name="Google Shape;334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144000" y="5143500"/>
            <a:ext cx="5383242" cy="38451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40" name="Google Shape;340;p23"/>
          <p:cNvCxnSpPr/>
          <p:nvPr/>
        </p:nvCxnSpPr>
        <p:spPr>
          <a:xfrm flipH="1" rot="10800000">
            <a:off x="6793833" y="2007938"/>
            <a:ext cx="11243637" cy="19050"/>
          </a:xfrm>
          <a:prstGeom prst="straightConnector1">
            <a:avLst/>
          </a:prstGeom>
          <a:noFill/>
          <a:ln cap="flat" cmpd="sng" w="38100">
            <a:solidFill>
              <a:srgbClr val="018345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341" name="Google Shape;341;p23"/>
          <p:cNvGrpSpPr/>
          <p:nvPr/>
        </p:nvGrpSpPr>
        <p:grpSpPr>
          <a:xfrm rot="10800000">
            <a:off x="15785091" y="-536942"/>
            <a:ext cx="7681766" cy="4260610"/>
            <a:chOff x="0" y="-38100"/>
            <a:chExt cx="406400" cy="225405"/>
          </a:xfrm>
        </p:grpSpPr>
        <p:sp>
          <p:nvSpPr>
            <p:cNvPr id="342" name="Google Shape;342;p23"/>
            <p:cNvSpPr/>
            <p:nvPr/>
          </p:nvSpPr>
          <p:spPr>
            <a:xfrm>
              <a:off x="0" y="0"/>
              <a:ext cx="406400" cy="187305"/>
            </a:xfrm>
            <a:custGeom>
              <a:rect b="b" l="l" r="r" t="t"/>
              <a:pathLst>
                <a:path extrusionOk="0" h="187305" w="406400">
                  <a:moveTo>
                    <a:pt x="203200" y="0"/>
                  </a:moveTo>
                  <a:lnTo>
                    <a:pt x="203200" y="0"/>
                  </a:lnTo>
                  <a:lnTo>
                    <a:pt x="406400" y="187305"/>
                  </a:lnTo>
                  <a:lnTo>
                    <a:pt x="0" y="187305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018345">
                <a:alpha val="80000"/>
              </a:srgbClr>
            </a:solidFill>
            <a:ln>
              <a:noFill/>
            </a:ln>
          </p:spPr>
        </p:sp>
        <p:sp>
          <p:nvSpPr>
            <p:cNvPr id="343" name="Google Shape;343;p23"/>
            <p:cNvSpPr txBox="1"/>
            <p:nvPr/>
          </p:nvSpPr>
          <p:spPr>
            <a:xfrm>
              <a:off x="127000" y="-38100"/>
              <a:ext cx="152400" cy="22540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16666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44" name="Google Shape;344;p23"/>
          <p:cNvSpPr/>
          <p:nvPr/>
        </p:nvSpPr>
        <p:spPr>
          <a:xfrm>
            <a:off x="18978732" y="1741370"/>
            <a:ext cx="647242" cy="647242"/>
          </a:xfrm>
          <a:custGeom>
            <a:rect b="b" l="l" r="r" t="t"/>
            <a:pathLst>
              <a:path extrusionOk="0" h="647242" w="647242">
                <a:moveTo>
                  <a:pt x="0" y="0"/>
                </a:moveTo>
                <a:lnTo>
                  <a:pt x="647242" y="0"/>
                </a:lnTo>
                <a:lnTo>
                  <a:pt x="647242" y="647242"/>
                </a:lnTo>
                <a:lnTo>
                  <a:pt x="0" y="64724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45" name="Google Shape;345;p23"/>
          <p:cNvSpPr txBox="1"/>
          <p:nvPr/>
        </p:nvSpPr>
        <p:spPr>
          <a:xfrm>
            <a:off x="6003351" y="368089"/>
            <a:ext cx="11880998" cy="12880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4791"/>
              </a:lnSpc>
              <a:spcBef>
                <a:spcPts val="0"/>
              </a:spcBef>
              <a:spcAft>
                <a:spcPts val="0"/>
              </a:spcAft>
              <a:buClr>
                <a:srgbClr val="018345"/>
              </a:buClr>
              <a:buSzPts val="5400"/>
              <a:buFont typeface="Montserrat"/>
              <a:buNone/>
            </a:pPr>
            <a:r>
              <a:rPr b="1" lang="en-US" sz="5400">
                <a:solidFill>
                  <a:srgbClr val="018345"/>
                </a:solidFill>
                <a:latin typeface="Montserrat"/>
                <a:ea typeface="Montserrat"/>
                <a:cs typeface="Montserrat"/>
                <a:sym typeface="Montserrat"/>
              </a:rPr>
              <a:t>Bài đọc Aptis phần 2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46" name="Google Shape;346;p23"/>
          <p:cNvGrpSpPr/>
          <p:nvPr/>
        </p:nvGrpSpPr>
        <p:grpSpPr>
          <a:xfrm>
            <a:off x="-2718010" y="9274528"/>
            <a:ext cx="7950400" cy="1707231"/>
            <a:chOff x="0" y="-384762"/>
            <a:chExt cx="10600533" cy="2276307"/>
          </a:xfrm>
        </p:grpSpPr>
        <p:grpSp>
          <p:nvGrpSpPr>
            <p:cNvPr id="347" name="Google Shape;347;p23"/>
            <p:cNvGrpSpPr/>
            <p:nvPr/>
          </p:nvGrpSpPr>
          <p:grpSpPr>
            <a:xfrm>
              <a:off x="0" y="-384762"/>
              <a:ext cx="10600533" cy="2276307"/>
              <a:chOff x="0" y="-38100"/>
              <a:chExt cx="1049690" cy="225405"/>
            </a:xfrm>
          </p:grpSpPr>
          <p:sp>
            <p:nvSpPr>
              <p:cNvPr id="348" name="Google Shape;348;p23"/>
              <p:cNvSpPr/>
              <p:nvPr/>
            </p:nvSpPr>
            <p:spPr>
              <a:xfrm>
                <a:off x="0" y="0"/>
                <a:ext cx="1049690" cy="187305"/>
              </a:xfrm>
              <a:custGeom>
                <a:rect b="b" l="l" r="r" t="t"/>
                <a:pathLst>
                  <a:path extrusionOk="0" h="187305" w="1049690">
                    <a:moveTo>
                      <a:pt x="203200" y="0"/>
                    </a:moveTo>
                    <a:lnTo>
                      <a:pt x="846490" y="0"/>
                    </a:lnTo>
                    <a:lnTo>
                      <a:pt x="1049690" y="187305"/>
                    </a:lnTo>
                    <a:lnTo>
                      <a:pt x="0" y="187305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18345"/>
              </a:solidFill>
              <a:ln>
                <a:noFill/>
              </a:ln>
            </p:spPr>
          </p:sp>
          <p:sp>
            <p:nvSpPr>
              <p:cNvPr id="349" name="Google Shape;349;p23"/>
              <p:cNvSpPr txBox="1"/>
              <p:nvPr/>
            </p:nvSpPr>
            <p:spPr>
              <a:xfrm>
                <a:off x="127000" y="-38100"/>
                <a:ext cx="795690" cy="22540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16666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50" name="Google Shape;350;p23"/>
            <p:cNvSpPr txBox="1"/>
            <p:nvPr/>
          </p:nvSpPr>
          <p:spPr>
            <a:xfrm>
              <a:off x="4182979" y="666743"/>
              <a:ext cx="3721150" cy="52948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79277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51" name="Google Shape;351;p23"/>
          <p:cNvSpPr txBox="1"/>
          <p:nvPr/>
        </p:nvSpPr>
        <p:spPr>
          <a:xfrm>
            <a:off x="7350418" y="3033496"/>
            <a:ext cx="10130465" cy="56322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571500" lvl="0" marL="5715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oto Sans Symbols"/>
              <a:buChar char="⮚"/>
            </a:pPr>
            <a:r>
              <a:rPr lang="en-US" sz="4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Trong phần này, bạn sẽ nghe bốn độc thoại. </a:t>
            </a:r>
            <a:endParaRPr/>
          </a:p>
          <a:p>
            <a:pPr indent="-571500" lvl="0" marL="5715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oto Sans Symbols"/>
              <a:buChar char="⮚"/>
            </a:pPr>
            <a:r>
              <a:rPr lang="en-US" sz="4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Đề bài cung cấp sáu thông tin.</a:t>
            </a:r>
            <a:endParaRPr/>
          </a:p>
          <a:p>
            <a:pPr indent="-571500" lvl="0" marL="5715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oto Sans Symbols"/>
              <a:buChar char="⮚"/>
            </a:pPr>
            <a:r>
              <a:rPr lang="en-US" sz="4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Lựa chọn thông tin phù hợp với người nói.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5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5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5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57" name="Google Shape;357;p24"/>
          <p:cNvCxnSpPr/>
          <p:nvPr/>
        </p:nvCxnSpPr>
        <p:spPr>
          <a:xfrm flipH="1" rot="10800000">
            <a:off x="3996362" y="1619250"/>
            <a:ext cx="11243637" cy="19050"/>
          </a:xfrm>
          <a:prstGeom prst="straightConnector1">
            <a:avLst/>
          </a:prstGeom>
          <a:noFill/>
          <a:ln cap="flat" cmpd="sng" w="38100">
            <a:solidFill>
              <a:srgbClr val="018345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358" name="Google Shape;358;p24"/>
          <p:cNvGrpSpPr/>
          <p:nvPr/>
        </p:nvGrpSpPr>
        <p:grpSpPr>
          <a:xfrm rot="10800000">
            <a:off x="15785091" y="-536942"/>
            <a:ext cx="7681766" cy="4260610"/>
            <a:chOff x="0" y="-38100"/>
            <a:chExt cx="406400" cy="225405"/>
          </a:xfrm>
        </p:grpSpPr>
        <p:sp>
          <p:nvSpPr>
            <p:cNvPr id="359" name="Google Shape;359;p24"/>
            <p:cNvSpPr/>
            <p:nvPr/>
          </p:nvSpPr>
          <p:spPr>
            <a:xfrm>
              <a:off x="0" y="0"/>
              <a:ext cx="406400" cy="187305"/>
            </a:xfrm>
            <a:custGeom>
              <a:rect b="b" l="l" r="r" t="t"/>
              <a:pathLst>
                <a:path extrusionOk="0" h="187305" w="406400">
                  <a:moveTo>
                    <a:pt x="203200" y="0"/>
                  </a:moveTo>
                  <a:lnTo>
                    <a:pt x="203200" y="0"/>
                  </a:lnTo>
                  <a:lnTo>
                    <a:pt x="406400" y="187305"/>
                  </a:lnTo>
                  <a:lnTo>
                    <a:pt x="0" y="187305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018345">
                <a:alpha val="80000"/>
              </a:srgbClr>
            </a:solidFill>
            <a:ln>
              <a:noFill/>
            </a:ln>
          </p:spPr>
        </p:sp>
        <p:sp>
          <p:nvSpPr>
            <p:cNvPr id="360" name="Google Shape;360;p24"/>
            <p:cNvSpPr txBox="1"/>
            <p:nvPr/>
          </p:nvSpPr>
          <p:spPr>
            <a:xfrm>
              <a:off x="127000" y="-38100"/>
              <a:ext cx="152400" cy="22540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16666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61" name="Google Shape;361;p24"/>
          <p:cNvSpPr/>
          <p:nvPr/>
        </p:nvSpPr>
        <p:spPr>
          <a:xfrm>
            <a:off x="18978732" y="1741370"/>
            <a:ext cx="647242" cy="647242"/>
          </a:xfrm>
          <a:custGeom>
            <a:rect b="b" l="l" r="r" t="t"/>
            <a:pathLst>
              <a:path extrusionOk="0" h="647242" w="647242">
                <a:moveTo>
                  <a:pt x="0" y="0"/>
                </a:moveTo>
                <a:lnTo>
                  <a:pt x="647242" y="0"/>
                </a:lnTo>
                <a:lnTo>
                  <a:pt x="647242" y="647242"/>
                </a:lnTo>
                <a:lnTo>
                  <a:pt x="0" y="64724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62" name="Google Shape;362;p24"/>
          <p:cNvSpPr txBox="1"/>
          <p:nvPr/>
        </p:nvSpPr>
        <p:spPr>
          <a:xfrm>
            <a:off x="3359002" y="401132"/>
            <a:ext cx="11880998" cy="11449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4791"/>
              </a:lnSpc>
              <a:spcBef>
                <a:spcPts val="0"/>
              </a:spcBef>
              <a:spcAft>
                <a:spcPts val="0"/>
              </a:spcAft>
              <a:buClr>
                <a:srgbClr val="018345"/>
              </a:buClr>
              <a:buSzPts val="4800"/>
              <a:buFont typeface="Montserrat"/>
              <a:buNone/>
            </a:pPr>
            <a:r>
              <a:rPr b="1" lang="en-US" sz="4800">
                <a:solidFill>
                  <a:srgbClr val="018345"/>
                </a:solidFill>
                <a:latin typeface="Montserrat"/>
                <a:ea typeface="Montserrat"/>
                <a:cs typeface="Montserrat"/>
                <a:sym typeface="Montserrat"/>
              </a:rPr>
              <a:t>Đề mẫu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63" name="Google Shape;363;p24"/>
          <p:cNvGrpSpPr/>
          <p:nvPr/>
        </p:nvGrpSpPr>
        <p:grpSpPr>
          <a:xfrm>
            <a:off x="-2718010" y="9274528"/>
            <a:ext cx="7950400" cy="1707231"/>
            <a:chOff x="0" y="-384762"/>
            <a:chExt cx="10600533" cy="2276307"/>
          </a:xfrm>
        </p:grpSpPr>
        <p:grpSp>
          <p:nvGrpSpPr>
            <p:cNvPr id="364" name="Google Shape;364;p24"/>
            <p:cNvGrpSpPr/>
            <p:nvPr/>
          </p:nvGrpSpPr>
          <p:grpSpPr>
            <a:xfrm>
              <a:off x="0" y="-384762"/>
              <a:ext cx="10600533" cy="2276307"/>
              <a:chOff x="0" y="-38100"/>
              <a:chExt cx="1049690" cy="225405"/>
            </a:xfrm>
          </p:grpSpPr>
          <p:sp>
            <p:nvSpPr>
              <p:cNvPr id="365" name="Google Shape;365;p24"/>
              <p:cNvSpPr/>
              <p:nvPr/>
            </p:nvSpPr>
            <p:spPr>
              <a:xfrm>
                <a:off x="0" y="0"/>
                <a:ext cx="1049690" cy="187305"/>
              </a:xfrm>
              <a:custGeom>
                <a:rect b="b" l="l" r="r" t="t"/>
                <a:pathLst>
                  <a:path extrusionOk="0" h="187305" w="1049690">
                    <a:moveTo>
                      <a:pt x="203200" y="0"/>
                    </a:moveTo>
                    <a:lnTo>
                      <a:pt x="846490" y="0"/>
                    </a:lnTo>
                    <a:lnTo>
                      <a:pt x="1049690" y="187305"/>
                    </a:lnTo>
                    <a:lnTo>
                      <a:pt x="0" y="187305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18345"/>
              </a:solidFill>
              <a:ln>
                <a:noFill/>
              </a:ln>
            </p:spPr>
          </p:sp>
          <p:sp>
            <p:nvSpPr>
              <p:cNvPr id="366" name="Google Shape;366;p24"/>
              <p:cNvSpPr txBox="1"/>
              <p:nvPr/>
            </p:nvSpPr>
            <p:spPr>
              <a:xfrm>
                <a:off x="127000" y="-38100"/>
                <a:ext cx="795690" cy="22540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16666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67" name="Google Shape;367;p24"/>
            <p:cNvSpPr txBox="1"/>
            <p:nvPr/>
          </p:nvSpPr>
          <p:spPr>
            <a:xfrm>
              <a:off x="4182979" y="666743"/>
              <a:ext cx="3721150" cy="52948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79277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368" name="Google Shape;368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371972" y="2012256"/>
            <a:ext cx="12460770" cy="71768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74" name="Google Shape;374;p25"/>
          <p:cNvCxnSpPr/>
          <p:nvPr/>
        </p:nvCxnSpPr>
        <p:spPr>
          <a:xfrm flipH="1" rot="10800000">
            <a:off x="7543801" y="1816517"/>
            <a:ext cx="9909107" cy="50383"/>
          </a:xfrm>
          <a:prstGeom prst="straightConnector1">
            <a:avLst/>
          </a:prstGeom>
          <a:noFill/>
          <a:ln cap="flat" cmpd="sng" w="38100">
            <a:solidFill>
              <a:srgbClr val="018345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375" name="Google Shape;375;p25"/>
          <p:cNvGrpSpPr/>
          <p:nvPr/>
        </p:nvGrpSpPr>
        <p:grpSpPr>
          <a:xfrm rot="10800000">
            <a:off x="15785091" y="-536942"/>
            <a:ext cx="7681766" cy="4260610"/>
            <a:chOff x="0" y="-38100"/>
            <a:chExt cx="406400" cy="225405"/>
          </a:xfrm>
        </p:grpSpPr>
        <p:sp>
          <p:nvSpPr>
            <p:cNvPr id="376" name="Google Shape;376;p25"/>
            <p:cNvSpPr/>
            <p:nvPr/>
          </p:nvSpPr>
          <p:spPr>
            <a:xfrm>
              <a:off x="0" y="0"/>
              <a:ext cx="406400" cy="187305"/>
            </a:xfrm>
            <a:custGeom>
              <a:rect b="b" l="l" r="r" t="t"/>
              <a:pathLst>
                <a:path extrusionOk="0" h="187305" w="406400">
                  <a:moveTo>
                    <a:pt x="203200" y="0"/>
                  </a:moveTo>
                  <a:lnTo>
                    <a:pt x="203200" y="0"/>
                  </a:lnTo>
                  <a:lnTo>
                    <a:pt x="406400" y="187305"/>
                  </a:lnTo>
                  <a:lnTo>
                    <a:pt x="0" y="187305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018345">
                <a:alpha val="80000"/>
              </a:srgbClr>
            </a:solidFill>
            <a:ln>
              <a:noFill/>
            </a:ln>
          </p:spPr>
        </p:sp>
        <p:sp>
          <p:nvSpPr>
            <p:cNvPr id="377" name="Google Shape;377;p25"/>
            <p:cNvSpPr txBox="1"/>
            <p:nvPr/>
          </p:nvSpPr>
          <p:spPr>
            <a:xfrm>
              <a:off x="127000" y="-38100"/>
              <a:ext cx="152400" cy="22540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16666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78" name="Google Shape;378;p25"/>
          <p:cNvSpPr/>
          <p:nvPr/>
        </p:nvSpPr>
        <p:spPr>
          <a:xfrm>
            <a:off x="18099269" y="1809027"/>
            <a:ext cx="647242" cy="647242"/>
          </a:xfrm>
          <a:custGeom>
            <a:rect b="b" l="l" r="r" t="t"/>
            <a:pathLst>
              <a:path extrusionOk="0" h="647242" w="647242">
                <a:moveTo>
                  <a:pt x="0" y="0"/>
                </a:moveTo>
                <a:lnTo>
                  <a:pt x="647242" y="0"/>
                </a:lnTo>
                <a:lnTo>
                  <a:pt x="647242" y="647242"/>
                </a:lnTo>
                <a:lnTo>
                  <a:pt x="0" y="64724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379" name="Google Shape;379;p25"/>
          <p:cNvGrpSpPr/>
          <p:nvPr/>
        </p:nvGrpSpPr>
        <p:grpSpPr>
          <a:xfrm>
            <a:off x="-2718010" y="9274528"/>
            <a:ext cx="7950400" cy="1707231"/>
            <a:chOff x="0" y="-384762"/>
            <a:chExt cx="10600533" cy="2276307"/>
          </a:xfrm>
        </p:grpSpPr>
        <p:grpSp>
          <p:nvGrpSpPr>
            <p:cNvPr id="380" name="Google Shape;380;p25"/>
            <p:cNvGrpSpPr/>
            <p:nvPr/>
          </p:nvGrpSpPr>
          <p:grpSpPr>
            <a:xfrm>
              <a:off x="0" y="-384762"/>
              <a:ext cx="10600533" cy="2276307"/>
              <a:chOff x="0" y="-38100"/>
              <a:chExt cx="1049690" cy="225405"/>
            </a:xfrm>
          </p:grpSpPr>
          <p:sp>
            <p:nvSpPr>
              <p:cNvPr id="381" name="Google Shape;381;p25"/>
              <p:cNvSpPr/>
              <p:nvPr/>
            </p:nvSpPr>
            <p:spPr>
              <a:xfrm>
                <a:off x="0" y="0"/>
                <a:ext cx="1049690" cy="187305"/>
              </a:xfrm>
              <a:custGeom>
                <a:rect b="b" l="l" r="r" t="t"/>
                <a:pathLst>
                  <a:path extrusionOk="0" h="187305" w="1049690">
                    <a:moveTo>
                      <a:pt x="203200" y="0"/>
                    </a:moveTo>
                    <a:lnTo>
                      <a:pt x="846490" y="0"/>
                    </a:lnTo>
                    <a:lnTo>
                      <a:pt x="1049690" y="187305"/>
                    </a:lnTo>
                    <a:lnTo>
                      <a:pt x="0" y="187305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18345"/>
              </a:solidFill>
              <a:ln>
                <a:noFill/>
              </a:ln>
            </p:spPr>
          </p:sp>
          <p:sp>
            <p:nvSpPr>
              <p:cNvPr id="382" name="Google Shape;382;p25"/>
              <p:cNvSpPr txBox="1"/>
              <p:nvPr/>
            </p:nvSpPr>
            <p:spPr>
              <a:xfrm>
                <a:off x="127000" y="-38100"/>
                <a:ext cx="795690" cy="22540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16666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83" name="Google Shape;383;p25"/>
            <p:cNvSpPr txBox="1"/>
            <p:nvPr/>
          </p:nvSpPr>
          <p:spPr>
            <a:xfrm>
              <a:off x="4182979" y="666743"/>
              <a:ext cx="3721150" cy="52948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79277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84" name="Google Shape;384;p25"/>
          <p:cNvSpPr txBox="1"/>
          <p:nvPr/>
        </p:nvSpPr>
        <p:spPr>
          <a:xfrm>
            <a:off x="6592847" y="660250"/>
            <a:ext cx="11880998" cy="11449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3833"/>
              </a:lnSpc>
              <a:spcBef>
                <a:spcPts val="0"/>
              </a:spcBef>
              <a:spcAft>
                <a:spcPts val="0"/>
              </a:spcAft>
              <a:buClr>
                <a:srgbClr val="018345"/>
              </a:buClr>
              <a:buSzPts val="6000"/>
              <a:buFont typeface="Montserrat"/>
              <a:buNone/>
            </a:pPr>
            <a:r>
              <a:rPr b="1" lang="en-US" sz="6000">
                <a:solidFill>
                  <a:srgbClr val="018345"/>
                </a:solidFill>
                <a:latin typeface="Montserrat"/>
                <a:ea typeface="Montserrat"/>
                <a:cs typeface="Montserrat"/>
                <a:sym typeface="Montserrat"/>
              </a:rPr>
              <a:t>Lưu ý khi làm bài</a:t>
            </a:r>
            <a:endParaRPr b="1" sz="6000">
              <a:solidFill>
                <a:srgbClr val="01834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85" name="Google Shape;385;p25"/>
          <p:cNvSpPr/>
          <p:nvPr/>
        </p:nvSpPr>
        <p:spPr>
          <a:xfrm>
            <a:off x="8305800" y="2519409"/>
            <a:ext cx="8915400" cy="1378148"/>
          </a:xfrm>
          <a:prstGeom prst="roundRect">
            <a:avLst>
              <a:gd fmla="val 16667" name="adj"/>
            </a:avLst>
          </a:prstGeom>
          <a:solidFill>
            <a:srgbClr val="CEEADA"/>
          </a:solidFill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254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Nghe kỹ hướng dẫn</a:t>
            </a:r>
            <a:endParaRPr sz="4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25"/>
          <p:cNvSpPr/>
          <p:nvPr/>
        </p:nvSpPr>
        <p:spPr>
          <a:xfrm>
            <a:off x="8328498" y="6370680"/>
            <a:ext cx="8915400" cy="1378148"/>
          </a:xfrm>
          <a:prstGeom prst="roundRect">
            <a:avLst>
              <a:gd fmla="val 16667" name="adj"/>
            </a:avLst>
          </a:prstGeom>
          <a:solidFill>
            <a:srgbClr val="CEEADA"/>
          </a:solidFill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254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Calibri"/>
              <a:buNone/>
            </a:pPr>
            <a:r>
              <a:rPr lang="en-US" sz="3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Nghe và ghi lại nếu cần thiết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25"/>
          <p:cNvSpPr/>
          <p:nvPr/>
        </p:nvSpPr>
        <p:spPr>
          <a:xfrm>
            <a:off x="8305800" y="4408395"/>
            <a:ext cx="8915400" cy="1378148"/>
          </a:xfrm>
          <a:prstGeom prst="roundRect">
            <a:avLst>
              <a:gd fmla="val 16667" name="adj"/>
            </a:avLst>
          </a:prstGeom>
          <a:solidFill>
            <a:srgbClr val="CEEADA"/>
          </a:solidFill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254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Calibri"/>
              <a:buNone/>
            </a:pPr>
            <a:r>
              <a:rPr lang="en-US" sz="3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Đọc </a:t>
            </a:r>
            <a:r>
              <a:rPr lang="en-US" sz="3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kỹ</a:t>
            </a:r>
            <a:r>
              <a:rPr lang="en-US" sz="3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thông tin được cung cấp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25"/>
          <p:cNvSpPr/>
          <p:nvPr/>
        </p:nvSpPr>
        <p:spPr>
          <a:xfrm>
            <a:off x="8391251" y="8248602"/>
            <a:ext cx="8915400" cy="1378148"/>
          </a:xfrm>
          <a:prstGeom prst="roundRect">
            <a:avLst>
              <a:gd fmla="val 16667" name="adj"/>
            </a:avLst>
          </a:prstGeom>
          <a:solidFill>
            <a:srgbClr val="CEEADA"/>
          </a:solidFill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254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Calibri"/>
              <a:buNone/>
            </a:pPr>
            <a:r>
              <a:rPr lang="en-US" sz="3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Luôn kiểm tra lại đáp án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93" name="Google Shape;393;p26"/>
          <p:cNvCxnSpPr/>
          <p:nvPr/>
        </p:nvCxnSpPr>
        <p:spPr>
          <a:xfrm>
            <a:off x="6186822" y="2191627"/>
            <a:ext cx="11650614" cy="0"/>
          </a:xfrm>
          <a:prstGeom prst="straightConnector1">
            <a:avLst/>
          </a:prstGeom>
          <a:noFill/>
          <a:ln cap="flat" cmpd="sng" w="38100">
            <a:solidFill>
              <a:srgbClr val="01834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94" name="Google Shape;394;p26"/>
          <p:cNvCxnSpPr/>
          <p:nvPr/>
        </p:nvCxnSpPr>
        <p:spPr>
          <a:xfrm>
            <a:off x="-249883" y="5124450"/>
            <a:ext cx="5303520" cy="0"/>
          </a:xfrm>
          <a:prstGeom prst="straightConnector1">
            <a:avLst/>
          </a:prstGeom>
          <a:noFill/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395" name="Google Shape;395;p26"/>
          <p:cNvGrpSpPr/>
          <p:nvPr/>
        </p:nvGrpSpPr>
        <p:grpSpPr>
          <a:xfrm rot="10800000">
            <a:off x="15044552" y="-741521"/>
            <a:ext cx="7681766" cy="4260610"/>
            <a:chOff x="0" y="-38100"/>
            <a:chExt cx="406400" cy="225405"/>
          </a:xfrm>
        </p:grpSpPr>
        <p:sp>
          <p:nvSpPr>
            <p:cNvPr id="396" name="Google Shape;396;p26"/>
            <p:cNvSpPr/>
            <p:nvPr/>
          </p:nvSpPr>
          <p:spPr>
            <a:xfrm>
              <a:off x="0" y="0"/>
              <a:ext cx="406400" cy="187305"/>
            </a:xfrm>
            <a:custGeom>
              <a:rect b="b" l="l" r="r" t="t"/>
              <a:pathLst>
                <a:path extrusionOk="0" h="187305" w="406400">
                  <a:moveTo>
                    <a:pt x="203200" y="0"/>
                  </a:moveTo>
                  <a:lnTo>
                    <a:pt x="203200" y="0"/>
                  </a:lnTo>
                  <a:lnTo>
                    <a:pt x="406400" y="187305"/>
                  </a:lnTo>
                  <a:lnTo>
                    <a:pt x="0" y="187305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018345">
                <a:alpha val="80000"/>
              </a:srgbClr>
            </a:solidFill>
            <a:ln>
              <a:noFill/>
            </a:ln>
          </p:spPr>
        </p:sp>
        <p:sp>
          <p:nvSpPr>
            <p:cNvPr id="397" name="Google Shape;397;p26"/>
            <p:cNvSpPr txBox="1"/>
            <p:nvPr/>
          </p:nvSpPr>
          <p:spPr>
            <a:xfrm>
              <a:off x="127000" y="-38100"/>
              <a:ext cx="152400" cy="22540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1666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descr="Books with solid fill" id="398" name="Google Shape;398;p26"/>
          <p:cNvSpPr/>
          <p:nvPr/>
        </p:nvSpPr>
        <p:spPr>
          <a:xfrm>
            <a:off x="3241317" y="6937835"/>
            <a:ext cx="796998" cy="796998"/>
          </a:xfrm>
          <a:custGeom>
            <a:rect b="b" l="l" r="r" t="t"/>
            <a:pathLst>
              <a:path extrusionOk="0" h="796998" w="796998">
                <a:moveTo>
                  <a:pt x="0" y="0"/>
                </a:moveTo>
                <a:lnTo>
                  <a:pt x="796998" y="0"/>
                </a:lnTo>
                <a:lnTo>
                  <a:pt x="796998" y="796998"/>
                </a:lnTo>
                <a:lnTo>
                  <a:pt x="0" y="79699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99" name="Google Shape;399;p26"/>
          <p:cNvSpPr/>
          <p:nvPr/>
        </p:nvSpPr>
        <p:spPr>
          <a:xfrm>
            <a:off x="18157088" y="2761190"/>
            <a:ext cx="647242" cy="647242"/>
          </a:xfrm>
          <a:custGeom>
            <a:rect b="b" l="l" r="r" t="t"/>
            <a:pathLst>
              <a:path extrusionOk="0" h="647242" w="647242">
                <a:moveTo>
                  <a:pt x="0" y="0"/>
                </a:moveTo>
                <a:lnTo>
                  <a:pt x="647242" y="0"/>
                </a:lnTo>
                <a:lnTo>
                  <a:pt x="647242" y="647242"/>
                </a:lnTo>
                <a:lnTo>
                  <a:pt x="0" y="64724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00" name="Google Shape;400;p26"/>
          <p:cNvSpPr txBox="1"/>
          <p:nvPr/>
        </p:nvSpPr>
        <p:spPr>
          <a:xfrm>
            <a:off x="6683660" y="2761190"/>
            <a:ext cx="10303922" cy="11633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50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3"/>
              <a:buFont typeface="Arial"/>
              <a:buNone/>
            </a:pPr>
            <a:r>
              <a:rPr b="1" i="0" lang="en-US" sz="5600" u="none" cap="none" strike="noStrike">
                <a:solidFill>
                  <a:srgbClr val="018345"/>
                </a:solidFill>
                <a:latin typeface="Montserrat"/>
                <a:ea typeface="Montserrat"/>
                <a:cs typeface="Montserrat"/>
                <a:sym typeface="Montserrat"/>
              </a:rPr>
              <a:t>BÀI </a:t>
            </a:r>
            <a:r>
              <a:rPr b="1" lang="en-US" sz="5600">
                <a:solidFill>
                  <a:srgbClr val="018345"/>
                </a:solidFill>
                <a:latin typeface="Montserrat"/>
                <a:ea typeface="Montserrat"/>
                <a:cs typeface="Montserrat"/>
                <a:sym typeface="Montserrat"/>
              </a:rPr>
              <a:t>NGHE</a:t>
            </a:r>
            <a:r>
              <a:rPr b="1" i="0" lang="en-US" sz="5600" u="none" cap="none" strike="noStrike">
                <a:solidFill>
                  <a:srgbClr val="018345"/>
                </a:solidFill>
                <a:latin typeface="Montserrat"/>
                <a:ea typeface="Montserrat"/>
                <a:cs typeface="Montserrat"/>
                <a:sym typeface="Montserrat"/>
              </a:rPr>
              <a:t> APTIS PHẦN 3</a:t>
            </a:r>
            <a:endParaRPr b="0" i="0" sz="5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1" name="Google Shape;401;p26"/>
          <p:cNvSpPr txBox="1"/>
          <p:nvPr/>
        </p:nvSpPr>
        <p:spPr>
          <a:xfrm>
            <a:off x="10734255" y="175330"/>
            <a:ext cx="2202732" cy="23010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9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461"/>
              <a:buFont typeface="Arial"/>
              <a:buNone/>
            </a:pPr>
            <a:r>
              <a:rPr b="1" i="0" lang="en-US" sz="12461" u="none" cap="none" strike="noStrike">
                <a:solidFill>
                  <a:srgbClr val="018345"/>
                </a:solidFill>
                <a:latin typeface="Montserrat"/>
                <a:ea typeface="Montserrat"/>
                <a:cs typeface="Montserrat"/>
                <a:sym typeface="Montserrat"/>
              </a:rPr>
              <a:t>04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02" name="Google Shape;402;p26"/>
          <p:cNvGrpSpPr/>
          <p:nvPr/>
        </p:nvGrpSpPr>
        <p:grpSpPr>
          <a:xfrm>
            <a:off x="-2718010" y="9274528"/>
            <a:ext cx="7950400" cy="1707231"/>
            <a:chOff x="0" y="-384762"/>
            <a:chExt cx="10600533" cy="2276307"/>
          </a:xfrm>
        </p:grpSpPr>
        <p:grpSp>
          <p:nvGrpSpPr>
            <p:cNvPr id="403" name="Google Shape;403;p26"/>
            <p:cNvGrpSpPr/>
            <p:nvPr/>
          </p:nvGrpSpPr>
          <p:grpSpPr>
            <a:xfrm>
              <a:off x="0" y="-384762"/>
              <a:ext cx="10600533" cy="2276307"/>
              <a:chOff x="0" y="-38100"/>
              <a:chExt cx="1049690" cy="225405"/>
            </a:xfrm>
          </p:grpSpPr>
          <p:sp>
            <p:nvSpPr>
              <p:cNvPr id="404" name="Google Shape;404;p26"/>
              <p:cNvSpPr/>
              <p:nvPr/>
            </p:nvSpPr>
            <p:spPr>
              <a:xfrm>
                <a:off x="0" y="0"/>
                <a:ext cx="1049690" cy="187305"/>
              </a:xfrm>
              <a:custGeom>
                <a:rect b="b" l="l" r="r" t="t"/>
                <a:pathLst>
                  <a:path extrusionOk="0" h="187305" w="1049690">
                    <a:moveTo>
                      <a:pt x="203200" y="0"/>
                    </a:moveTo>
                    <a:lnTo>
                      <a:pt x="846490" y="0"/>
                    </a:lnTo>
                    <a:lnTo>
                      <a:pt x="1049690" y="187305"/>
                    </a:lnTo>
                    <a:lnTo>
                      <a:pt x="0" y="187305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18345"/>
              </a:solidFill>
              <a:ln>
                <a:noFill/>
              </a:ln>
            </p:spPr>
          </p:sp>
          <p:sp>
            <p:nvSpPr>
              <p:cNvPr id="405" name="Google Shape;405;p26"/>
              <p:cNvSpPr txBox="1"/>
              <p:nvPr/>
            </p:nvSpPr>
            <p:spPr>
              <a:xfrm>
                <a:off x="127000" y="-38100"/>
                <a:ext cx="795690" cy="22540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16666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406" name="Google Shape;406;p26"/>
            <p:cNvSpPr txBox="1"/>
            <p:nvPr/>
          </p:nvSpPr>
          <p:spPr>
            <a:xfrm>
              <a:off x="4182979" y="666743"/>
              <a:ext cx="3721150" cy="52948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7927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407" name="Google Shape;407;p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854296" y="4299063"/>
            <a:ext cx="5962650" cy="5962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0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0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0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0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13" name="Google Shape;413;p27"/>
          <p:cNvCxnSpPr/>
          <p:nvPr/>
        </p:nvCxnSpPr>
        <p:spPr>
          <a:xfrm flipH="1" rot="10800000">
            <a:off x="6810282" y="2287549"/>
            <a:ext cx="11243637" cy="19050"/>
          </a:xfrm>
          <a:prstGeom prst="straightConnector1">
            <a:avLst/>
          </a:prstGeom>
          <a:noFill/>
          <a:ln cap="flat" cmpd="sng" w="38100">
            <a:solidFill>
              <a:srgbClr val="018345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414" name="Google Shape;414;p27"/>
          <p:cNvGrpSpPr/>
          <p:nvPr/>
        </p:nvGrpSpPr>
        <p:grpSpPr>
          <a:xfrm rot="10800000">
            <a:off x="15785091" y="-536942"/>
            <a:ext cx="7681766" cy="4260610"/>
            <a:chOff x="0" y="-38100"/>
            <a:chExt cx="406400" cy="225405"/>
          </a:xfrm>
        </p:grpSpPr>
        <p:sp>
          <p:nvSpPr>
            <p:cNvPr id="415" name="Google Shape;415;p27"/>
            <p:cNvSpPr/>
            <p:nvPr/>
          </p:nvSpPr>
          <p:spPr>
            <a:xfrm>
              <a:off x="0" y="0"/>
              <a:ext cx="406400" cy="187305"/>
            </a:xfrm>
            <a:custGeom>
              <a:rect b="b" l="l" r="r" t="t"/>
              <a:pathLst>
                <a:path extrusionOk="0" h="187305" w="406400">
                  <a:moveTo>
                    <a:pt x="203200" y="0"/>
                  </a:moveTo>
                  <a:lnTo>
                    <a:pt x="203200" y="0"/>
                  </a:lnTo>
                  <a:lnTo>
                    <a:pt x="406400" y="187305"/>
                  </a:lnTo>
                  <a:lnTo>
                    <a:pt x="0" y="187305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018345">
                <a:alpha val="80000"/>
              </a:srgbClr>
            </a:solidFill>
            <a:ln>
              <a:noFill/>
            </a:ln>
          </p:spPr>
        </p:sp>
        <p:sp>
          <p:nvSpPr>
            <p:cNvPr id="416" name="Google Shape;416;p27"/>
            <p:cNvSpPr txBox="1"/>
            <p:nvPr/>
          </p:nvSpPr>
          <p:spPr>
            <a:xfrm>
              <a:off x="127000" y="-38100"/>
              <a:ext cx="152400" cy="22540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16666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17" name="Google Shape;417;p27"/>
          <p:cNvSpPr/>
          <p:nvPr/>
        </p:nvSpPr>
        <p:spPr>
          <a:xfrm>
            <a:off x="18978732" y="1741370"/>
            <a:ext cx="647242" cy="647242"/>
          </a:xfrm>
          <a:custGeom>
            <a:rect b="b" l="l" r="r" t="t"/>
            <a:pathLst>
              <a:path extrusionOk="0" h="647242" w="647242">
                <a:moveTo>
                  <a:pt x="0" y="0"/>
                </a:moveTo>
                <a:lnTo>
                  <a:pt x="647242" y="0"/>
                </a:lnTo>
                <a:lnTo>
                  <a:pt x="647242" y="647242"/>
                </a:lnTo>
                <a:lnTo>
                  <a:pt x="0" y="64724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18" name="Google Shape;418;p27"/>
          <p:cNvSpPr txBox="1"/>
          <p:nvPr/>
        </p:nvSpPr>
        <p:spPr>
          <a:xfrm>
            <a:off x="6019800" y="647700"/>
            <a:ext cx="11880998" cy="12880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4791"/>
              </a:lnSpc>
              <a:spcBef>
                <a:spcPts val="0"/>
              </a:spcBef>
              <a:spcAft>
                <a:spcPts val="0"/>
              </a:spcAft>
              <a:buClr>
                <a:srgbClr val="018345"/>
              </a:buClr>
              <a:buSzPts val="5400"/>
              <a:buFont typeface="Montserrat"/>
              <a:buNone/>
            </a:pPr>
            <a:r>
              <a:rPr b="1" lang="en-US" sz="5400">
                <a:solidFill>
                  <a:srgbClr val="018345"/>
                </a:solidFill>
                <a:latin typeface="Montserrat"/>
                <a:ea typeface="Montserrat"/>
                <a:cs typeface="Montserrat"/>
                <a:sym typeface="Montserrat"/>
              </a:rPr>
              <a:t>Bài nghe Aptis phần 3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19" name="Google Shape;419;p27"/>
          <p:cNvGrpSpPr/>
          <p:nvPr/>
        </p:nvGrpSpPr>
        <p:grpSpPr>
          <a:xfrm>
            <a:off x="-2718010" y="9274528"/>
            <a:ext cx="7950400" cy="1707231"/>
            <a:chOff x="0" y="-384762"/>
            <a:chExt cx="10600533" cy="2276307"/>
          </a:xfrm>
        </p:grpSpPr>
        <p:grpSp>
          <p:nvGrpSpPr>
            <p:cNvPr id="420" name="Google Shape;420;p27"/>
            <p:cNvGrpSpPr/>
            <p:nvPr/>
          </p:nvGrpSpPr>
          <p:grpSpPr>
            <a:xfrm>
              <a:off x="0" y="-384762"/>
              <a:ext cx="10600533" cy="2276307"/>
              <a:chOff x="0" y="-38100"/>
              <a:chExt cx="1049690" cy="225405"/>
            </a:xfrm>
          </p:grpSpPr>
          <p:sp>
            <p:nvSpPr>
              <p:cNvPr id="421" name="Google Shape;421;p27"/>
              <p:cNvSpPr/>
              <p:nvPr/>
            </p:nvSpPr>
            <p:spPr>
              <a:xfrm>
                <a:off x="0" y="0"/>
                <a:ext cx="1049690" cy="187305"/>
              </a:xfrm>
              <a:custGeom>
                <a:rect b="b" l="l" r="r" t="t"/>
                <a:pathLst>
                  <a:path extrusionOk="0" h="187305" w="1049690">
                    <a:moveTo>
                      <a:pt x="203200" y="0"/>
                    </a:moveTo>
                    <a:lnTo>
                      <a:pt x="846490" y="0"/>
                    </a:lnTo>
                    <a:lnTo>
                      <a:pt x="1049690" y="187305"/>
                    </a:lnTo>
                    <a:lnTo>
                      <a:pt x="0" y="187305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18345"/>
              </a:solidFill>
              <a:ln>
                <a:noFill/>
              </a:ln>
            </p:spPr>
          </p:sp>
          <p:sp>
            <p:nvSpPr>
              <p:cNvPr id="422" name="Google Shape;422;p27"/>
              <p:cNvSpPr txBox="1"/>
              <p:nvPr/>
            </p:nvSpPr>
            <p:spPr>
              <a:xfrm>
                <a:off x="127000" y="-38100"/>
                <a:ext cx="795690" cy="22540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16666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423" name="Google Shape;423;p27"/>
            <p:cNvSpPr txBox="1"/>
            <p:nvPr/>
          </p:nvSpPr>
          <p:spPr>
            <a:xfrm>
              <a:off x="4182979" y="666743"/>
              <a:ext cx="3721150" cy="52948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79277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24" name="Google Shape;424;p27"/>
          <p:cNvSpPr txBox="1"/>
          <p:nvPr/>
        </p:nvSpPr>
        <p:spPr>
          <a:xfrm>
            <a:off x="7543800" y="3003502"/>
            <a:ext cx="10045457" cy="61862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571500" lvl="0" marL="5715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oto Sans Symbols"/>
              <a:buChar char="⮚"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Nghe hội thoại ngắn giữa một người đàn ông và một người phụ nữ.</a:t>
            </a:r>
            <a:endParaRPr/>
          </a:p>
          <a:p>
            <a:pPr indent="-571500" lvl="0" marL="5715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oto Sans Symbols"/>
              <a:buChar char="⮚"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Có bốn câu hỏi. </a:t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571500" lvl="0" marL="5715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oto Sans Symbols"/>
              <a:buChar char="⮚"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Nhiệm vụ của bạn là xác định xem người đàn ông, phụ nữ hay cả hai người đàn ông và người phụ nữ đã bày tỏ ý kiến.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2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2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2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30" name="Google Shape;430;p28"/>
          <p:cNvCxnSpPr/>
          <p:nvPr/>
        </p:nvCxnSpPr>
        <p:spPr>
          <a:xfrm flipH="1" rot="10800000">
            <a:off x="3996362" y="1619250"/>
            <a:ext cx="11243637" cy="19050"/>
          </a:xfrm>
          <a:prstGeom prst="straightConnector1">
            <a:avLst/>
          </a:prstGeom>
          <a:noFill/>
          <a:ln cap="flat" cmpd="sng" w="38100">
            <a:solidFill>
              <a:srgbClr val="018345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431" name="Google Shape;431;p28"/>
          <p:cNvGrpSpPr/>
          <p:nvPr/>
        </p:nvGrpSpPr>
        <p:grpSpPr>
          <a:xfrm rot="10800000">
            <a:off x="15785091" y="-536942"/>
            <a:ext cx="7681766" cy="4260610"/>
            <a:chOff x="0" y="-38100"/>
            <a:chExt cx="406400" cy="225405"/>
          </a:xfrm>
        </p:grpSpPr>
        <p:sp>
          <p:nvSpPr>
            <p:cNvPr id="432" name="Google Shape;432;p28"/>
            <p:cNvSpPr/>
            <p:nvPr/>
          </p:nvSpPr>
          <p:spPr>
            <a:xfrm>
              <a:off x="0" y="0"/>
              <a:ext cx="406400" cy="187305"/>
            </a:xfrm>
            <a:custGeom>
              <a:rect b="b" l="l" r="r" t="t"/>
              <a:pathLst>
                <a:path extrusionOk="0" h="187305" w="406400">
                  <a:moveTo>
                    <a:pt x="203200" y="0"/>
                  </a:moveTo>
                  <a:lnTo>
                    <a:pt x="203200" y="0"/>
                  </a:lnTo>
                  <a:lnTo>
                    <a:pt x="406400" y="187305"/>
                  </a:lnTo>
                  <a:lnTo>
                    <a:pt x="0" y="187305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018345">
                <a:alpha val="80000"/>
              </a:srgbClr>
            </a:solidFill>
            <a:ln>
              <a:noFill/>
            </a:ln>
          </p:spPr>
        </p:sp>
        <p:sp>
          <p:nvSpPr>
            <p:cNvPr id="433" name="Google Shape;433;p28"/>
            <p:cNvSpPr txBox="1"/>
            <p:nvPr/>
          </p:nvSpPr>
          <p:spPr>
            <a:xfrm>
              <a:off x="127000" y="-38100"/>
              <a:ext cx="152400" cy="22540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16666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34" name="Google Shape;434;p28"/>
          <p:cNvSpPr/>
          <p:nvPr/>
        </p:nvSpPr>
        <p:spPr>
          <a:xfrm>
            <a:off x="18978732" y="1741370"/>
            <a:ext cx="647242" cy="647242"/>
          </a:xfrm>
          <a:custGeom>
            <a:rect b="b" l="l" r="r" t="t"/>
            <a:pathLst>
              <a:path extrusionOk="0" h="647242" w="647242">
                <a:moveTo>
                  <a:pt x="0" y="0"/>
                </a:moveTo>
                <a:lnTo>
                  <a:pt x="647242" y="0"/>
                </a:lnTo>
                <a:lnTo>
                  <a:pt x="647242" y="647242"/>
                </a:lnTo>
                <a:lnTo>
                  <a:pt x="0" y="64724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35" name="Google Shape;435;p28"/>
          <p:cNvSpPr txBox="1"/>
          <p:nvPr/>
        </p:nvSpPr>
        <p:spPr>
          <a:xfrm>
            <a:off x="3359002" y="401132"/>
            <a:ext cx="11880998" cy="11449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4791"/>
              </a:lnSpc>
              <a:spcBef>
                <a:spcPts val="0"/>
              </a:spcBef>
              <a:spcAft>
                <a:spcPts val="0"/>
              </a:spcAft>
              <a:buClr>
                <a:srgbClr val="018345"/>
              </a:buClr>
              <a:buSzPts val="4800"/>
              <a:buFont typeface="Montserrat"/>
              <a:buNone/>
            </a:pPr>
            <a:r>
              <a:rPr b="1" lang="en-US" sz="4800">
                <a:solidFill>
                  <a:srgbClr val="018345"/>
                </a:solidFill>
                <a:latin typeface="Montserrat"/>
                <a:ea typeface="Montserrat"/>
                <a:cs typeface="Montserrat"/>
                <a:sym typeface="Montserrat"/>
              </a:rPr>
              <a:t>Đề mẫu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36" name="Google Shape;436;p28"/>
          <p:cNvGrpSpPr/>
          <p:nvPr/>
        </p:nvGrpSpPr>
        <p:grpSpPr>
          <a:xfrm>
            <a:off x="-2718010" y="9274528"/>
            <a:ext cx="7950400" cy="1707231"/>
            <a:chOff x="0" y="-384762"/>
            <a:chExt cx="10600533" cy="2276307"/>
          </a:xfrm>
        </p:grpSpPr>
        <p:grpSp>
          <p:nvGrpSpPr>
            <p:cNvPr id="437" name="Google Shape;437;p28"/>
            <p:cNvGrpSpPr/>
            <p:nvPr/>
          </p:nvGrpSpPr>
          <p:grpSpPr>
            <a:xfrm>
              <a:off x="0" y="-384762"/>
              <a:ext cx="10600533" cy="2276307"/>
              <a:chOff x="0" y="-38100"/>
              <a:chExt cx="1049690" cy="225405"/>
            </a:xfrm>
          </p:grpSpPr>
          <p:sp>
            <p:nvSpPr>
              <p:cNvPr id="438" name="Google Shape;438;p28"/>
              <p:cNvSpPr/>
              <p:nvPr/>
            </p:nvSpPr>
            <p:spPr>
              <a:xfrm>
                <a:off x="0" y="0"/>
                <a:ext cx="1049690" cy="187305"/>
              </a:xfrm>
              <a:custGeom>
                <a:rect b="b" l="l" r="r" t="t"/>
                <a:pathLst>
                  <a:path extrusionOk="0" h="187305" w="1049690">
                    <a:moveTo>
                      <a:pt x="203200" y="0"/>
                    </a:moveTo>
                    <a:lnTo>
                      <a:pt x="846490" y="0"/>
                    </a:lnTo>
                    <a:lnTo>
                      <a:pt x="1049690" y="187305"/>
                    </a:lnTo>
                    <a:lnTo>
                      <a:pt x="0" y="187305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18345"/>
              </a:solidFill>
              <a:ln>
                <a:noFill/>
              </a:ln>
            </p:spPr>
          </p:sp>
          <p:sp>
            <p:nvSpPr>
              <p:cNvPr id="439" name="Google Shape;439;p28"/>
              <p:cNvSpPr txBox="1"/>
              <p:nvPr/>
            </p:nvSpPr>
            <p:spPr>
              <a:xfrm>
                <a:off x="127000" y="-38100"/>
                <a:ext cx="795690" cy="22540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16666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440" name="Google Shape;440;p28"/>
            <p:cNvSpPr txBox="1"/>
            <p:nvPr/>
          </p:nvSpPr>
          <p:spPr>
            <a:xfrm>
              <a:off x="4182979" y="666743"/>
              <a:ext cx="3721150" cy="52948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79277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441" name="Google Shape;441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157496" y="2165079"/>
            <a:ext cx="13973007" cy="62341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47" name="Google Shape;447;p29"/>
          <p:cNvCxnSpPr/>
          <p:nvPr/>
        </p:nvCxnSpPr>
        <p:spPr>
          <a:xfrm flipH="1" rot="10800000">
            <a:off x="7543801" y="2045116"/>
            <a:ext cx="9909107" cy="50383"/>
          </a:xfrm>
          <a:prstGeom prst="straightConnector1">
            <a:avLst/>
          </a:prstGeom>
          <a:noFill/>
          <a:ln cap="flat" cmpd="sng" w="38100">
            <a:solidFill>
              <a:srgbClr val="018345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448" name="Google Shape;448;p29"/>
          <p:cNvGrpSpPr/>
          <p:nvPr/>
        </p:nvGrpSpPr>
        <p:grpSpPr>
          <a:xfrm rot="10800000">
            <a:off x="15785091" y="-536942"/>
            <a:ext cx="7681766" cy="4260610"/>
            <a:chOff x="0" y="-38100"/>
            <a:chExt cx="406400" cy="225405"/>
          </a:xfrm>
        </p:grpSpPr>
        <p:sp>
          <p:nvSpPr>
            <p:cNvPr id="449" name="Google Shape;449;p29"/>
            <p:cNvSpPr/>
            <p:nvPr/>
          </p:nvSpPr>
          <p:spPr>
            <a:xfrm>
              <a:off x="0" y="0"/>
              <a:ext cx="406400" cy="187305"/>
            </a:xfrm>
            <a:custGeom>
              <a:rect b="b" l="l" r="r" t="t"/>
              <a:pathLst>
                <a:path extrusionOk="0" h="187305" w="406400">
                  <a:moveTo>
                    <a:pt x="203200" y="0"/>
                  </a:moveTo>
                  <a:lnTo>
                    <a:pt x="203200" y="0"/>
                  </a:lnTo>
                  <a:lnTo>
                    <a:pt x="406400" y="187305"/>
                  </a:lnTo>
                  <a:lnTo>
                    <a:pt x="0" y="187305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018345">
                <a:alpha val="80000"/>
              </a:srgbClr>
            </a:solidFill>
            <a:ln>
              <a:noFill/>
            </a:ln>
          </p:spPr>
        </p:sp>
        <p:sp>
          <p:nvSpPr>
            <p:cNvPr id="450" name="Google Shape;450;p29"/>
            <p:cNvSpPr txBox="1"/>
            <p:nvPr/>
          </p:nvSpPr>
          <p:spPr>
            <a:xfrm>
              <a:off x="127000" y="-38100"/>
              <a:ext cx="152400" cy="22540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16666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51" name="Google Shape;451;p29"/>
          <p:cNvSpPr/>
          <p:nvPr/>
        </p:nvSpPr>
        <p:spPr>
          <a:xfrm>
            <a:off x="18099269" y="1809027"/>
            <a:ext cx="647242" cy="647242"/>
          </a:xfrm>
          <a:custGeom>
            <a:rect b="b" l="l" r="r" t="t"/>
            <a:pathLst>
              <a:path extrusionOk="0" h="647242" w="647242">
                <a:moveTo>
                  <a:pt x="0" y="0"/>
                </a:moveTo>
                <a:lnTo>
                  <a:pt x="647242" y="0"/>
                </a:lnTo>
                <a:lnTo>
                  <a:pt x="647242" y="647242"/>
                </a:lnTo>
                <a:lnTo>
                  <a:pt x="0" y="64724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452" name="Google Shape;452;p29"/>
          <p:cNvGrpSpPr/>
          <p:nvPr/>
        </p:nvGrpSpPr>
        <p:grpSpPr>
          <a:xfrm>
            <a:off x="-2718010" y="9274528"/>
            <a:ext cx="7950400" cy="1707231"/>
            <a:chOff x="0" y="-384762"/>
            <a:chExt cx="10600533" cy="2276307"/>
          </a:xfrm>
        </p:grpSpPr>
        <p:grpSp>
          <p:nvGrpSpPr>
            <p:cNvPr id="453" name="Google Shape;453;p29"/>
            <p:cNvGrpSpPr/>
            <p:nvPr/>
          </p:nvGrpSpPr>
          <p:grpSpPr>
            <a:xfrm>
              <a:off x="0" y="-384762"/>
              <a:ext cx="10600533" cy="2276307"/>
              <a:chOff x="0" y="-38100"/>
              <a:chExt cx="1049690" cy="225405"/>
            </a:xfrm>
          </p:grpSpPr>
          <p:sp>
            <p:nvSpPr>
              <p:cNvPr id="454" name="Google Shape;454;p29"/>
              <p:cNvSpPr/>
              <p:nvPr/>
            </p:nvSpPr>
            <p:spPr>
              <a:xfrm>
                <a:off x="0" y="0"/>
                <a:ext cx="1049690" cy="187305"/>
              </a:xfrm>
              <a:custGeom>
                <a:rect b="b" l="l" r="r" t="t"/>
                <a:pathLst>
                  <a:path extrusionOk="0" h="187305" w="1049690">
                    <a:moveTo>
                      <a:pt x="203200" y="0"/>
                    </a:moveTo>
                    <a:lnTo>
                      <a:pt x="846490" y="0"/>
                    </a:lnTo>
                    <a:lnTo>
                      <a:pt x="1049690" y="187305"/>
                    </a:lnTo>
                    <a:lnTo>
                      <a:pt x="0" y="187305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18345"/>
              </a:solidFill>
              <a:ln>
                <a:noFill/>
              </a:ln>
            </p:spPr>
          </p:sp>
          <p:sp>
            <p:nvSpPr>
              <p:cNvPr id="455" name="Google Shape;455;p29"/>
              <p:cNvSpPr txBox="1"/>
              <p:nvPr/>
            </p:nvSpPr>
            <p:spPr>
              <a:xfrm>
                <a:off x="127000" y="-38100"/>
                <a:ext cx="795690" cy="22540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16666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456" name="Google Shape;456;p29"/>
            <p:cNvSpPr txBox="1"/>
            <p:nvPr/>
          </p:nvSpPr>
          <p:spPr>
            <a:xfrm>
              <a:off x="4182979" y="666743"/>
              <a:ext cx="3721150" cy="52948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79277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57" name="Google Shape;457;p29"/>
          <p:cNvSpPr txBox="1"/>
          <p:nvPr/>
        </p:nvSpPr>
        <p:spPr>
          <a:xfrm>
            <a:off x="6592847" y="645771"/>
            <a:ext cx="11880998" cy="11449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3833"/>
              </a:lnSpc>
              <a:spcBef>
                <a:spcPts val="0"/>
              </a:spcBef>
              <a:spcAft>
                <a:spcPts val="0"/>
              </a:spcAft>
              <a:buClr>
                <a:srgbClr val="018345"/>
              </a:buClr>
              <a:buSzPts val="6000"/>
              <a:buFont typeface="Montserrat"/>
              <a:buNone/>
            </a:pPr>
            <a:r>
              <a:rPr b="1" lang="en-US" sz="6000">
                <a:solidFill>
                  <a:srgbClr val="018345"/>
                </a:solidFill>
                <a:latin typeface="Montserrat"/>
                <a:ea typeface="Montserrat"/>
                <a:cs typeface="Montserrat"/>
                <a:sym typeface="Montserrat"/>
              </a:rPr>
              <a:t>Lưu ý khi làm bài</a:t>
            </a:r>
            <a:endParaRPr b="1" sz="6000">
              <a:solidFill>
                <a:srgbClr val="01834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58" name="Google Shape;458;p29"/>
          <p:cNvSpPr/>
          <p:nvPr/>
        </p:nvSpPr>
        <p:spPr>
          <a:xfrm>
            <a:off x="8276617" y="2648710"/>
            <a:ext cx="8915400" cy="1378148"/>
          </a:xfrm>
          <a:prstGeom prst="roundRect">
            <a:avLst>
              <a:gd fmla="val 16667" name="adj"/>
            </a:avLst>
          </a:prstGeom>
          <a:solidFill>
            <a:srgbClr val="CEEADA"/>
          </a:solidFill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254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Calibri"/>
              <a:buNone/>
            </a:pPr>
            <a:r>
              <a:rPr lang="en-US" sz="3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Đọc tất cả các ý kiến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29"/>
          <p:cNvSpPr/>
          <p:nvPr/>
        </p:nvSpPr>
        <p:spPr>
          <a:xfrm>
            <a:off x="8305800" y="6048998"/>
            <a:ext cx="8915400" cy="1378148"/>
          </a:xfrm>
          <a:prstGeom prst="roundRect">
            <a:avLst>
              <a:gd fmla="val 16667" name="adj"/>
            </a:avLst>
          </a:prstGeom>
          <a:solidFill>
            <a:srgbClr val="CEEADA"/>
          </a:solidFill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254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Calibri"/>
              <a:buNone/>
            </a:pPr>
            <a:r>
              <a:rPr lang="en-US" sz="3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Chú ý đến các ngôn ngữ thể hiện ý kiến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29"/>
          <p:cNvSpPr/>
          <p:nvPr/>
        </p:nvSpPr>
        <p:spPr>
          <a:xfrm>
            <a:off x="8317149" y="7896380"/>
            <a:ext cx="8915400" cy="1378148"/>
          </a:xfrm>
          <a:prstGeom prst="roundRect">
            <a:avLst>
              <a:gd fmla="val 16667" name="adj"/>
            </a:avLst>
          </a:prstGeom>
          <a:solidFill>
            <a:srgbClr val="CEEADA"/>
          </a:solidFill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254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Calibri"/>
              <a:buNone/>
            </a:pPr>
            <a:r>
              <a:rPr lang="en-US" sz="3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Nghe lại nếu cần thiết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29"/>
          <p:cNvSpPr/>
          <p:nvPr/>
        </p:nvSpPr>
        <p:spPr>
          <a:xfrm>
            <a:off x="8305800" y="4397933"/>
            <a:ext cx="8915400" cy="1378148"/>
          </a:xfrm>
          <a:prstGeom prst="roundRect">
            <a:avLst>
              <a:gd fmla="val 16667" name="adj"/>
            </a:avLst>
          </a:prstGeom>
          <a:solidFill>
            <a:srgbClr val="CEEADA"/>
          </a:solidFill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254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Calibri"/>
              <a:buNone/>
            </a:pPr>
            <a:r>
              <a:rPr lang="en-US" sz="3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Tập trung nghe khi audio phát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66" name="Google Shape;466;p30"/>
          <p:cNvCxnSpPr/>
          <p:nvPr/>
        </p:nvCxnSpPr>
        <p:spPr>
          <a:xfrm>
            <a:off x="6186822" y="2191627"/>
            <a:ext cx="11650614" cy="0"/>
          </a:xfrm>
          <a:prstGeom prst="straightConnector1">
            <a:avLst/>
          </a:prstGeom>
          <a:noFill/>
          <a:ln cap="flat" cmpd="sng" w="38100">
            <a:solidFill>
              <a:srgbClr val="01834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67" name="Google Shape;467;p30"/>
          <p:cNvCxnSpPr/>
          <p:nvPr/>
        </p:nvCxnSpPr>
        <p:spPr>
          <a:xfrm>
            <a:off x="-249883" y="5124450"/>
            <a:ext cx="5303520" cy="0"/>
          </a:xfrm>
          <a:prstGeom prst="straightConnector1">
            <a:avLst/>
          </a:prstGeom>
          <a:noFill/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468" name="Google Shape;468;p30"/>
          <p:cNvGrpSpPr/>
          <p:nvPr/>
        </p:nvGrpSpPr>
        <p:grpSpPr>
          <a:xfrm rot="10800000">
            <a:off x="15044552" y="-741521"/>
            <a:ext cx="7681766" cy="4260610"/>
            <a:chOff x="0" y="-38100"/>
            <a:chExt cx="406400" cy="225405"/>
          </a:xfrm>
        </p:grpSpPr>
        <p:sp>
          <p:nvSpPr>
            <p:cNvPr id="469" name="Google Shape;469;p30"/>
            <p:cNvSpPr/>
            <p:nvPr/>
          </p:nvSpPr>
          <p:spPr>
            <a:xfrm>
              <a:off x="0" y="0"/>
              <a:ext cx="406400" cy="187305"/>
            </a:xfrm>
            <a:custGeom>
              <a:rect b="b" l="l" r="r" t="t"/>
              <a:pathLst>
                <a:path extrusionOk="0" h="187305" w="406400">
                  <a:moveTo>
                    <a:pt x="203200" y="0"/>
                  </a:moveTo>
                  <a:lnTo>
                    <a:pt x="203200" y="0"/>
                  </a:lnTo>
                  <a:lnTo>
                    <a:pt x="406400" y="187305"/>
                  </a:lnTo>
                  <a:lnTo>
                    <a:pt x="0" y="187305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018345">
                <a:alpha val="80000"/>
              </a:srgbClr>
            </a:solidFill>
            <a:ln>
              <a:noFill/>
            </a:ln>
          </p:spPr>
        </p:sp>
        <p:sp>
          <p:nvSpPr>
            <p:cNvPr id="470" name="Google Shape;470;p30"/>
            <p:cNvSpPr txBox="1"/>
            <p:nvPr/>
          </p:nvSpPr>
          <p:spPr>
            <a:xfrm>
              <a:off x="127000" y="-38100"/>
              <a:ext cx="152400" cy="22540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1666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descr="Books with solid fill" id="471" name="Google Shape;471;p30"/>
          <p:cNvSpPr/>
          <p:nvPr/>
        </p:nvSpPr>
        <p:spPr>
          <a:xfrm>
            <a:off x="3241317" y="6937835"/>
            <a:ext cx="796998" cy="796998"/>
          </a:xfrm>
          <a:custGeom>
            <a:rect b="b" l="l" r="r" t="t"/>
            <a:pathLst>
              <a:path extrusionOk="0" h="796998" w="796998">
                <a:moveTo>
                  <a:pt x="0" y="0"/>
                </a:moveTo>
                <a:lnTo>
                  <a:pt x="796998" y="0"/>
                </a:lnTo>
                <a:lnTo>
                  <a:pt x="796998" y="796998"/>
                </a:lnTo>
                <a:lnTo>
                  <a:pt x="0" y="79699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72" name="Google Shape;472;p30"/>
          <p:cNvSpPr/>
          <p:nvPr/>
        </p:nvSpPr>
        <p:spPr>
          <a:xfrm>
            <a:off x="18157088" y="2761190"/>
            <a:ext cx="647242" cy="647242"/>
          </a:xfrm>
          <a:custGeom>
            <a:rect b="b" l="l" r="r" t="t"/>
            <a:pathLst>
              <a:path extrusionOk="0" h="647242" w="647242">
                <a:moveTo>
                  <a:pt x="0" y="0"/>
                </a:moveTo>
                <a:lnTo>
                  <a:pt x="647242" y="0"/>
                </a:lnTo>
                <a:lnTo>
                  <a:pt x="647242" y="647242"/>
                </a:lnTo>
                <a:lnTo>
                  <a:pt x="0" y="64724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73" name="Google Shape;473;p30"/>
          <p:cNvSpPr txBox="1"/>
          <p:nvPr/>
        </p:nvSpPr>
        <p:spPr>
          <a:xfrm>
            <a:off x="6683660" y="2761190"/>
            <a:ext cx="10303922" cy="11633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50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3"/>
              <a:buFont typeface="Arial"/>
              <a:buNone/>
            </a:pPr>
            <a:r>
              <a:rPr b="1" i="0" lang="en-US" sz="5600" u="none" cap="none" strike="noStrike">
                <a:solidFill>
                  <a:srgbClr val="018345"/>
                </a:solidFill>
                <a:latin typeface="Montserrat"/>
                <a:ea typeface="Montserrat"/>
                <a:cs typeface="Montserrat"/>
                <a:sym typeface="Montserrat"/>
              </a:rPr>
              <a:t>BÀI </a:t>
            </a:r>
            <a:r>
              <a:rPr b="1" lang="en-US" sz="5600">
                <a:solidFill>
                  <a:srgbClr val="018345"/>
                </a:solidFill>
                <a:latin typeface="Montserrat"/>
                <a:ea typeface="Montserrat"/>
                <a:cs typeface="Montserrat"/>
                <a:sym typeface="Montserrat"/>
              </a:rPr>
              <a:t>NGHE</a:t>
            </a:r>
            <a:r>
              <a:rPr b="1" i="0" lang="en-US" sz="5600" u="none" cap="none" strike="noStrike">
                <a:solidFill>
                  <a:srgbClr val="018345"/>
                </a:solidFill>
                <a:latin typeface="Montserrat"/>
                <a:ea typeface="Montserrat"/>
                <a:cs typeface="Montserrat"/>
                <a:sym typeface="Montserrat"/>
              </a:rPr>
              <a:t> APTIS PHẦN 4</a:t>
            </a:r>
            <a:endParaRPr b="0" i="0" sz="5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4" name="Google Shape;474;p30"/>
          <p:cNvSpPr txBox="1"/>
          <p:nvPr/>
        </p:nvSpPr>
        <p:spPr>
          <a:xfrm>
            <a:off x="10734255" y="175330"/>
            <a:ext cx="2202732" cy="23010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9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461"/>
              <a:buFont typeface="Arial"/>
              <a:buNone/>
            </a:pPr>
            <a:r>
              <a:rPr b="1" i="0" lang="en-US" sz="12461" u="none" cap="none" strike="noStrike">
                <a:solidFill>
                  <a:srgbClr val="018345"/>
                </a:solidFill>
                <a:latin typeface="Montserrat"/>
                <a:ea typeface="Montserrat"/>
                <a:cs typeface="Montserrat"/>
                <a:sym typeface="Montserrat"/>
              </a:rPr>
              <a:t>05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75" name="Google Shape;475;p30"/>
          <p:cNvGrpSpPr/>
          <p:nvPr/>
        </p:nvGrpSpPr>
        <p:grpSpPr>
          <a:xfrm>
            <a:off x="-2718010" y="9274528"/>
            <a:ext cx="7950400" cy="1707231"/>
            <a:chOff x="0" y="-384762"/>
            <a:chExt cx="10600533" cy="2276307"/>
          </a:xfrm>
        </p:grpSpPr>
        <p:grpSp>
          <p:nvGrpSpPr>
            <p:cNvPr id="476" name="Google Shape;476;p30"/>
            <p:cNvGrpSpPr/>
            <p:nvPr/>
          </p:nvGrpSpPr>
          <p:grpSpPr>
            <a:xfrm>
              <a:off x="0" y="-384762"/>
              <a:ext cx="10600533" cy="2276307"/>
              <a:chOff x="0" y="-38100"/>
              <a:chExt cx="1049690" cy="225405"/>
            </a:xfrm>
          </p:grpSpPr>
          <p:sp>
            <p:nvSpPr>
              <p:cNvPr id="477" name="Google Shape;477;p30"/>
              <p:cNvSpPr/>
              <p:nvPr/>
            </p:nvSpPr>
            <p:spPr>
              <a:xfrm>
                <a:off x="0" y="0"/>
                <a:ext cx="1049690" cy="187305"/>
              </a:xfrm>
              <a:custGeom>
                <a:rect b="b" l="l" r="r" t="t"/>
                <a:pathLst>
                  <a:path extrusionOk="0" h="187305" w="1049690">
                    <a:moveTo>
                      <a:pt x="203200" y="0"/>
                    </a:moveTo>
                    <a:lnTo>
                      <a:pt x="846490" y="0"/>
                    </a:lnTo>
                    <a:lnTo>
                      <a:pt x="1049690" y="187305"/>
                    </a:lnTo>
                    <a:lnTo>
                      <a:pt x="0" y="187305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18345"/>
              </a:solidFill>
              <a:ln>
                <a:noFill/>
              </a:ln>
            </p:spPr>
          </p:sp>
          <p:sp>
            <p:nvSpPr>
              <p:cNvPr id="478" name="Google Shape;478;p30"/>
              <p:cNvSpPr txBox="1"/>
              <p:nvPr/>
            </p:nvSpPr>
            <p:spPr>
              <a:xfrm>
                <a:off x="127000" y="-38100"/>
                <a:ext cx="795690" cy="22540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16666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479" name="Google Shape;479;p30"/>
            <p:cNvSpPr txBox="1"/>
            <p:nvPr/>
          </p:nvSpPr>
          <p:spPr>
            <a:xfrm>
              <a:off x="4182979" y="666743"/>
              <a:ext cx="3721150" cy="52948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7927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480" name="Google Shape;480;p3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854296" y="4323222"/>
            <a:ext cx="5962650" cy="5229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86" name="Google Shape;486;p31"/>
          <p:cNvCxnSpPr/>
          <p:nvPr/>
        </p:nvCxnSpPr>
        <p:spPr>
          <a:xfrm flipH="1" rot="10800000">
            <a:off x="6793833" y="2007938"/>
            <a:ext cx="11243637" cy="19050"/>
          </a:xfrm>
          <a:prstGeom prst="straightConnector1">
            <a:avLst/>
          </a:prstGeom>
          <a:noFill/>
          <a:ln cap="flat" cmpd="sng" w="38100">
            <a:solidFill>
              <a:srgbClr val="018345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487" name="Google Shape;487;p31"/>
          <p:cNvGrpSpPr/>
          <p:nvPr/>
        </p:nvGrpSpPr>
        <p:grpSpPr>
          <a:xfrm rot="10800000">
            <a:off x="15785091" y="-536942"/>
            <a:ext cx="7681766" cy="4260610"/>
            <a:chOff x="0" y="-38100"/>
            <a:chExt cx="406400" cy="225405"/>
          </a:xfrm>
        </p:grpSpPr>
        <p:sp>
          <p:nvSpPr>
            <p:cNvPr id="488" name="Google Shape;488;p31"/>
            <p:cNvSpPr/>
            <p:nvPr/>
          </p:nvSpPr>
          <p:spPr>
            <a:xfrm>
              <a:off x="0" y="0"/>
              <a:ext cx="406400" cy="187305"/>
            </a:xfrm>
            <a:custGeom>
              <a:rect b="b" l="l" r="r" t="t"/>
              <a:pathLst>
                <a:path extrusionOk="0" h="187305" w="406400">
                  <a:moveTo>
                    <a:pt x="203200" y="0"/>
                  </a:moveTo>
                  <a:lnTo>
                    <a:pt x="203200" y="0"/>
                  </a:lnTo>
                  <a:lnTo>
                    <a:pt x="406400" y="187305"/>
                  </a:lnTo>
                  <a:lnTo>
                    <a:pt x="0" y="187305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018345">
                <a:alpha val="80000"/>
              </a:srgbClr>
            </a:solidFill>
            <a:ln>
              <a:noFill/>
            </a:ln>
          </p:spPr>
        </p:sp>
        <p:sp>
          <p:nvSpPr>
            <p:cNvPr id="489" name="Google Shape;489;p31"/>
            <p:cNvSpPr txBox="1"/>
            <p:nvPr/>
          </p:nvSpPr>
          <p:spPr>
            <a:xfrm>
              <a:off x="127000" y="-38100"/>
              <a:ext cx="152400" cy="22540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16666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90" name="Google Shape;490;p31"/>
          <p:cNvSpPr/>
          <p:nvPr/>
        </p:nvSpPr>
        <p:spPr>
          <a:xfrm>
            <a:off x="18978732" y="1741370"/>
            <a:ext cx="647242" cy="647242"/>
          </a:xfrm>
          <a:custGeom>
            <a:rect b="b" l="l" r="r" t="t"/>
            <a:pathLst>
              <a:path extrusionOk="0" h="647242" w="647242">
                <a:moveTo>
                  <a:pt x="0" y="0"/>
                </a:moveTo>
                <a:lnTo>
                  <a:pt x="647242" y="0"/>
                </a:lnTo>
                <a:lnTo>
                  <a:pt x="647242" y="647242"/>
                </a:lnTo>
                <a:lnTo>
                  <a:pt x="0" y="64724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91" name="Google Shape;491;p31"/>
          <p:cNvSpPr txBox="1"/>
          <p:nvPr/>
        </p:nvSpPr>
        <p:spPr>
          <a:xfrm>
            <a:off x="6018876" y="910064"/>
            <a:ext cx="118809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4791"/>
              </a:lnSpc>
              <a:spcBef>
                <a:spcPts val="0"/>
              </a:spcBef>
              <a:spcAft>
                <a:spcPts val="0"/>
              </a:spcAft>
              <a:buClr>
                <a:srgbClr val="018345"/>
              </a:buClr>
              <a:buSzPts val="5400"/>
              <a:buFont typeface="Montserrat"/>
              <a:buNone/>
            </a:pPr>
            <a:r>
              <a:rPr b="1" lang="en-US" sz="5400">
                <a:solidFill>
                  <a:srgbClr val="018345"/>
                </a:solidFill>
                <a:latin typeface="Montserrat"/>
                <a:ea typeface="Montserrat"/>
                <a:cs typeface="Montserrat"/>
                <a:sym typeface="Montserrat"/>
              </a:rPr>
              <a:t>Bài nghe Aptis phần 4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92" name="Google Shape;492;p31"/>
          <p:cNvGrpSpPr/>
          <p:nvPr/>
        </p:nvGrpSpPr>
        <p:grpSpPr>
          <a:xfrm>
            <a:off x="-2718010" y="9274528"/>
            <a:ext cx="7950400" cy="1707231"/>
            <a:chOff x="0" y="-384762"/>
            <a:chExt cx="10600533" cy="2276307"/>
          </a:xfrm>
        </p:grpSpPr>
        <p:grpSp>
          <p:nvGrpSpPr>
            <p:cNvPr id="493" name="Google Shape;493;p31"/>
            <p:cNvGrpSpPr/>
            <p:nvPr/>
          </p:nvGrpSpPr>
          <p:grpSpPr>
            <a:xfrm>
              <a:off x="0" y="-384762"/>
              <a:ext cx="10600533" cy="2276307"/>
              <a:chOff x="0" y="-38100"/>
              <a:chExt cx="1049690" cy="225405"/>
            </a:xfrm>
          </p:grpSpPr>
          <p:sp>
            <p:nvSpPr>
              <p:cNvPr id="494" name="Google Shape;494;p31"/>
              <p:cNvSpPr/>
              <p:nvPr/>
            </p:nvSpPr>
            <p:spPr>
              <a:xfrm>
                <a:off x="0" y="0"/>
                <a:ext cx="1049690" cy="187305"/>
              </a:xfrm>
              <a:custGeom>
                <a:rect b="b" l="l" r="r" t="t"/>
                <a:pathLst>
                  <a:path extrusionOk="0" h="187305" w="1049690">
                    <a:moveTo>
                      <a:pt x="203200" y="0"/>
                    </a:moveTo>
                    <a:lnTo>
                      <a:pt x="846490" y="0"/>
                    </a:lnTo>
                    <a:lnTo>
                      <a:pt x="1049690" y="187305"/>
                    </a:lnTo>
                    <a:lnTo>
                      <a:pt x="0" y="187305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18345"/>
              </a:solidFill>
              <a:ln>
                <a:noFill/>
              </a:ln>
            </p:spPr>
          </p:sp>
          <p:sp>
            <p:nvSpPr>
              <p:cNvPr id="495" name="Google Shape;495;p31"/>
              <p:cNvSpPr txBox="1"/>
              <p:nvPr/>
            </p:nvSpPr>
            <p:spPr>
              <a:xfrm>
                <a:off x="127000" y="-38100"/>
                <a:ext cx="795690" cy="22540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16666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496" name="Google Shape;496;p31"/>
            <p:cNvSpPr txBox="1"/>
            <p:nvPr/>
          </p:nvSpPr>
          <p:spPr>
            <a:xfrm>
              <a:off x="4182979" y="666743"/>
              <a:ext cx="3721150" cy="52948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79277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97" name="Google Shape;497;p31"/>
          <p:cNvSpPr txBox="1"/>
          <p:nvPr/>
        </p:nvSpPr>
        <p:spPr>
          <a:xfrm>
            <a:off x="7746960" y="3009176"/>
            <a:ext cx="9337382" cy="59554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571500" lvl="0" marL="5715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oto Sans Symbols"/>
              <a:buChar char="⮚"/>
            </a:pPr>
            <a:r>
              <a:rPr lang="en-US" sz="4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Nghe 2 đoạn độc thoại và chọn trắc nghiệm.</a:t>
            </a:r>
            <a:endParaRPr/>
          </a:p>
          <a:p>
            <a:pPr indent="-571500" lvl="0" marL="5715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oto Sans Symbols"/>
              <a:buChar char="⮚"/>
            </a:pPr>
            <a:r>
              <a:rPr lang="en-US" sz="4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 câu hỏi/ đoạn độc thoại.</a:t>
            </a:r>
            <a:endParaRPr/>
          </a:p>
          <a:p>
            <a:pPr indent="-571500" lvl="0" marL="5715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oto Sans Symbols"/>
              <a:buChar char="⮚"/>
            </a:pPr>
            <a:r>
              <a:rPr lang="en-US" sz="4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Nghe và xác định thái độ, ý kiến, mục đích.</a:t>
            </a:r>
            <a:endParaRPr/>
          </a:p>
          <a:p>
            <a:pPr indent="-317500" lvl="0" marL="5715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oto Sans Symbols"/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9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9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9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9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03" name="Google Shape;503;p32"/>
          <p:cNvCxnSpPr/>
          <p:nvPr/>
        </p:nvCxnSpPr>
        <p:spPr>
          <a:xfrm flipH="1" rot="10800000">
            <a:off x="3996362" y="1619250"/>
            <a:ext cx="11243637" cy="19050"/>
          </a:xfrm>
          <a:prstGeom prst="straightConnector1">
            <a:avLst/>
          </a:prstGeom>
          <a:noFill/>
          <a:ln cap="flat" cmpd="sng" w="38100">
            <a:solidFill>
              <a:srgbClr val="018345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504" name="Google Shape;504;p32"/>
          <p:cNvGrpSpPr/>
          <p:nvPr/>
        </p:nvGrpSpPr>
        <p:grpSpPr>
          <a:xfrm rot="10800000">
            <a:off x="15785091" y="-536942"/>
            <a:ext cx="7681766" cy="4260610"/>
            <a:chOff x="0" y="-38100"/>
            <a:chExt cx="406400" cy="225405"/>
          </a:xfrm>
        </p:grpSpPr>
        <p:sp>
          <p:nvSpPr>
            <p:cNvPr id="505" name="Google Shape;505;p32"/>
            <p:cNvSpPr/>
            <p:nvPr/>
          </p:nvSpPr>
          <p:spPr>
            <a:xfrm>
              <a:off x="0" y="0"/>
              <a:ext cx="406400" cy="187305"/>
            </a:xfrm>
            <a:custGeom>
              <a:rect b="b" l="l" r="r" t="t"/>
              <a:pathLst>
                <a:path extrusionOk="0" h="187305" w="406400">
                  <a:moveTo>
                    <a:pt x="203200" y="0"/>
                  </a:moveTo>
                  <a:lnTo>
                    <a:pt x="203200" y="0"/>
                  </a:lnTo>
                  <a:lnTo>
                    <a:pt x="406400" y="187305"/>
                  </a:lnTo>
                  <a:lnTo>
                    <a:pt x="0" y="187305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018345">
                <a:alpha val="80000"/>
              </a:srgbClr>
            </a:solidFill>
            <a:ln>
              <a:noFill/>
            </a:ln>
          </p:spPr>
        </p:sp>
        <p:sp>
          <p:nvSpPr>
            <p:cNvPr id="506" name="Google Shape;506;p32"/>
            <p:cNvSpPr txBox="1"/>
            <p:nvPr/>
          </p:nvSpPr>
          <p:spPr>
            <a:xfrm>
              <a:off x="127000" y="-38100"/>
              <a:ext cx="152400" cy="22540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16666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07" name="Google Shape;507;p32"/>
          <p:cNvSpPr/>
          <p:nvPr/>
        </p:nvSpPr>
        <p:spPr>
          <a:xfrm>
            <a:off x="18978732" y="1741370"/>
            <a:ext cx="647242" cy="647242"/>
          </a:xfrm>
          <a:custGeom>
            <a:rect b="b" l="l" r="r" t="t"/>
            <a:pathLst>
              <a:path extrusionOk="0" h="647242" w="647242">
                <a:moveTo>
                  <a:pt x="0" y="0"/>
                </a:moveTo>
                <a:lnTo>
                  <a:pt x="647242" y="0"/>
                </a:lnTo>
                <a:lnTo>
                  <a:pt x="647242" y="647242"/>
                </a:lnTo>
                <a:lnTo>
                  <a:pt x="0" y="64724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08" name="Google Shape;508;p32"/>
          <p:cNvSpPr txBox="1"/>
          <p:nvPr/>
        </p:nvSpPr>
        <p:spPr>
          <a:xfrm>
            <a:off x="3359002" y="401132"/>
            <a:ext cx="11880998" cy="11449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4791"/>
              </a:lnSpc>
              <a:spcBef>
                <a:spcPts val="0"/>
              </a:spcBef>
              <a:spcAft>
                <a:spcPts val="0"/>
              </a:spcAft>
              <a:buClr>
                <a:srgbClr val="018345"/>
              </a:buClr>
              <a:buSzPts val="4800"/>
              <a:buFont typeface="Montserrat"/>
              <a:buNone/>
            </a:pPr>
            <a:r>
              <a:rPr b="1" lang="en-US" sz="4800">
                <a:solidFill>
                  <a:srgbClr val="018345"/>
                </a:solidFill>
                <a:latin typeface="Montserrat"/>
                <a:ea typeface="Montserrat"/>
                <a:cs typeface="Montserrat"/>
                <a:sym typeface="Montserrat"/>
              </a:rPr>
              <a:t>Đề mẫu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09" name="Google Shape;509;p32"/>
          <p:cNvGrpSpPr/>
          <p:nvPr/>
        </p:nvGrpSpPr>
        <p:grpSpPr>
          <a:xfrm>
            <a:off x="-2718010" y="9274528"/>
            <a:ext cx="7950400" cy="1707231"/>
            <a:chOff x="0" y="-384762"/>
            <a:chExt cx="10600533" cy="2276307"/>
          </a:xfrm>
        </p:grpSpPr>
        <p:grpSp>
          <p:nvGrpSpPr>
            <p:cNvPr id="510" name="Google Shape;510;p32"/>
            <p:cNvGrpSpPr/>
            <p:nvPr/>
          </p:nvGrpSpPr>
          <p:grpSpPr>
            <a:xfrm>
              <a:off x="0" y="-384762"/>
              <a:ext cx="10600533" cy="2276307"/>
              <a:chOff x="0" y="-38100"/>
              <a:chExt cx="1049690" cy="225405"/>
            </a:xfrm>
          </p:grpSpPr>
          <p:sp>
            <p:nvSpPr>
              <p:cNvPr id="511" name="Google Shape;511;p32"/>
              <p:cNvSpPr/>
              <p:nvPr/>
            </p:nvSpPr>
            <p:spPr>
              <a:xfrm>
                <a:off x="0" y="0"/>
                <a:ext cx="1049690" cy="187305"/>
              </a:xfrm>
              <a:custGeom>
                <a:rect b="b" l="l" r="r" t="t"/>
                <a:pathLst>
                  <a:path extrusionOk="0" h="187305" w="1049690">
                    <a:moveTo>
                      <a:pt x="203200" y="0"/>
                    </a:moveTo>
                    <a:lnTo>
                      <a:pt x="846490" y="0"/>
                    </a:lnTo>
                    <a:lnTo>
                      <a:pt x="1049690" y="187305"/>
                    </a:lnTo>
                    <a:lnTo>
                      <a:pt x="0" y="187305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18345"/>
              </a:solidFill>
              <a:ln>
                <a:noFill/>
              </a:ln>
            </p:spPr>
          </p:sp>
          <p:sp>
            <p:nvSpPr>
              <p:cNvPr id="512" name="Google Shape;512;p32"/>
              <p:cNvSpPr txBox="1"/>
              <p:nvPr/>
            </p:nvSpPr>
            <p:spPr>
              <a:xfrm>
                <a:off x="127000" y="-38100"/>
                <a:ext cx="795690" cy="22540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16666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513" name="Google Shape;513;p32"/>
            <p:cNvSpPr txBox="1"/>
            <p:nvPr/>
          </p:nvSpPr>
          <p:spPr>
            <a:xfrm>
              <a:off x="4182979" y="666743"/>
              <a:ext cx="3721150" cy="52948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79277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514" name="Google Shape;514;p32"/>
          <p:cNvPicPr preferRelativeResize="0"/>
          <p:nvPr/>
        </p:nvPicPr>
        <p:blipFill rotWithShape="1">
          <a:blip r:embed="rId4">
            <a:alphaModFix/>
          </a:blip>
          <a:srcRect b="0" l="1186" r="4981" t="0"/>
          <a:stretch/>
        </p:blipFill>
        <p:spPr>
          <a:xfrm>
            <a:off x="3904093" y="1908794"/>
            <a:ext cx="11880998" cy="75801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20" name="Google Shape;520;p33"/>
          <p:cNvCxnSpPr/>
          <p:nvPr/>
        </p:nvCxnSpPr>
        <p:spPr>
          <a:xfrm flipH="1" rot="10800000">
            <a:off x="7543801" y="2045116"/>
            <a:ext cx="9909107" cy="50383"/>
          </a:xfrm>
          <a:prstGeom prst="straightConnector1">
            <a:avLst/>
          </a:prstGeom>
          <a:noFill/>
          <a:ln cap="flat" cmpd="sng" w="38100">
            <a:solidFill>
              <a:srgbClr val="018345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521" name="Google Shape;521;p33"/>
          <p:cNvGrpSpPr/>
          <p:nvPr/>
        </p:nvGrpSpPr>
        <p:grpSpPr>
          <a:xfrm rot="10800000">
            <a:off x="15785091" y="-536942"/>
            <a:ext cx="7681766" cy="4260610"/>
            <a:chOff x="0" y="-38100"/>
            <a:chExt cx="406400" cy="225405"/>
          </a:xfrm>
        </p:grpSpPr>
        <p:sp>
          <p:nvSpPr>
            <p:cNvPr id="522" name="Google Shape;522;p33"/>
            <p:cNvSpPr/>
            <p:nvPr/>
          </p:nvSpPr>
          <p:spPr>
            <a:xfrm>
              <a:off x="0" y="0"/>
              <a:ext cx="406400" cy="187305"/>
            </a:xfrm>
            <a:custGeom>
              <a:rect b="b" l="l" r="r" t="t"/>
              <a:pathLst>
                <a:path extrusionOk="0" h="187305" w="406400">
                  <a:moveTo>
                    <a:pt x="203200" y="0"/>
                  </a:moveTo>
                  <a:lnTo>
                    <a:pt x="203200" y="0"/>
                  </a:lnTo>
                  <a:lnTo>
                    <a:pt x="406400" y="187305"/>
                  </a:lnTo>
                  <a:lnTo>
                    <a:pt x="0" y="187305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018345">
                <a:alpha val="80000"/>
              </a:srgbClr>
            </a:solidFill>
            <a:ln>
              <a:noFill/>
            </a:ln>
          </p:spPr>
        </p:sp>
        <p:sp>
          <p:nvSpPr>
            <p:cNvPr id="523" name="Google Shape;523;p33"/>
            <p:cNvSpPr txBox="1"/>
            <p:nvPr/>
          </p:nvSpPr>
          <p:spPr>
            <a:xfrm>
              <a:off x="127000" y="-38100"/>
              <a:ext cx="152400" cy="22540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16666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24" name="Google Shape;524;p33"/>
          <p:cNvSpPr/>
          <p:nvPr/>
        </p:nvSpPr>
        <p:spPr>
          <a:xfrm>
            <a:off x="18099269" y="1809027"/>
            <a:ext cx="647242" cy="647242"/>
          </a:xfrm>
          <a:custGeom>
            <a:rect b="b" l="l" r="r" t="t"/>
            <a:pathLst>
              <a:path extrusionOk="0" h="647242" w="647242">
                <a:moveTo>
                  <a:pt x="0" y="0"/>
                </a:moveTo>
                <a:lnTo>
                  <a:pt x="647242" y="0"/>
                </a:lnTo>
                <a:lnTo>
                  <a:pt x="647242" y="647242"/>
                </a:lnTo>
                <a:lnTo>
                  <a:pt x="0" y="64724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525" name="Google Shape;525;p33"/>
          <p:cNvGrpSpPr/>
          <p:nvPr/>
        </p:nvGrpSpPr>
        <p:grpSpPr>
          <a:xfrm>
            <a:off x="-2718010" y="9274528"/>
            <a:ext cx="7950400" cy="1707231"/>
            <a:chOff x="0" y="-384762"/>
            <a:chExt cx="10600533" cy="2276307"/>
          </a:xfrm>
        </p:grpSpPr>
        <p:grpSp>
          <p:nvGrpSpPr>
            <p:cNvPr id="526" name="Google Shape;526;p33"/>
            <p:cNvGrpSpPr/>
            <p:nvPr/>
          </p:nvGrpSpPr>
          <p:grpSpPr>
            <a:xfrm>
              <a:off x="0" y="-384762"/>
              <a:ext cx="10600533" cy="2276307"/>
              <a:chOff x="0" y="-38100"/>
              <a:chExt cx="1049690" cy="225405"/>
            </a:xfrm>
          </p:grpSpPr>
          <p:sp>
            <p:nvSpPr>
              <p:cNvPr id="527" name="Google Shape;527;p33"/>
              <p:cNvSpPr/>
              <p:nvPr/>
            </p:nvSpPr>
            <p:spPr>
              <a:xfrm>
                <a:off x="0" y="0"/>
                <a:ext cx="1049690" cy="187305"/>
              </a:xfrm>
              <a:custGeom>
                <a:rect b="b" l="l" r="r" t="t"/>
                <a:pathLst>
                  <a:path extrusionOk="0" h="187305" w="1049690">
                    <a:moveTo>
                      <a:pt x="203200" y="0"/>
                    </a:moveTo>
                    <a:lnTo>
                      <a:pt x="846490" y="0"/>
                    </a:lnTo>
                    <a:lnTo>
                      <a:pt x="1049690" y="187305"/>
                    </a:lnTo>
                    <a:lnTo>
                      <a:pt x="0" y="187305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18345"/>
              </a:solidFill>
              <a:ln>
                <a:noFill/>
              </a:ln>
            </p:spPr>
          </p:sp>
          <p:sp>
            <p:nvSpPr>
              <p:cNvPr id="528" name="Google Shape;528;p33"/>
              <p:cNvSpPr txBox="1"/>
              <p:nvPr/>
            </p:nvSpPr>
            <p:spPr>
              <a:xfrm>
                <a:off x="127000" y="-38100"/>
                <a:ext cx="795690" cy="22540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16666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529" name="Google Shape;529;p33"/>
            <p:cNvSpPr txBox="1"/>
            <p:nvPr/>
          </p:nvSpPr>
          <p:spPr>
            <a:xfrm>
              <a:off x="4182979" y="666743"/>
              <a:ext cx="3721150" cy="52948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79277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30" name="Google Shape;530;p33"/>
          <p:cNvSpPr txBox="1"/>
          <p:nvPr/>
        </p:nvSpPr>
        <p:spPr>
          <a:xfrm>
            <a:off x="6592847" y="645771"/>
            <a:ext cx="11880998" cy="11449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3833"/>
              </a:lnSpc>
              <a:spcBef>
                <a:spcPts val="0"/>
              </a:spcBef>
              <a:spcAft>
                <a:spcPts val="0"/>
              </a:spcAft>
              <a:buClr>
                <a:srgbClr val="018345"/>
              </a:buClr>
              <a:buSzPts val="6000"/>
              <a:buFont typeface="Montserrat"/>
              <a:buNone/>
            </a:pPr>
            <a:r>
              <a:rPr b="1" lang="en-US" sz="6000">
                <a:solidFill>
                  <a:srgbClr val="018345"/>
                </a:solidFill>
                <a:latin typeface="Montserrat"/>
                <a:ea typeface="Montserrat"/>
                <a:cs typeface="Montserrat"/>
                <a:sym typeface="Montserrat"/>
              </a:rPr>
              <a:t>Lưu ý khi làm bài</a:t>
            </a:r>
            <a:endParaRPr b="1" sz="6000">
              <a:solidFill>
                <a:srgbClr val="01834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31" name="Google Shape;531;p33"/>
          <p:cNvSpPr/>
          <p:nvPr/>
        </p:nvSpPr>
        <p:spPr>
          <a:xfrm>
            <a:off x="8276617" y="2648710"/>
            <a:ext cx="8915400" cy="1378148"/>
          </a:xfrm>
          <a:prstGeom prst="roundRect">
            <a:avLst>
              <a:gd fmla="val 16667" name="adj"/>
            </a:avLst>
          </a:prstGeom>
          <a:solidFill>
            <a:srgbClr val="CEEADA"/>
          </a:solidFill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254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Calibri"/>
              <a:buNone/>
            </a:pPr>
            <a:r>
              <a:rPr lang="en-US" sz="3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Đọc nhanh qua các câu hỏi và đáp án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2" name="Google Shape;532;p33"/>
          <p:cNvSpPr/>
          <p:nvPr/>
        </p:nvSpPr>
        <p:spPr>
          <a:xfrm>
            <a:off x="8305800" y="6048998"/>
            <a:ext cx="8915400" cy="1378148"/>
          </a:xfrm>
          <a:prstGeom prst="roundRect">
            <a:avLst>
              <a:gd fmla="val 16667" name="adj"/>
            </a:avLst>
          </a:prstGeom>
          <a:solidFill>
            <a:srgbClr val="CEEADA"/>
          </a:solidFill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254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Calibri"/>
              <a:buNone/>
            </a:pPr>
            <a:r>
              <a:rPr lang="en-US" sz="3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Chú ý đến các yếu tố gây nhiễu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3" name="Google Shape;533;p33"/>
          <p:cNvSpPr/>
          <p:nvPr/>
        </p:nvSpPr>
        <p:spPr>
          <a:xfrm>
            <a:off x="8317149" y="7896380"/>
            <a:ext cx="8915400" cy="1378148"/>
          </a:xfrm>
          <a:prstGeom prst="roundRect">
            <a:avLst>
              <a:gd fmla="val 16667" name="adj"/>
            </a:avLst>
          </a:prstGeom>
          <a:solidFill>
            <a:srgbClr val="CEEADA"/>
          </a:solidFill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254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Calibri"/>
              <a:buNone/>
            </a:pPr>
            <a:r>
              <a:rPr lang="en-US" sz="3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Nghe lại nếu cần thiết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4" name="Google Shape;534;p33"/>
          <p:cNvSpPr/>
          <p:nvPr/>
        </p:nvSpPr>
        <p:spPr>
          <a:xfrm>
            <a:off x="8305800" y="4397933"/>
            <a:ext cx="8915400" cy="1378148"/>
          </a:xfrm>
          <a:prstGeom prst="roundRect">
            <a:avLst>
              <a:gd fmla="val 16667" name="adj"/>
            </a:avLst>
          </a:prstGeom>
          <a:solidFill>
            <a:srgbClr val="CEEADA"/>
          </a:solidFill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254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Calibri"/>
              <a:buNone/>
            </a:pPr>
            <a:r>
              <a:rPr lang="en-US" sz="3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Tập trung nghe khi audio phát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40" name="Google Shape;540;p34"/>
          <p:cNvCxnSpPr/>
          <p:nvPr/>
        </p:nvCxnSpPr>
        <p:spPr>
          <a:xfrm>
            <a:off x="5693855" y="2057171"/>
            <a:ext cx="11307428" cy="0"/>
          </a:xfrm>
          <a:prstGeom prst="straightConnector1">
            <a:avLst/>
          </a:prstGeom>
          <a:noFill/>
          <a:ln cap="flat" cmpd="sng" w="38100">
            <a:solidFill>
              <a:srgbClr val="01834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41" name="Google Shape;541;p34"/>
          <p:cNvCxnSpPr/>
          <p:nvPr/>
        </p:nvCxnSpPr>
        <p:spPr>
          <a:xfrm>
            <a:off x="-249883" y="5124450"/>
            <a:ext cx="5303520" cy="0"/>
          </a:xfrm>
          <a:prstGeom prst="straightConnector1">
            <a:avLst/>
          </a:prstGeom>
          <a:noFill/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542" name="Google Shape;542;p34"/>
          <p:cNvGrpSpPr/>
          <p:nvPr/>
        </p:nvGrpSpPr>
        <p:grpSpPr>
          <a:xfrm rot="10800000">
            <a:off x="15044552" y="-741521"/>
            <a:ext cx="7681766" cy="4260610"/>
            <a:chOff x="0" y="-38100"/>
            <a:chExt cx="406400" cy="225405"/>
          </a:xfrm>
        </p:grpSpPr>
        <p:sp>
          <p:nvSpPr>
            <p:cNvPr id="543" name="Google Shape;543;p34"/>
            <p:cNvSpPr/>
            <p:nvPr/>
          </p:nvSpPr>
          <p:spPr>
            <a:xfrm>
              <a:off x="0" y="0"/>
              <a:ext cx="406400" cy="187305"/>
            </a:xfrm>
            <a:custGeom>
              <a:rect b="b" l="l" r="r" t="t"/>
              <a:pathLst>
                <a:path extrusionOk="0" h="187305" w="406400">
                  <a:moveTo>
                    <a:pt x="203200" y="0"/>
                  </a:moveTo>
                  <a:lnTo>
                    <a:pt x="203200" y="0"/>
                  </a:lnTo>
                  <a:lnTo>
                    <a:pt x="406400" y="187305"/>
                  </a:lnTo>
                  <a:lnTo>
                    <a:pt x="0" y="187305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018345">
                <a:alpha val="80000"/>
              </a:srgbClr>
            </a:solidFill>
            <a:ln>
              <a:noFill/>
            </a:ln>
          </p:spPr>
        </p:sp>
        <p:sp>
          <p:nvSpPr>
            <p:cNvPr id="544" name="Google Shape;544;p34"/>
            <p:cNvSpPr txBox="1"/>
            <p:nvPr/>
          </p:nvSpPr>
          <p:spPr>
            <a:xfrm>
              <a:off x="127000" y="-38100"/>
              <a:ext cx="152400" cy="22540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166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descr="Books with solid fill" id="545" name="Google Shape;545;p34"/>
          <p:cNvSpPr/>
          <p:nvPr/>
        </p:nvSpPr>
        <p:spPr>
          <a:xfrm>
            <a:off x="3241317" y="6937835"/>
            <a:ext cx="796998" cy="796998"/>
          </a:xfrm>
          <a:custGeom>
            <a:rect b="b" l="l" r="r" t="t"/>
            <a:pathLst>
              <a:path extrusionOk="0" h="796998" w="796998">
                <a:moveTo>
                  <a:pt x="0" y="0"/>
                </a:moveTo>
                <a:lnTo>
                  <a:pt x="796998" y="0"/>
                </a:lnTo>
                <a:lnTo>
                  <a:pt x="796998" y="796998"/>
                </a:lnTo>
                <a:lnTo>
                  <a:pt x="0" y="79699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46" name="Google Shape;546;p34"/>
          <p:cNvSpPr/>
          <p:nvPr/>
        </p:nvSpPr>
        <p:spPr>
          <a:xfrm>
            <a:off x="18157088" y="1714500"/>
            <a:ext cx="647242" cy="647242"/>
          </a:xfrm>
          <a:custGeom>
            <a:rect b="b" l="l" r="r" t="t"/>
            <a:pathLst>
              <a:path extrusionOk="0" h="647242" w="647242">
                <a:moveTo>
                  <a:pt x="0" y="0"/>
                </a:moveTo>
                <a:lnTo>
                  <a:pt x="647242" y="0"/>
                </a:lnTo>
                <a:lnTo>
                  <a:pt x="647242" y="647242"/>
                </a:lnTo>
                <a:lnTo>
                  <a:pt x="0" y="64724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547" name="Google Shape;547;p34"/>
          <p:cNvGrpSpPr/>
          <p:nvPr/>
        </p:nvGrpSpPr>
        <p:grpSpPr>
          <a:xfrm rot="10800000">
            <a:off x="15828686" y="-13843"/>
            <a:ext cx="7681766" cy="4260610"/>
            <a:chOff x="0" y="-38100"/>
            <a:chExt cx="406400" cy="225405"/>
          </a:xfrm>
        </p:grpSpPr>
        <p:sp>
          <p:nvSpPr>
            <p:cNvPr id="548" name="Google Shape;548;p34"/>
            <p:cNvSpPr/>
            <p:nvPr/>
          </p:nvSpPr>
          <p:spPr>
            <a:xfrm>
              <a:off x="0" y="0"/>
              <a:ext cx="406400" cy="187305"/>
            </a:xfrm>
            <a:custGeom>
              <a:rect b="b" l="l" r="r" t="t"/>
              <a:pathLst>
                <a:path extrusionOk="0" h="187305" w="406400">
                  <a:moveTo>
                    <a:pt x="203200" y="0"/>
                  </a:moveTo>
                  <a:lnTo>
                    <a:pt x="203200" y="0"/>
                  </a:lnTo>
                  <a:lnTo>
                    <a:pt x="406400" y="187305"/>
                  </a:lnTo>
                  <a:lnTo>
                    <a:pt x="0" y="187305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018146">
                <a:alpha val="80000"/>
              </a:srgbClr>
            </a:solidFill>
            <a:ln>
              <a:noFill/>
            </a:ln>
          </p:spPr>
        </p:sp>
        <p:sp>
          <p:nvSpPr>
            <p:cNvPr id="549" name="Google Shape;549;p34"/>
            <p:cNvSpPr txBox="1"/>
            <p:nvPr/>
          </p:nvSpPr>
          <p:spPr>
            <a:xfrm>
              <a:off x="127000" y="-38100"/>
              <a:ext cx="152400" cy="22540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166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50" name="Google Shape;550;p34"/>
          <p:cNvSpPr txBox="1"/>
          <p:nvPr/>
        </p:nvSpPr>
        <p:spPr>
          <a:xfrm>
            <a:off x="5696245" y="2603735"/>
            <a:ext cx="11565445" cy="51148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3">
                <a:solidFill>
                  <a:srgbClr val="018345"/>
                </a:solidFill>
                <a:latin typeface="Roboto"/>
                <a:ea typeface="Roboto"/>
                <a:cs typeface="Roboto"/>
                <a:sym typeface="Roboto"/>
              </a:rPr>
              <a:t>Cảm ơn các bạn đã chú ý theo dõi!</a:t>
            </a:r>
            <a:endParaRPr/>
          </a:p>
          <a:p>
            <a:pPr indent="0" lvl="0" marL="0" marR="0" rtl="0" algn="ctr">
              <a:lnSpc>
                <a:spcPct val="13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3">
              <a:solidFill>
                <a:srgbClr val="01834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551" name="Google Shape;551;p34"/>
          <p:cNvGrpSpPr/>
          <p:nvPr/>
        </p:nvGrpSpPr>
        <p:grpSpPr>
          <a:xfrm>
            <a:off x="5693855" y="6543482"/>
            <a:ext cx="11567835" cy="1261722"/>
            <a:chOff x="5693855" y="7590172"/>
            <a:chExt cx="11567835" cy="1261722"/>
          </a:xfrm>
        </p:grpSpPr>
        <p:grpSp>
          <p:nvGrpSpPr>
            <p:cNvPr id="552" name="Google Shape;552;p34"/>
            <p:cNvGrpSpPr/>
            <p:nvPr/>
          </p:nvGrpSpPr>
          <p:grpSpPr>
            <a:xfrm>
              <a:off x="5693855" y="7590172"/>
              <a:ext cx="11567834" cy="1261722"/>
              <a:chOff x="0" y="-38100"/>
              <a:chExt cx="3046672" cy="332305"/>
            </a:xfrm>
          </p:grpSpPr>
          <p:sp>
            <p:nvSpPr>
              <p:cNvPr id="553" name="Google Shape;553;p34"/>
              <p:cNvSpPr/>
              <p:nvPr/>
            </p:nvSpPr>
            <p:spPr>
              <a:xfrm>
                <a:off x="0" y="0"/>
                <a:ext cx="3046672" cy="294205"/>
              </a:xfrm>
              <a:custGeom>
                <a:rect b="b" l="l" r="r" t="t"/>
                <a:pathLst>
                  <a:path extrusionOk="0" h="294205" w="3046672">
                    <a:moveTo>
                      <a:pt x="0" y="0"/>
                    </a:moveTo>
                    <a:lnTo>
                      <a:pt x="3046672" y="0"/>
                    </a:lnTo>
                    <a:lnTo>
                      <a:pt x="3046672" y="294205"/>
                    </a:lnTo>
                    <a:lnTo>
                      <a:pt x="0" y="294205"/>
                    </a:lnTo>
                    <a:close/>
                  </a:path>
                </a:pathLst>
              </a:custGeom>
              <a:solidFill>
                <a:srgbClr val="006B37"/>
              </a:solidFill>
              <a:ln>
                <a:noFill/>
              </a:ln>
            </p:spPr>
          </p:sp>
          <p:sp>
            <p:nvSpPr>
              <p:cNvPr id="554" name="Google Shape;554;p34"/>
              <p:cNvSpPr txBox="1"/>
              <p:nvPr/>
            </p:nvSpPr>
            <p:spPr>
              <a:xfrm>
                <a:off x="0" y="-38100"/>
                <a:ext cx="3046672" cy="33230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1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555" name="Google Shape;555;p34"/>
            <p:cNvSpPr txBox="1"/>
            <p:nvPr/>
          </p:nvSpPr>
          <p:spPr>
            <a:xfrm>
              <a:off x="5696245" y="7961575"/>
              <a:ext cx="11565445" cy="59690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499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Hẹn gặp lại các bạn ở những bài học tiếp theo</a:t>
              </a:r>
              <a:endParaRPr sz="3499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556" name="Google Shape;556;p34"/>
          <p:cNvGrpSpPr/>
          <p:nvPr/>
        </p:nvGrpSpPr>
        <p:grpSpPr>
          <a:xfrm>
            <a:off x="-2718010" y="9274528"/>
            <a:ext cx="7950400" cy="1707231"/>
            <a:chOff x="0" y="-384762"/>
            <a:chExt cx="10600533" cy="2276307"/>
          </a:xfrm>
        </p:grpSpPr>
        <p:grpSp>
          <p:nvGrpSpPr>
            <p:cNvPr id="557" name="Google Shape;557;p34"/>
            <p:cNvGrpSpPr/>
            <p:nvPr/>
          </p:nvGrpSpPr>
          <p:grpSpPr>
            <a:xfrm>
              <a:off x="0" y="-384762"/>
              <a:ext cx="10600533" cy="2276307"/>
              <a:chOff x="0" y="-38100"/>
              <a:chExt cx="1049690" cy="225405"/>
            </a:xfrm>
          </p:grpSpPr>
          <p:sp>
            <p:nvSpPr>
              <p:cNvPr id="558" name="Google Shape;558;p34"/>
              <p:cNvSpPr/>
              <p:nvPr/>
            </p:nvSpPr>
            <p:spPr>
              <a:xfrm>
                <a:off x="0" y="0"/>
                <a:ext cx="1049690" cy="187305"/>
              </a:xfrm>
              <a:custGeom>
                <a:rect b="b" l="l" r="r" t="t"/>
                <a:pathLst>
                  <a:path extrusionOk="0" h="187305" w="1049690">
                    <a:moveTo>
                      <a:pt x="203200" y="0"/>
                    </a:moveTo>
                    <a:lnTo>
                      <a:pt x="846490" y="0"/>
                    </a:lnTo>
                    <a:lnTo>
                      <a:pt x="1049690" y="187305"/>
                    </a:lnTo>
                    <a:lnTo>
                      <a:pt x="0" y="187305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18345"/>
              </a:solidFill>
              <a:ln>
                <a:noFill/>
              </a:ln>
            </p:spPr>
          </p:sp>
          <p:sp>
            <p:nvSpPr>
              <p:cNvPr id="559" name="Google Shape;559;p34"/>
              <p:cNvSpPr txBox="1"/>
              <p:nvPr/>
            </p:nvSpPr>
            <p:spPr>
              <a:xfrm>
                <a:off x="127000" y="-38100"/>
                <a:ext cx="795690" cy="22540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1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560" name="Google Shape;560;p34"/>
            <p:cNvSpPr txBox="1"/>
            <p:nvPr/>
          </p:nvSpPr>
          <p:spPr>
            <a:xfrm>
              <a:off x="4182979" y="666743"/>
              <a:ext cx="3721150" cy="52948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792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