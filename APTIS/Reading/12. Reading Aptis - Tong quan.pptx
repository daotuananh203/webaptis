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Roboto"/>
      <p:regular r:id="rId28"/>
      <p:bold r:id="rId29"/>
      <p:italic r:id="rId30"/>
      <p:boldItalic r:id="rId31"/>
    </p:embeddedFont>
    <p:embeddedFont>
      <p:font typeface="Montserrat"/>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202" name="Google Shape;2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40" name="Google Shape;2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Trong phần này, bạn sẽ lựa chọn một từ (trong số ba từ) để hoàn thiện một câu. Sẽ có 5 câu cần hoàn thiện. Mỗi câu trong đoạn văn đưa ra đều đứng độc lập, nghĩa là không cần thiết phải hiểu rõ toàn bộ các câu trong đoạn văn bản để hoàn thành những câu riêng lẻ. Phần này sẽ đánh giá khả năng đọc hiểu một câu và khả năng hoàn thành câu với từ phù hợp.</a:t>
            </a:r>
            <a:endParaRPr/>
          </a:p>
        </p:txBody>
      </p:sp>
      <p:sp>
        <p:nvSpPr>
          <p:cNvPr id="261" name="Google Shape;26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96" name="Google Shape;2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15" name="Google Shape;3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335" name="Google Shape;3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52" name="Google Shape;35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69" name="Google Shape;3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88" name="Google Shape;38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408" name="Google Shape;4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25" name="Google Shape;4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42" name="Google Shape;44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460" name="Google Shape;46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480" name="Google Shape;48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97" name="Google Shape;49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Đọc toàn bộ văn bản một cách nhanh chóng. Sau đó đọc kỹ các tiêu đề. Làm hết điều này trước khi bắt đầu nhiệm vụ. Tìm kiếm manh mối để kết nối các tiêu đề với đoạn văn; những điều này có thể giống nhau từ ngữ, ý tưởng hoặc chủ đề.</a:t>
            </a:r>
            <a:endParaRPr/>
          </a:p>
        </p:txBody>
      </p:sp>
      <p:sp>
        <p:nvSpPr>
          <p:cNvPr id="514" name="Google Shape;51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496479"/>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 GENERAL</a:t>
            </a:r>
            <a:endParaRPr/>
          </a:p>
        </p:txBody>
      </p:sp>
      <p:grpSp>
        <p:nvGrpSpPr>
          <p:cNvPr id="89" name="Google Shape;89;p13"/>
          <p:cNvGrpSpPr/>
          <p:nvPr/>
        </p:nvGrpSpPr>
        <p:grpSpPr>
          <a:xfrm>
            <a:off x="7338936" y="4396612"/>
            <a:ext cx="8593708" cy="2222589"/>
            <a:chOff x="0" y="-192881"/>
            <a:chExt cx="11458277" cy="2963451"/>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10" cy="2393817"/>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b="0" i="0" lang="en-US" sz="12460" u="none" cap="none" strike="noStrike">
                  <a:solidFill>
                    <a:srgbClr val="018345"/>
                  </a:solidFill>
                  <a:latin typeface="Arial"/>
                  <a:ea typeface="Arial"/>
                  <a:cs typeface="Arial"/>
                  <a:sym typeface="Arial"/>
                </a:rPr>
                <a:t>Reading</a:t>
              </a:r>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06" name="Google Shape;106;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07" name="Google Shape;107;p14"/>
          <p:cNvGrpSpPr/>
          <p:nvPr/>
        </p:nvGrpSpPr>
        <p:grpSpPr>
          <a:xfrm>
            <a:off x="-2718010" y="9274528"/>
            <a:ext cx="7950400" cy="1707231"/>
            <a:chOff x="0" y="-384762"/>
            <a:chExt cx="10600533" cy="2276307"/>
          </a:xfrm>
        </p:grpSpPr>
        <p:grpSp>
          <p:nvGrpSpPr>
            <p:cNvPr id="108" name="Google Shape;108;p14"/>
            <p:cNvGrpSpPr/>
            <p:nvPr/>
          </p:nvGrpSpPr>
          <p:grpSpPr>
            <a:xfrm>
              <a:off x="0" y="-384762"/>
              <a:ext cx="10600533" cy="2276307"/>
              <a:chOff x="0" y="-38100"/>
              <a:chExt cx="1049690" cy="225405"/>
            </a:xfrm>
          </p:grpSpPr>
          <p:sp>
            <p:nvSpPr>
              <p:cNvPr id="109" name="Google Shape;109;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0" name="Google Shape;110;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 name="Google Shape;112;p14"/>
          <p:cNvGrpSpPr/>
          <p:nvPr/>
        </p:nvGrpSpPr>
        <p:grpSpPr>
          <a:xfrm>
            <a:off x="6908601" y="2628900"/>
            <a:ext cx="10092845" cy="1384799"/>
            <a:chOff x="6375842" y="6151456"/>
            <a:chExt cx="10541964" cy="1433865"/>
          </a:xfrm>
        </p:grpSpPr>
        <p:sp>
          <p:nvSpPr>
            <p:cNvPr id="113" name="Google Shape;113;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Calibri"/>
                <a:buNone/>
              </a:pPr>
              <a:r>
                <a:t/>
              </a:r>
              <a:endParaRPr b="1" i="0" sz="3600" u="none" cap="none" strike="noStrike">
                <a:solidFill>
                  <a:schemeClr val="lt1"/>
                </a:solidFill>
                <a:latin typeface="Calibri"/>
                <a:ea typeface="Calibri"/>
                <a:cs typeface="Calibri"/>
                <a:sym typeface="Calibri"/>
              </a:endParaRPr>
            </a:p>
          </p:txBody>
        </p:sp>
        <p:sp>
          <p:nvSpPr>
            <p:cNvPr id="114" name="Google Shape;114;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chemeClr val="dk1"/>
                </a:buClr>
                <a:buSzPts val="3600"/>
                <a:buFont typeface="Calibri"/>
                <a:buNone/>
              </a:pPr>
              <a:r>
                <a:t/>
              </a:r>
              <a:endParaRPr b="1" i="0" sz="3600" u="none" cap="none" strike="noStrike">
                <a:solidFill>
                  <a:schemeClr val="dk1"/>
                </a:solidFill>
                <a:latin typeface="Calibri"/>
                <a:ea typeface="Calibri"/>
                <a:cs typeface="Calibri"/>
                <a:sym typeface="Calibri"/>
              </a:endParaRPr>
            </a:p>
          </p:txBody>
        </p:sp>
        <p:sp>
          <p:nvSpPr>
            <p:cNvPr id="115" name="Google Shape;115;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3600"/>
                <a:buFont typeface="Calibri"/>
                <a:buNone/>
              </a:pPr>
              <a:r>
                <a:t/>
              </a:r>
              <a:endParaRPr b="1" i="0" sz="3600" u="none" cap="none" strike="noStrike">
                <a:solidFill>
                  <a:schemeClr val="dk1"/>
                </a:solidFill>
                <a:latin typeface="Calibri"/>
                <a:ea typeface="Calibri"/>
                <a:cs typeface="Calibri"/>
                <a:sym typeface="Calibri"/>
              </a:endParaRPr>
            </a:p>
          </p:txBody>
        </p:sp>
        <p:sp>
          <p:nvSpPr>
            <p:cNvPr id="116" name="Google Shape;116;p14"/>
            <p:cNvSpPr txBox="1"/>
            <p:nvPr/>
          </p:nvSpPr>
          <p:spPr>
            <a:xfrm>
              <a:off x="7917301" y="6504885"/>
              <a:ext cx="8651214" cy="860441"/>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Tổng quan bài thi đọc APTIS </a:t>
              </a:r>
              <a:endParaRPr b="1" i="0" sz="3600" u="none" cap="none" strike="noStrike">
                <a:solidFill>
                  <a:schemeClr val="dk1"/>
                </a:solidFill>
                <a:latin typeface="Calibri"/>
                <a:ea typeface="Calibri"/>
                <a:cs typeface="Calibri"/>
                <a:sym typeface="Calibri"/>
              </a:endParaRPr>
            </a:p>
          </p:txBody>
        </p:sp>
        <p:sp>
          <p:nvSpPr>
            <p:cNvPr descr="Books with solid fill" id="117" name="Google Shape;117;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8" name="Google Shape;118;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chemeClr val="dk1"/>
              </a:buClr>
              <a:buSzPts val="3600"/>
              <a:buFont typeface="Calibri"/>
              <a:buNone/>
            </a:pPr>
            <a:r>
              <a:t/>
            </a:r>
            <a:endParaRPr b="1" i="0" sz="3600" u="none" cap="none" strike="noStrike">
              <a:solidFill>
                <a:schemeClr val="dk1"/>
              </a:solidFill>
              <a:latin typeface="Calibri"/>
              <a:ea typeface="Calibri"/>
              <a:cs typeface="Calibri"/>
              <a:sym typeface="Calibri"/>
            </a:endParaRPr>
          </a:p>
        </p:txBody>
      </p:sp>
      <p:grpSp>
        <p:nvGrpSpPr>
          <p:cNvPr id="119" name="Google Shape;119;p14"/>
          <p:cNvGrpSpPr/>
          <p:nvPr/>
        </p:nvGrpSpPr>
        <p:grpSpPr>
          <a:xfrm>
            <a:off x="6934201" y="4262938"/>
            <a:ext cx="10121389" cy="1245090"/>
            <a:chOff x="6934200" y="7048499"/>
            <a:chExt cx="9882630" cy="1159137"/>
          </a:xfrm>
        </p:grpSpPr>
        <p:grpSp>
          <p:nvGrpSpPr>
            <p:cNvPr id="120" name="Google Shape;120;p14"/>
            <p:cNvGrpSpPr/>
            <p:nvPr/>
          </p:nvGrpSpPr>
          <p:grpSpPr>
            <a:xfrm>
              <a:off x="6934200" y="7048499"/>
              <a:ext cx="9882630" cy="1159137"/>
              <a:chOff x="6487861" y="7950596"/>
              <a:chExt cx="10571780" cy="128920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Calibri"/>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600"/>
                  <a:buFont typeface="Calibri"/>
                  <a:buNone/>
                </a:pPr>
                <a:r>
                  <a:t/>
                </a:r>
                <a:endParaRPr b="1" i="0" sz="3600" u="none" cap="none" strike="noStrike">
                  <a:solidFill>
                    <a:schemeClr val="dk1"/>
                  </a:solidFill>
                  <a:latin typeface="Calibri"/>
                  <a:ea typeface="Calibri"/>
                  <a:cs typeface="Calibri"/>
                  <a:sym typeface="Calibri"/>
                </a:endParaRPr>
              </a:p>
            </p:txBody>
          </p:sp>
          <p:sp>
            <p:nvSpPr>
              <p:cNvPr id="123" name="Google Shape;123;p14"/>
              <p:cNvSpPr txBox="1"/>
              <p:nvPr/>
            </p:nvSpPr>
            <p:spPr>
              <a:xfrm>
                <a:off x="8120922" y="8306253"/>
                <a:ext cx="7896000" cy="5736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Clr>
                    <a:schemeClr val="lt1"/>
                  </a:buClr>
                  <a:buSzPts val="3600"/>
                  <a:buFont typeface="Calibri"/>
                  <a:buNone/>
                </a:pPr>
                <a:r>
                  <a:rPr b="1" i="0" lang="en-US" sz="3600" u="none" cap="none" strike="noStrike">
                    <a:solidFill>
                      <a:schemeClr val="lt1"/>
                    </a:solidFill>
                    <a:latin typeface="Calibri"/>
                    <a:ea typeface="Calibri"/>
                    <a:cs typeface="Calibri"/>
                    <a:sym typeface="Calibri"/>
                  </a:rPr>
                  <a:t>Bài đọc APTIS phần 1</a:t>
                </a:r>
                <a:endParaRPr b="1" i="0" sz="3600" u="none" cap="none" strike="noStrike">
                  <a:solidFill>
                    <a:schemeClr val="lt1"/>
                  </a:solidFill>
                  <a:latin typeface="Calibri"/>
                  <a:ea typeface="Calibri"/>
                  <a:cs typeface="Calibri"/>
                  <a:sym typeface="Calibri"/>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95064" y="5753100"/>
            <a:ext cx="10149936" cy="1245089"/>
            <a:chOff x="6962073" y="8572500"/>
            <a:chExt cx="9910504"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Calibri"/>
                <a:buNone/>
              </a:pPr>
              <a:r>
                <a:t/>
              </a:r>
              <a:endParaRPr b="1" i="0" sz="3600" u="none" cap="none" strike="noStrike">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600"/>
                <a:buFont typeface="Calibri"/>
                <a:buNone/>
              </a:pPr>
              <a:r>
                <a:t/>
              </a:r>
              <a:endParaRPr b="1" i="0" sz="3600" u="none" cap="none" strike="noStrike">
                <a:solidFill>
                  <a:schemeClr val="dk1"/>
                </a:solidFill>
                <a:latin typeface="Calibri"/>
                <a:ea typeface="Calibri"/>
                <a:cs typeface="Calibri"/>
                <a:sym typeface="Calibri"/>
              </a:endParaRPr>
            </a:p>
          </p:txBody>
        </p:sp>
        <p:sp>
          <p:nvSpPr>
            <p:cNvPr id="128" name="Google Shape;128;p14"/>
            <p:cNvSpPr txBox="1"/>
            <p:nvPr/>
          </p:nvSpPr>
          <p:spPr>
            <a:xfrm>
              <a:off x="8403048" y="8714379"/>
              <a:ext cx="8469529" cy="77363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600" u="none" cap="none" strike="noStrike">
                  <a:solidFill>
                    <a:srgbClr val="FFFFFF"/>
                  </a:solidFill>
                  <a:latin typeface="Calibri"/>
                  <a:ea typeface="Calibri"/>
                  <a:cs typeface="Calibri"/>
                  <a:sym typeface="Calibri"/>
                </a:rPr>
                <a:t>Bài đọc APTIS phần 2</a:t>
              </a:r>
              <a:endParaRPr b="1" i="0" sz="3600" u="none" cap="none" strike="noStrike">
                <a:solidFill>
                  <a:srgbClr val="FFFFFF"/>
                </a:solidFill>
                <a:latin typeface="Calibri"/>
                <a:ea typeface="Calibri"/>
                <a:cs typeface="Calibri"/>
                <a:sym typeface="Calibri"/>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34200" y="7187700"/>
            <a:ext cx="10182253" cy="1384799"/>
            <a:chOff x="6375842" y="2654260"/>
            <a:chExt cx="10541964" cy="1433865"/>
          </a:xfrm>
        </p:grpSpPr>
        <p:sp>
          <p:nvSpPr>
            <p:cNvPr id="131" name="Google Shape;131;p14"/>
            <p:cNvSpPr/>
            <p:nvPr/>
          </p:nvSpPr>
          <p:spPr>
            <a:xfrm>
              <a:off x="6375842" y="2798921"/>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3600" u="none" cap="none" strike="noStrike">
                <a:solidFill>
                  <a:schemeClr val="lt1"/>
                </a:solidFill>
                <a:latin typeface="Calibri"/>
                <a:ea typeface="Calibri"/>
                <a:cs typeface="Calibri"/>
                <a:sym typeface="Calibri"/>
              </a:endParaRPr>
            </a:p>
          </p:txBody>
        </p:sp>
        <p:sp>
          <p:nvSpPr>
            <p:cNvPr id="132" name="Google Shape;132;p14"/>
            <p:cNvSpPr txBox="1"/>
            <p:nvPr/>
          </p:nvSpPr>
          <p:spPr>
            <a:xfrm>
              <a:off x="6375842" y="2654260"/>
              <a:ext cx="10207852"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1" i="0" sz="3600" u="none" cap="none" strike="noStrike">
                <a:solidFill>
                  <a:schemeClr val="dk1"/>
                </a:solidFill>
                <a:latin typeface="Calibri"/>
                <a:ea typeface="Calibri"/>
                <a:cs typeface="Calibri"/>
                <a:sym typeface="Calibri"/>
              </a:endParaRPr>
            </a:p>
          </p:txBody>
        </p:sp>
        <p:sp>
          <p:nvSpPr>
            <p:cNvPr id="133" name="Google Shape;133;p14"/>
            <p:cNvSpPr/>
            <p:nvPr/>
          </p:nvSpPr>
          <p:spPr>
            <a:xfrm>
              <a:off x="6375842" y="2798921"/>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3600" u="none" cap="none" strike="noStrike">
                <a:solidFill>
                  <a:srgbClr val="000000"/>
                </a:solidFill>
                <a:latin typeface="Calibri"/>
                <a:ea typeface="Calibri"/>
                <a:cs typeface="Calibri"/>
                <a:sym typeface="Calibri"/>
              </a:endParaRPr>
            </a:p>
          </p:txBody>
        </p:sp>
        <p:sp>
          <p:nvSpPr>
            <p:cNvPr descr="Puzzle with solid fill" id="134" name="Google Shape;134;p14"/>
            <p:cNvSpPr/>
            <p:nvPr/>
          </p:nvSpPr>
          <p:spPr>
            <a:xfrm>
              <a:off x="6604211" y="3027290"/>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6">
                <a:alphaModFix/>
              </a:blip>
              <a:stretch>
                <a:fillRect b="0" l="0" r="0" t="0"/>
              </a:stretch>
            </a:blipFill>
            <a:ln>
              <a:noFill/>
            </a:ln>
          </p:spPr>
        </p:sp>
        <p:sp>
          <p:nvSpPr>
            <p:cNvPr id="135" name="Google Shape;135;p14"/>
            <p:cNvSpPr txBox="1"/>
            <p:nvPr/>
          </p:nvSpPr>
          <p:spPr>
            <a:xfrm>
              <a:off x="7966780" y="3027291"/>
              <a:ext cx="8373022" cy="68835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600" u="none" cap="none" strike="noStrike">
                  <a:solidFill>
                    <a:srgbClr val="FFFFFF"/>
                  </a:solidFill>
                  <a:latin typeface="Calibri"/>
                  <a:ea typeface="Calibri"/>
                  <a:cs typeface="Calibri"/>
                  <a:sym typeface="Calibri"/>
                </a:rPr>
                <a:t>Bài đọc APTIS phần 3</a:t>
              </a:r>
              <a:endParaRPr b="1" i="0" sz="3600" u="none" cap="none" strike="noStrike">
                <a:solidFill>
                  <a:srgbClr val="FFFFFF"/>
                </a:solidFill>
                <a:latin typeface="Calibri"/>
                <a:ea typeface="Calibri"/>
                <a:cs typeface="Calibri"/>
                <a:sym typeface="Calibri"/>
              </a:endParaRPr>
            </a:p>
          </p:txBody>
        </p:sp>
      </p:grpSp>
      <p:grpSp>
        <p:nvGrpSpPr>
          <p:cNvPr id="136" name="Google Shape;136;p14"/>
          <p:cNvGrpSpPr/>
          <p:nvPr/>
        </p:nvGrpSpPr>
        <p:grpSpPr>
          <a:xfrm>
            <a:off x="6962748" y="8652002"/>
            <a:ext cx="10153705" cy="1360900"/>
            <a:chOff x="6375842" y="4481252"/>
            <a:chExt cx="10541964" cy="1433865"/>
          </a:xfrm>
        </p:grpSpPr>
        <p:sp>
          <p:nvSpPr>
            <p:cNvPr id="137" name="Google Shape;137;p14"/>
            <p:cNvSpPr/>
            <p:nvPr/>
          </p:nvSpPr>
          <p:spPr>
            <a:xfrm>
              <a:off x="6375842" y="4592882"/>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3600" u="none" cap="none" strike="noStrike">
                <a:solidFill>
                  <a:schemeClr val="lt1"/>
                </a:solidFill>
                <a:latin typeface="Calibri"/>
                <a:ea typeface="Calibri"/>
                <a:cs typeface="Calibri"/>
                <a:sym typeface="Calibri"/>
              </a:endParaRPr>
            </a:p>
          </p:txBody>
        </p:sp>
        <p:sp>
          <p:nvSpPr>
            <p:cNvPr id="138" name="Google Shape;138;p14"/>
            <p:cNvSpPr txBox="1"/>
            <p:nvPr/>
          </p:nvSpPr>
          <p:spPr>
            <a:xfrm>
              <a:off x="6375842" y="4481252"/>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1" i="0" sz="3600" u="none" cap="none" strike="noStrike">
                <a:solidFill>
                  <a:schemeClr val="dk1"/>
                </a:solidFill>
                <a:latin typeface="Calibri"/>
                <a:ea typeface="Calibri"/>
                <a:cs typeface="Calibri"/>
                <a:sym typeface="Calibri"/>
              </a:endParaRPr>
            </a:p>
          </p:txBody>
        </p:sp>
        <p:sp>
          <p:nvSpPr>
            <p:cNvPr id="139" name="Google Shape;139;p14"/>
            <p:cNvSpPr/>
            <p:nvPr/>
          </p:nvSpPr>
          <p:spPr>
            <a:xfrm>
              <a:off x="6375842" y="462591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3600" u="none" cap="none" strike="noStrike">
                <a:solidFill>
                  <a:srgbClr val="000000"/>
                </a:solidFill>
                <a:latin typeface="Calibri"/>
                <a:ea typeface="Calibri"/>
                <a:cs typeface="Calibri"/>
                <a:sym typeface="Calibri"/>
              </a:endParaRPr>
            </a:p>
          </p:txBody>
        </p:sp>
        <p:sp>
          <p:nvSpPr>
            <p:cNvPr id="140" name="Google Shape;140;p14"/>
            <p:cNvSpPr txBox="1"/>
            <p:nvPr/>
          </p:nvSpPr>
          <p:spPr>
            <a:xfrm>
              <a:off x="7851844" y="4744363"/>
              <a:ext cx="8487957" cy="70044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1" i="0" lang="en-US" sz="3600" u="none" cap="none" strike="noStrike">
                  <a:solidFill>
                    <a:srgbClr val="FFFFFF"/>
                  </a:solidFill>
                  <a:latin typeface="Calibri"/>
                  <a:ea typeface="Calibri"/>
                  <a:cs typeface="Calibri"/>
                  <a:sym typeface="Calibri"/>
                </a:rPr>
                <a:t>Bài đọc APTIS phần 4</a:t>
              </a:r>
              <a:endParaRPr b="1" i="0" sz="3600" u="none" cap="none" strike="noStrike">
                <a:solidFill>
                  <a:srgbClr val="000000"/>
                </a:solidFill>
                <a:latin typeface="Calibri"/>
                <a:ea typeface="Calibri"/>
                <a:cs typeface="Calibri"/>
                <a:sym typeface="Calibri"/>
              </a:endParaRPr>
            </a:p>
          </p:txBody>
        </p:sp>
        <p:sp>
          <p:nvSpPr>
            <p:cNvPr descr="Clipboard with solid fill" id="141" name="Google Shape;141;p14"/>
            <p:cNvSpPr/>
            <p:nvPr/>
          </p:nvSpPr>
          <p:spPr>
            <a:xfrm>
              <a:off x="6604212" y="4744362"/>
              <a:ext cx="850760" cy="899871"/>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6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500"/>
                                        <p:tgtEl>
                                          <p:spTgt spid="11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6400799" y="2564021"/>
            <a:ext cx="10234853" cy="2405146"/>
          </a:xfrm>
          <a:prstGeom prst="rect">
            <a:avLst/>
          </a:prstGeom>
          <a:noFill/>
          <a:ln>
            <a:noFill/>
          </a:ln>
        </p:spPr>
        <p:txBody>
          <a:bodyPr anchorCtr="0" anchor="t" bIns="0" lIns="0" spcFirstLastPara="1" rIns="0" wrap="square" tIns="0">
            <a:spAutoFit/>
          </a:bodyPr>
          <a:lstStyle/>
          <a:p>
            <a:pPr indent="0" lvl="0" marL="0" marR="0" rtl="0" algn="ctr">
              <a:lnSpc>
                <a:spcPct val="135013"/>
              </a:lnSpc>
              <a:spcBef>
                <a:spcPts val="0"/>
              </a:spcBef>
              <a:spcAft>
                <a:spcPts val="0"/>
              </a:spcAft>
              <a:buNone/>
            </a:pPr>
            <a:r>
              <a:rPr b="1" lang="en-US" sz="7203">
                <a:solidFill>
                  <a:srgbClr val="018345"/>
                </a:solidFill>
                <a:latin typeface="Montserrat"/>
                <a:ea typeface="Montserrat"/>
                <a:cs typeface="Montserrat"/>
                <a:sym typeface="Montserrat"/>
              </a:rPr>
              <a:t>Cấu trúc bài đọc APTIS</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Thông tin chung</a:t>
            </a:r>
            <a:endParaRPr b="1" sz="4800">
              <a:solidFill>
                <a:srgbClr val="018345"/>
              </a:solidFill>
              <a:latin typeface="Montserrat"/>
              <a:ea typeface="Montserrat"/>
              <a:cs typeface="Montserrat"/>
              <a:sym typeface="Montserrat"/>
            </a:endParaRPr>
          </a:p>
        </p:txBody>
      </p:sp>
      <p:grpSp>
        <p:nvGrpSpPr>
          <p:cNvPr id="179" name="Google Shape;179;p16"/>
          <p:cNvGrpSpPr/>
          <p:nvPr/>
        </p:nvGrpSpPr>
        <p:grpSpPr>
          <a:xfrm>
            <a:off x="7810502" y="2279932"/>
            <a:ext cx="7889348" cy="6330318"/>
            <a:chOff x="7810502" y="2279932"/>
            <a:chExt cx="7889348" cy="6330318"/>
          </a:xfrm>
        </p:grpSpPr>
        <p:grpSp>
          <p:nvGrpSpPr>
            <p:cNvPr id="180" name="Google Shape;180;p16"/>
            <p:cNvGrpSpPr/>
            <p:nvPr/>
          </p:nvGrpSpPr>
          <p:grpSpPr>
            <a:xfrm>
              <a:off x="7810502" y="2279932"/>
              <a:ext cx="7889348" cy="6330318"/>
              <a:chOff x="695515" y="76899"/>
              <a:chExt cx="7889348" cy="6330318"/>
            </a:xfrm>
          </p:grpSpPr>
          <p:sp>
            <p:nvSpPr>
              <p:cNvPr id="181" name="Google Shape;181;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5" y="5088831"/>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656633" y="5153189"/>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800">
                    <a:solidFill>
                      <a:schemeClr val="lt1"/>
                    </a:solidFill>
                    <a:latin typeface="Roboto"/>
                    <a:ea typeface="Roboto"/>
                    <a:cs typeface="Roboto"/>
                    <a:sym typeface="Roboto"/>
                  </a:rPr>
                  <a:t>35 phút</a:t>
                </a:r>
                <a:endParaRPr b="1" sz="4800">
                  <a:solidFill>
                    <a:schemeClr val="lt1"/>
                  </a:solidFill>
                  <a:latin typeface="Roboto"/>
                  <a:ea typeface="Roboto"/>
                  <a:cs typeface="Roboto"/>
                  <a:sym typeface="Roboto"/>
                </a:endParaRPr>
              </a:p>
            </p:txBody>
          </p:sp>
          <p:sp>
            <p:nvSpPr>
              <p:cNvPr id="193" name="Google Shape;193;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734082" y="2574474"/>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800">
                    <a:solidFill>
                      <a:schemeClr val="lt1"/>
                    </a:solidFill>
                    <a:latin typeface="Roboto"/>
                    <a:ea typeface="Roboto"/>
                    <a:cs typeface="Roboto"/>
                    <a:sym typeface="Roboto"/>
                  </a:rPr>
                  <a:t>4 phần</a:t>
                </a:r>
                <a:endParaRPr b="1" sz="4800">
                  <a:solidFill>
                    <a:schemeClr val="lt1"/>
                  </a:solidFill>
                  <a:latin typeface="Roboto"/>
                  <a:ea typeface="Roboto"/>
                  <a:cs typeface="Roboto"/>
                  <a:sym typeface="Roboto"/>
                </a:endParaRPr>
              </a:p>
            </p:txBody>
          </p:sp>
          <p:sp>
            <p:nvSpPr>
              <p:cNvPr id="196" name="Google Shape;196;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cxnSp>
        <p:nvCxnSpPr>
          <p:cNvPr id="204" name="Google Shape;204;p17"/>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205" name="Google Shape;205;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6" name="Google Shape;206;p17"/>
          <p:cNvGrpSpPr/>
          <p:nvPr/>
        </p:nvGrpSpPr>
        <p:grpSpPr>
          <a:xfrm rot="10800000">
            <a:off x="15785091" y="-536942"/>
            <a:ext cx="7681766" cy="4260610"/>
            <a:chOff x="0" y="-38100"/>
            <a:chExt cx="406400" cy="225405"/>
          </a:xfrm>
        </p:grpSpPr>
        <p:sp>
          <p:nvSpPr>
            <p:cNvPr id="207" name="Google Shape;207;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8" name="Google Shape;208;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209" name="Google Shape;209;p17"/>
          <p:cNvSpPr/>
          <p:nvPr/>
        </p:nvSpPr>
        <p:spPr>
          <a:xfrm>
            <a:off x="18099269" y="1593879"/>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10" name="Google Shape;210;p17"/>
          <p:cNvGrpSpPr/>
          <p:nvPr/>
        </p:nvGrpSpPr>
        <p:grpSpPr>
          <a:xfrm>
            <a:off x="-2718010" y="9274528"/>
            <a:ext cx="7950400" cy="1707231"/>
            <a:chOff x="0" y="-384762"/>
            <a:chExt cx="10600533" cy="2276307"/>
          </a:xfrm>
        </p:grpSpPr>
        <p:grpSp>
          <p:nvGrpSpPr>
            <p:cNvPr id="211" name="Google Shape;211;p17"/>
            <p:cNvGrpSpPr/>
            <p:nvPr/>
          </p:nvGrpSpPr>
          <p:grpSpPr>
            <a:xfrm>
              <a:off x="0" y="-384762"/>
              <a:ext cx="10600533" cy="2276307"/>
              <a:chOff x="0" y="-38100"/>
              <a:chExt cx="1049690" cy="225405"/>
            </a:xfrm>
          </p:grpSpPr>
          <p:sp>
            <p:nvSpPr>
              <p:cNvPr id="212" name="Google Shape;212;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3" name="Google Shape;213;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214" name="Google Shape;214;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215" name="Google Shape;215;p17"/>
          <p:cNvSpPr txBox="1"/>
          <p:nvPr/>
        </p:nvSpPr>
        <p:spPr>
          <a:xfrm>
            <a:off x="6304645" y="24604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4800"/>
              <a:buFont typeface="Montserrat"/>
              <a:buNone/>
            </a:pPr>
            <a:r>
              <a:rPr b="1" lang="en-US" sz="4800">
                <a:solidFill>
                  <a:srgbClr val="018345"/>
                </a:solidFill>
                <a:latin typeface="Montserrat"/>
                <a:ea typeface="Montserrat"/>
                <a:cs typeface="Montserrat"/>
                <a:sym typeface="Montserrat"/>
              </a:rPr>
              <a:t>Thông tin tổng quan</a:t>
            </a:r>
            <a:endParaRPr b="1" sz="4800">
              <a:solidFill>
                <a:srgbClr val="018345"/>
              </a:solidFill>
              <a:latin typeface="Montserrat"/>
              <a:ea typeface="Montserrat"/>
              <a:cs typeface="Montserrat"/>
              <a:sym typeface="Montserrat"/>
            </a:endParaRPr>
          </a:p>
        </p:txBody>
      </p:sp>
      <p:sp>
        <p:nvSpPr>
          <p:cNvPr id="216" name="Google Shape;216;p17"/>
          <p:cNvSpPr/>
          <p:nvPr/>
        </p:nvSpPr>
        <p:spPr>
          <a:xfrm>
            <a:off x="5676776" y="1918565"/>
            <a:ext cx="12192000" cy="81280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 name="Google Shape;217;p17"/>
          <p:cNvGrpSpPr/>
          <p:nvPr/>
        </p:nvGrpSpPr>
        <p:grpSpPr>
          <a:xfrm>
            <a:off x="9746215" y="1922436"/>
            <a:ext cx="2070597" cy="3022664"/>
            <a:chOff x="9746215" y="1922436"/>
            <a:chExt cx="2070597" cy="3022664"/>
          </a:xfrm>
        </p:grpSpPr>
        <p:sp>
          <p:nvSpPr>
            <p:cNvPr id="218" name="Google Shape;218;p17"/>
            <p:cNvSpPr/>
            <p:nvPr/>
          </p:nvSpPr>
          <p:spPr>
            <a:xfrm rot="-3683489">
              <a:off x="9372293" y="4249861"/>
              <a:ext cx="1509380"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19" name="Google Shape;219;p17"/>
            <p:cNvSpPr/>
            <p:nvPr/>
          </p:nvSpPr>
          <p:spPr>
            <a:xfrm>
              <a:off x="10020159" y="1922436"/>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Phần 1</a:t>
              </a:r>
              <a:endParaRPr/>
            </a:p>
          </p:txBody>
        </p:sp>
      </p:grpSp>
      <p:sp>
        <p:nvSpPr>
          <p:cNvPr id="220" name="Google Shape;220;p17"/>
          <p:cNvSpPr/>
          <p:nvPr/>
        </p:nvSpPr>
        <p:spPr>
          <a:xfrm>
            <a:off x="11996477" y="1922436"/>
            <a:ext cx="2694979" cy="1796653"/>
          </a:xfrm>
          <a:custGeom>
            <a:rect b="b" l="l" r="r" t="t"/>
            <a:pathLst>
              <a:path extrusionOk="0" h="1796653" w="2694979">
                <a:moveTo>
                  <a:pt x="0" y="0"/>
                </a:moveTo>
                <a:lnTo>
                  <a:pt x="2694979" y="0"/>
                </a:lnTo>
                <a:lnTo>
                  <a:pt x="2694979" y="1796653"/>
                </a:lnTo>
                <a:lnTo>
                  <a:pt x="0" y="1796653"/>
                </a:lnTo>
                <a:lnTo>
                  <a:pt x="0" y="0"/>
                </a:lnTo>
                <a:close/>
              </a:path>
            </a:pathLst>
          </a:custGeom>
          <a:noFill/>
          <a:ln>
            <a:noFill/>
          </a:ln>
        </p:spPr>
        <p:txBody>
          <a:bodyPr anchorCtr="0" anchor="ctr" bIns="0" lIns="0" spcFirstLastPara="1" rIns="0" wrap="square" tIns="0">
            <a:noAutofit/>
          </a:bodyPr>
          <a:lstStyle/>
          <a:p>
            <a:pPr indent="-285750" lvl="1" marL="285750" marR="0" rtl="0" algn="l">
              <a:lnSpc>
                <a:spcPct val="9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Đọc hiểu câu</a:t>
            </a:r>
            <a:endParaRPr b="0" i="0" sz="2800" u="none" cap="none" strike="noStrike">
              <a:solidFill>
                <a:schemeClr val="dk1"/>
              </a:solidFill>
              <a:latin typeface="Calibri"/>
              <a:ea typeface="Calibri"/>
              <a:cs typeface="Calibri"/>
              <a:sym typeface="Calibri"/>
            </a:endParaRPr>
          </a:p>
        </p:txBody>
      </p:sp>
      <p:grpSp>
        <p:nvGrpSpPr>
          <p:cNvPr id="221" name="Google Shape;221;p17"/>
          <p:cNvGrpSpPr/>
          <p:nvPr/>
        </p:nvGrpSpPr>
        <p:grpSpPr>
          <a:xfrm>
            <a:off x="10233816" y="3926938"/>
            <a:ext cx="2740296" cy="1796653"/>
            <a:chOff x="10233816" y="3926938"/>
            <a:chExt cx="2740296" cy="1796653"/>
          </a:xfrm>
        </p:grpSpPr>
        <p:sp>
          <p:nvSpPr>
            <p:cNvPr id="222" name="Google Shape;222;p17"/>
            <p:cNvSpPr/>
            <p:nvPr/>
          </p:nvSpPr>
          <p:spPr>
            <a:xfrm rot="-1312800">
              <a:off x="10203236" y="5338753"/>
              <a:ext cx="1077749"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23" name="Google Shape;223;p17"/>
            <p:cNvSpPr/>
            <p:nvPr/>
          </p:nvSpPr>
          <p:spPr>
            <a:xfrm>
              <a:off x="11177459" y="3926938"/>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Phần 2</a:t>
              </a:r>
              <a:endParaRPr/>
            </a:p>
          </p:txBody>
        </p:sp>
      </p:grpSp>
      <p:sp>
        <p:nvSpPr>
          <p:cNvPr id="224" name="Google Shape;224;p17"/>
          <p:cNvSpPr/>
          <p:nvPr/>
        </p:nvSpPr>
        <p:spPr>
          <a:xfrm>
            <a:off x="13250633" y="3947371"/>
            <a:ext cx="3585085" cy="1796653"/>
          </a:xfrm>
          <a:custGeom>
            <a:rect b="b" l="l" r="r" t="t"/>
            <a:pathLst>
              <a:path extrusionOk="0" h="1796653" w="2694979">
                <a:moveTo>
                  <a:pt x="0" y="0"/>
                </a:moveTo>
                <a:lnTo>
                  <a:pt x="2694979" y="0"/>
                </a:lnTo>
                <a:lnTo>
                  <a:pt x="2694979" y="1796653"/>
                </a:lnTo>
                <a:lnTo>
                  <a:pt x="0" y="1796653"/>
                </a:lnTo>
                <a:lnTo>
                  <a:pt x="0" y="0"/>
                </a:lnTo>
                <a:close/>
              </a:path>
            </a:pathLst>
          </a:custGeom>
          <a:noFill/>
          <a:ln>
            <a:noFill/>
          </a:ln>
        </p:spPr>
        <p:txBody>
          <a:bodyPr anchorCtr="0" anchor="ctr" bIns="0" lIns="0" spcFirstLastPara="1" rIns="0" wrap="square" tIns="0">
            <a:noAutofit/>
          </a:bodyPr>
          <a:lstStyle/>
          <a:p>
            <a:pPr indent="-285750" lvl="1" marL="285750" marR="0" rtl="0" algn="l">
              <a:lnSpc>
                <a:spcPct val="9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Gắn kết văn bản</a:t>
            </a:r>
            <a:endParaRPr b="0" i="0" sz="2800" u="none" cap="none" strike="noStrike">
              <a:solidFill>
                <a:schemeClr val="dk1"/>
              </a:solidFill>
              <a:latin typeface="Calibri"/>
              <a:ea typeface="Calibri"/>
              <a:cs typeface="Calibri"/>
              <a:sym typeface="Calibri"/>
            </a:endParaRPr>
          </a:p>
        </p:txBody>
      </p:sp>
      <p:grpSp>
        <p:nvGrpSpPr>
          <p:cNvPr id="225" name="Google Shape;225;p17"/>
          <p:cNvGrpSpPr/>
          <p:nvPr/>
        </p:nvGrpSpPr>
        <p:grpSpPr>
          <a:xfrm>
            <a:off x="10233816" y="6241538"/>
            <a:ext cx="2740296" cy="1796653"/>
            <a:chOff x="10233816" y="6241538"/>
            <a:chExt cx="2740296" cy="1796653"/>
          </a:xfrm>
        </p:grpSpPr>
        <p:sp>
          <p:nvSpPr>
            <p:cNvPr id="226" name="Google Shape;226;p17"/>
            <p:cNvSpPr/>
            <p:nvPr/>
          </p:nvSpPr>
          <p:spPr>
            <a:xfrm rot="1312800">
              <a:off x="10203236" y="6582167"/>
              <a:ext cx="1077749"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27" name="Google Shape;227;p17"/>
            <p:cNvSpPr/>
            <p:nvPr/>
          </p:nvSpPr>
          <p:spPr>
            <a:xfrm>
              <a:off x="11177459" y="6241538"/>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Phần 3</a:t>
              </a:r>
              <a:endParaRPr/>
            </a:p>
          </p:txBody>
        </p:sp>
      </p:grpSp>
      <p:sp>
        <p:nvSpPr>
          <p:cNvPr id="228" name="Google Shape;228;p17"/>
          <p:cNvSpPr/>
          <p:nvPr/>
        </p:nvSpPr>
        <p:spPr>
          <a:xfrm>
            <a:off x="13153777" y="6241538"/>
            <a:ext cx="4714999" cy="1796653"/>
          </a:xfrm>
          <a:custGeom>
            <a:rect b="b" l="l" r="r" t="t"/>
            <a:pathLst>
              <a:path extrusionOk="0" h="1796653" w="2694979">
                <a:moveTo>
                  <a:pt x="0" y="0"/>
                </a:moveTo>
                <a:lnTo>
                  <a:pt x="2694979" y="0"/>
                </a:lnTo>
                <a:lnTo>
                  <a:pt x="2694979" y="1796653"/>
                </a:lnTo>
                <a:lnTo>
                  <a:pt x="0" y="1796653"/>
                </a:lnTo>
                <a:lnTo>
                  <a:pt x="0" y="0"/>
                </a:lnTo>
                <a:close/>
              </a:path>
            </a:pathLst>
          </a:custGeom>
          <a:solidFill>
            <a:schemeClr val="lt1"/>
          </a:solidFill>
          <a:ln>
            <a:noFill/>
          </a:ln>
        </p:spPr>
        <p:txBody>
          <a:bodyPr anchorCtr="0" anchor="ctr" bIns="0" lIns="0" spcFirstLastPara="1" rIns="0" wrap="square" tIns="0">
            <a:noAutofit/>
          </a:bodyPr>
          <a:lstStyle/>
          <a:p>
            <a:pPr indent="-285750" lvl="1" marL="285750" marR="0" rtl="0" algn="l">
              <a:lnSpc>
                <a:spcPct val="9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Đối chiếu ý kiến</a:t>
            </a:r>
            <a:endParaRPr b="0" i="0" sz="2800" u="none" cap="none" strike="noStrike">
              <a:solidFill>
                <a:schemeClr val="dk1"/>
              </a:solidFill>
              <a:latin typeface="Calibri"/>
              <a:ea typeface="Calibri"/>
              <a:cs typeface="Calibri"/>
              <a:sym typeface="Calibri"/>
            </a:endParaRPr>
          </a:p>
        </p:txBody>
      </p:sp>
      <p:grpSp>
        <p:nvGrpSpPr>
          <p:cNvPr id="229" name="Google Shape;229;p17"/>
          <p:cNvGrpSpPr/>
          <p:nvPr/>
        </p:nvGrpSpPr>
        <p:grpSpPr>
          <a:xfrm>
            <a:off x="9746215" y="7020028"/>
            <a:ext cx="2070597" cy="3022665"/>
            <a:chOff x="9746215" y="7020028"/>
            <a:chExt cx="2070597" cy="3022665"/>
          </a:xfrm>
        </p:grpSpPr>
        <p:sp>
          <p:nvSpPr>
            <p:cNvPr id="230" name="Google Shape;230;p17"/>
            <p:cNvSpPr/>
            <p:nvPr/>
          </p:nvSpPr>
          <p:spPr>
            <a:xfrm rot="3683489">
              <a:off x="9372293" y="7671059"/>
              <a:ext cx="1509380" cy="44208"/>
            </a:xfrm>
            <a:custGeom>
              <a:rect b="b" l="l" r="r" t="t"/>
              <a:pathLst>
                <a:path extrusionOk="0" h="120000" w="120000">
                  <a:moveTo>
                    <a:pt x="0" y="60000"/>
                  </a:moveTo>
                  <a:lnTo>
                    <a:pt x="120000" y="60000"/>
                  </a:lnTo>
                </a:path>
              </a:pathLst>
            </a:custGeom>
            <a:noFill/>
            <a:ln cap="flat" cmpd="sng" w="25400">
              <a:solidFill>
                <a:srgbClr val="00B050"/>
              </a:solidFill>
              <a:prstDash val="solid"/>
              <a:round/>
              <a:headEnd len="sm" w="sm" type="none"/>
              <a:tailEnd len="sm" w="sm" type="none"/>
            </a:ln>
          </p:spPr>
        </p:sp>
        <p:sp>
          <p:nvSpPr>
            <p:cNvPr id="231" name="Google Shape;231;p17"/>
            <p:cNvSpPr/>
            <p:nvPr/>
          </p:nvSpPr>
          <p:spPr>
            <a:xfrm>
              <a:off x="10020159" y="8246040"/>
              <a:ext cx="1796653" cy="1796653"/>
            </a:xfrm>
            <a:custGeom>
              <a:rect b="b" l="l" r="r" t="t"/>
              <a:pathLst>
                <a:path extrusionOk="0" h="1796653" w="1796653">
                  <a:moveTo>
                    <a:pt x="0" y="898327"/>
                  </a:moveTo>
                  <a:cubicBezTo>
                    <a:pt x="0" y="402195"/>
                    <a:pt x="402195" y="0"/>
                    <a:pt x="898327" y="0"/>
                  </a:cubicBezTo>
                  <a:cubicBezTo>
                    <a:pt x="1394459" y="0"/>
                    <a:pt x="1796654" y="402195"/>
                    <a:pt x="1796654" y="898327"/>
                  </a:cubicBezTo>
                  <a:cubicBezTo>
                    <a:pt x="1796654" y="1394459"/>
                    <a:pt x="1394459" y="1796654"/>
                    <a:pt x="898327" y="1796654"/>
                  </a:cubicBezTo>
                  <a:cubicBezTo>
                    <a:pt x="402195" y="1796654"/>
                    <a:pt x="0" y="1394459"/>
                    <a:pt x="0" y="898327"/>
                  </a:cubicBezTo>
                  <a:close/>
                </a:path>
              </a:pathLst>
            </a:cu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283425" lIns="283425" spcFirstLastPara="1" rIns="283425" wrap="square" tIns="283425">
              <a:noAutofit/>
            </a:bodyPr>
            <a:lstStyle/>
            <a:p>
              <a:pPr indent="0" lvl="0" marL="0" marR="0" rtl="0" algn="ctr">
                <a:lnSpc>
                  <a:spcPct val="90000"/>
                </a:lnSpc>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Phần 4</a:t>
              </a:r>
              <a:endParaRPr/>
            </a:p>
          </p:txBody>
        </p:sp>
      </p:grpSp>
      <p:sp>
        <p:nvSpPr>
          <p:cNvPr id="232" name="Google Shape;232;p17"/>
          <p:cNvSpPr/>
          <p:nvPr/>
        </p:nvSpPr>
        <p:spPr>
          <a:xfrm>
            <a:off x="11996477" y="8246040"/>
            <a:ext cx="4839241" cy="1796653"/>
          </a:xfrm>
          <a:custGeom>
            <a:rect b="b" l="l" r="r" t="t"/>
            <a:pathLst>
              <a:path extrusionOk="0" h="1796653" w="2694979">
                <a:moveTo>
                  <a:pt x="0" y="0"/>
                </a:moveTo>
                <a:lnTo>
                  <a:pt x="2694979" y="0"/>
                </a:lnTo>
                <a:lnTo>
                  <a:pt x="2694979" y="1796653"/>
                </a:lnTo>
                <a:lnTo>
                  <a:pt x="0" y="1796653"/>
                </a:lnTo>
                <a:lnTo>
                  <a:pt x="0" y="0"/>
                </a:lnTo>
                <a:close/>
              </a:path>
            </a:pathLst>
          </a:custGeom>
          <a:noFill/>
          <a:ln>
            <a:noFill/>
          </a:ln>
        </p:spPr>
        <p:txBody>
          <a:bodyPr anchorCtr="0" anchor="ctr" bIns="0" lIns="0" spcFirstLastPara="1" rIns="0" wrap="square" tIns="0">
            <a:noAutofit/>
          </a:bodyPr>
          <a:lstStyle/>
          <a:p>
            <a:pPr indent="-285750" lvl="1" marL="285750" marR="0" rtl="0" algn="l">
              <a:lnSpc>
                <a:spcPct val="9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Đọc hiểu văn bản dài</a:t>
            </a:r>
            <a:endParaRPr b="0" i="0" sz="2800" u="none" cap="none" strike="noStrike">
              <a:solidFill>
                <a:schemeClr val="dk1"/>
              </a:solidFill>
              <a:latin typeface="Calibri"/>
              <a:ea typeface="Calibri"/>
              <a:cs typeface="Calibri"/>
              <a:sym typeface="Calibri"/>
            </a:endParaRPr>
          </a:p>
        </p:txBody>
      </p:sp>
      <p:grpSp>
        <p:nvGrpSpPr>
          <p:cNvPr id="233" name="Google Shape;233;p17"/>
          <p:cNvGrpSpPr/>
          <p:nvPr/>
        </p:nvGrpSpPr>
        <p:grpSpPr>
          <a:xfrm>
            <a:off x="7341267" y="4401390"/>
            <a:ext cx="2994421" cy="2994421"/>
            <a:chOff x="7341267" y="4616538"/>
            <a:chExt cx="2994421" cy="2994421"/>
          </a:xfrm>
        </p:grpSpPr>
        <p:sp>
          <p:nvSpPr>
            <p:cNvPr id="234" name="Google Shape;234;p17"/>
            <p:cNvSpPr/>
            <p:nvPr/>
          </p:nvSpPr>
          <p:spPr>
            <a:xfrm>
              <a:off x="7341267" y="4616538"/>
              <a:ext cx="2994421" cy="2994421"/>
            </a:xfrm>
            <a:prstGeom prst="ellipse">
              <a:avLst/>
            </a:prstGeom>
            <a:solidFill>
              <a:srgbClr val="00A249"/>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 name="Google Shape;235;p17"/>
            <p:cNvGrpSpPr/>
            <p:nvPr/>
          </p:nvGrpSpPr>
          <p:grpSpPr>
            <a:xfrm>
              <a:off x="7746318" y="4938790"/>
              <a:ext cx="1999897" cy="1999897"/>
              <a:chOff x="8367600" y="3517596"/>
              <a:chExt cx="1999897" cy="1999897"/>
            </a:xfrm>
          </p:grpSpPr>
          <p:pic>
            <p:nvPicPr>
              <p:cNvPr descr="Clipboard with solid fill" id="236" name="Google Shape;236;p17"/>
              <p:cNvPicPr preferRelativeResize="0"/>
              <p:nvPr/>
            </p:nvPicPr>
            <p:blipFill rotWithShape="1">
              <a:blip r:embed="rId4">
                <a:alphaModFix/>
              </a:blip>
              <a:srcRect b="0" l="0" r="0" t="0"/>
              <a:stretch/>
            </p:blipFill>
            <p:spPr>
              <a:xfrm>
                <a:off x="8367600" y="3517596"/>
                <a:ext cx="1999897" cy="1999897"/>
              </a:xfrm>
              <a:prstGeom prst="rect">
                <a:avLst/>
              </a:prstGeom>
              <a:noFill/>
              <a:ln>
                <a:noFill/>
              </a:ln>
            </p:spPr>
          </p:pic>
          <p:pic>
            <p:nvPicPr>
              <p:cNvPr descr="Pencil with solid fill" id="237" name="Google Shape;237;p17"/>
              <p:cNvPicPr preferRelativeResize="0"/>
              <p:nvPr/>
            </p:nvPicPr>
            <p:blipFill rotWithShape="1">
              <a:blip r:embed="rId5">
                <a:alphaModFix/>
              </a:blip>
              <a:srcRect b="0" l="0" r="0" t="0"/>
              <a:stretch/>
            </p:blipFill>
            <p:spPr>
              <a:xfrm>
                <a:off x="9319010" y="4156090"/>
                <a:ext cx="1048487" cy="1048487"/>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18"/>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43" name="Google Shape;243;p1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44" name="Google Shape;244;p18"/>
          <p:cNvGrpSpPr/>
          <p:nvPr/>
        </p:nvGrpSpPr>
        <p:grpSpPr>
          <a:xfrm rot="10800000">
            <a:off x="15044552" y="-741521"/>
            <a:ext cx="7681766" cy="4260610"/>
            <a:chOff x="0" y="-38100"/>
            <a:chExt cx="406400" cy="225405"/>
          </a:xfrm>
        </p:grpSpPr>
        <p:sp>
          <p:nvSpPr>
            <p:cNvPr id="245" name="Google Shape;245;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6" name="Google Shape;246;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descr="Books with solid fill" id="247" name="Google Shape;247;p1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48" name="Google Shape;248;p1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49" name="Google Shape;249;p18"/>
          <p:cNvSpPr txBox="1"/>
          <p:nvPr/>
        </p:nvSpPr>
        <p:spPr>
          <a:xfrm>
            <a:off x="5511794" y="2502271"/>
            <a:ext cx="11760209" cy="1493037"/>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Clr>
                <a:srgbClr val="018345"/>
              </a:buClr>
              <a:buSzPts val="6600"/>
              <a:buFont typeface="Montserrat"/>
              <a:buNone/>
            </a:pPr>
            <a:r>
              <a:rPr b="1" lang="en-US" sz="6600">
                <a:solidFill>
                  <a:srgbClr val="018345"/>
                </a:solidFill>
                <a:latin typeface="Montserrat"/>
                <a:ea typeface="Montserrat"/>
                <a:cs typeface="Montserrat"/>
                <a:sym typeface="Montserrat"/>
              </a:rPr>
              <a:t>BÀI ĐỌC APTIS PHẦN 1</a:t>
            </a:r>
            <a:endParaRPr sz="1800">
              <a:solidFill>
                <a:schemeClr val="dk1"/>
              </a:solidFill>
              <a:latin typeface="Calibri"/>
              <a:ea typeface="Calibri"/>
              <a:cs typeface="Calibri"/>
              <a:sym typeface="Calibri"/>
            </a:endParaRPr>
          </a:p>
        </p:txBody>
      </p:sp>
      <p:sp>
        <p:nvSpPr>
          <p:cNvPr id="250" name="Google Shape;250;p18"/>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18345"/>
              </a:buClr>
              <a:buSzPts val="12461"/>
              <a:buFont typeface="Montserrat"/>
              <a:buNone/>
            </a:pPr>
            <a:r>
              <a:rPr b="1" lang="en-US" sz="12461">
                <a:solidFill>
                  <a:srgbClr val="018345"/>
                </a:solidFill>
                <a:latin typeface="Montserrat"/>
                <a:ea typeface="Montserrat"/>
                <a:cs typeface="Montserrat"/>
                <a:sym typeface="Montserrat"/>
              </a:rPr>
              <a:t>02</a:t>
            </a:r>
            <a:endParaRPr sz="1800">
              <a:solidFill>
                <a:schemeClr val="dk1"/>
              </a:solidFill>
              <a:latin typeface="Calibri"/>
              <a:ea typeface="Calibri"/>
              <a:cs typeface="Calibri"/>
              <a:sym typeface="Calibri"/>
            </a:endParaRPr>
          </a:p>
        </p:txBody>
      </p:sp>
      <p:sp>
        <p:nvSpPr>
          <p:cNvPr id="251" name="Google Shape;251;p18"/>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FEFEFE"/>
              </a:buClr>
              <a:buSzPts val="1876"/>
              <a:buFont typeface="Roboto"/>
              <a:buNone/>
            </a:pPr>
            <a:r>
              <a:rPr lang="en-US" sz="1876">
                <a:solidFill>
                  <a:srgbClr val="FEFEFE"/>
                </a:solidFill>
                <a:latin typeface="Roboto"/>
                <a:ea typeface="Roboto"/>
                <a:cs typeface="Roboto"/>
                <a:sym typeface="Roboto"/>
              </a:rPr>
              <a:t>https://edulife.com.vn/</a:t>
            </a:r>
            <a:endParaRPr sz="1800">
              <a:solidFill>
                <a:schemeClr val="dk1"/>
              </a:solidFill>
              <a:latin typeface="Calibri"/>
              <a:ea typeface="Calibri"/>
              <a:cs typeface="Calibri"/>
              <a:sym typeface="Calibri"/>
            </a:endParaRPr>
          </a:p>
        </p:txBody>
      </p:sp>
      <p:grpSp>
        <p:nvGrpSpPr>
          <p:cNvPr id="252" name="Google Shape;252;p18"/>
          <p:cNvGrpSpPr/>
          <p:nvPr/>
        </p:nvGrpSpPr>
        <p:grpSpPr>
          <a:xfrm>
            <a:off x="-2718010" y="9274528"/>
            <a:ext cx="7950400" cy="1707231"/>
            <a:chOff x="0" y="-384762"/>
            <a:chExt cx="10600533" cy="2276307"/>
          </a:xfrm>
        </p:grpSpPr>
        <p:grpSp>
          <p:nvGrpSpPr>
            <p:cNvPr id="253" name="Google Shape;253;p18"/>
            <p:cNvGrpSpPr/>
            <p:nvPr/>
          </p:nvGrpSpPr>
          <p:grpSpPr>
            <a:xfrm>
              <a:off x="0" y="-384762"/>
              <a:ext cx="10600533" cy="2276307"/>
              <a:chOff x="0" y="-38100"/>
              <a:chExt cx="1049690" cy="225405"/>
            </a:xfrm>
          </p:grpSpPr>
          <p:sp>
            <p:nvSpPr>
              <p:cNvPr id="254" name="Google Shape;254;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5" name="Google Shape;255;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256" name="Google Shape;256;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57" name="Google Shape;257;p18"/>
          <p:cNvPicPr preferRelativeResize="0"/>
          <p:nvPr/>
        </p:nvPicPr>
        <p:blipFill rotWithShape="1">
          <a:blip r:embed="rId5">
            <a:alphaModFix/>
          </a:blip>
          <a:srcRect b="0" l="0" r="0" t="0"/>
          <a:stretch/>
        </p:blipFill>
        <p:spPr>
          <a:xfrm>
            <a:off x="8305800" y="5572405"/>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ppt_w</p:attrName>
                                        </p:attrNameLst>
                                      </p:cBhvr>
                                      <p:tavLst>
                                        <p:tav fmla="" tm="0">
                                          <p:val>
                                            <p:strVal val="0"/>
                                          </p:val>
                                        </p:tav>
                                        <p:tav fmla="" tm="100000">
                                          <p:val>
                                            <p:strVal val="#ppt_w"/>
                                          </p:val>
                                        </p:tav>
                                      </p:tavLst>
                                    </p:anim>
                                    <p:anim calcmode="lin" valueType="num">
                                      <p:cBhvr additive="base">
                                        <p:cTn dur="500"/>
                                        <p:tgtEl>
                                          <p:spTgt spid="25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ppt_w</p:attrName>
                                        </p:attrNameLst>
                                      </p:cBhvr>
                                      <p:tavLst>
                                        <p:tav fmla="" tm="0">
                                          <p:val>
                                            <p:strVal val="0"/>
                                          </p:val>
                                        </p:tav>
                                        <p:tav fmla="" tm="100000">
                                          <p:val>
                                            <p:strVal val="#ppt_w"/>
                                          </p:val>
                                        </p:tav>
                                      </p:tavLst>
                                    </p:anim>
                                    <p:anim calcmode="lin" valueType="num">
                                      <p:cBhvr additive="base">
                                        <p:cTn dur="500"/>
                                        <p:tgtEl>
                                          <p:spTgt spid="2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cxnSp>
        <p:nvCxnSpPr>
          <p:cNvPr id="263" name="Google Shape;263;p19"/>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64" name="Google Shape;264;p19"/>
          <p:cNvGrpSpPr/>
          <p:nvPr/>
        </p:nvGrpSpPr>
        <p:grpSpPr>
          <a:xfrm rot="10800000">
            <a:off x="15785091" y="-536942"/>
            <a:ext cx="7681766" cy="4260610"/>
            <a:chOff x="0" y="-38100"/>
            <a:chExt cx="406400" cy="225405"/>
          </a:xfrm>
        </p:grpSpPr>
        <p:sp>
          <p:nvSpPr>
            <p:cNvPr id="265" name="Google Shape;265;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6" name="Google Shape;266;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267" name="Google Shape;267;p19"/>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68" name="Google Shape;268;p19"/>
          <p:cNvSpPr txBox="1"/>
          <p:nvPr/>
        </p:nvSpPr>
        <p:spPr>
          <a:xfrm>
            <a:off x="6003351" y="368089"/>
            <a:ext cx="11880998" cy="1288045"/>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5400"/>
              <a:buFont typeface="Montserrat"/>
              <a:buNone/>
            </a:pPr>
            <a:r>
              <a:rPr b="1" lang="en-US" sz="5400">
                <a:solidFill>
                  <a:srgbClr val="018345"/>
                </a:solidFill>
                <a:latin typeface="Montserrat"/>
                <a:ea typeface="Montserrat"/>
                <a:cs typeface="Montserrat"/>
                <a:sym typeface="Montserrat"/>
              </a:rPr>
              <a:t>Bài đọc Aptis phần 1</a:t>
            </a:r>
            <a:endParaRPr sz="1600">
              <a:solidFill>
                <a:schemeClr val="dk1"/>
              </a:solidFill>
              <a:latin typeface="Calibri"/>
              <a:ea typeface="Calibri"/>
              <a:cs typeface="Calibri"/>
              <a:sym typeface="Calibri"/>
            </a:endParaRPr>
          </a:p>
        </p:txBody>
      </p:sp>
      <p:grpSp>
        <p:nvGrpSpPr>
          <p:cNvPr id="269" name="Google Shape;269;p19"/>
          <p:cNvGrpSpPr/>
          <p:nvPr/>
        </p:nvGrpSpPr>
        <p:grpSpPr>
          <a:xfrm>
            <a:off x="-2718010" y="9274528"/>
            <a:ext cx="7950400" cy="1707231"/>
            <a:chOff x="0" y="-384762"/>
            <a:chExt cx="10600533" cy="2276307"/>
          </a:xfrm>
        </p:grpSpPr>
        <p:grpSp>
          <p:nvGrpSpPr>
            <p:cNvPr id="270" name="Google Shape;270;p19"/>
            <p:cNvGrpSpPr/>
            <p:nvPr/>
          </p:nvGrpSpPr>
          <p:grpSpPr>
            <a:xfrm>
              <a:off x="0" y="-384762"/>
              <a:ext cx="10600533" cy="2276307"/>
              <a:chOff x="0" y="-38100"/>
              <a:chExt cx="1049690" cy="225405"/>
            </a:xfrm>
          </p:grpSpPr>
          <p:sp>
            <p:nvSpPr>
              <p:cNvPr id="271" name="Google Shape;271;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2" name="Google Shape;272;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273" name="Google Shape;273;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274" name="Google Shape;274;p19"/>
          <p:cNvSpPr txBox="1"/>
          <p:nvPr/>
        </p:nvSpPr>
        <p:spPr>
          <a:xfrm>
            <a:off x="7543800" y="2788349"/>
            <a:ext cx="9563720" cy="5447605"/>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chemeClr val="dk1"/>
              </a:buClr>
              <a:buSzPts val="4000"/>
              <a:buFont typeface="Noto Sans Symbols"/>
              <a:buChar char="⮚"/>
            </a:pPr>
            <a:r>
              <a:rPr lang="en-US" sz="4400">
                <a:solidFill>
                  <a:schemeClr val="dk1"/>
                </a:solidFill>
                <a:latin typeface="Calibri"/>
                <a:ea typeface="Calibri"/>
                <a:cs typeface="Calibri"/>
                <a:sym typeface="Calibri"/>
              </a:rPr>
              <a:t>Chọn một từ (trong số ba từ) để hoàn thiện một câu </a:t>
            </a:r>
            <a:endParaRPr sz="4400">
              <a:solidFill>
                <a:schemeClr val="dk1"/>
              </a:solidFill>
              <a:latin typeface="Calibri"/>
              <a:ea typeface="Calibri"/>
              <a:cs typeface="Calibri"/>
              <a:sym typeface="Calibri"/>
            </a:endParaRPr>
          </a:p>
          <a:p>
            <a:pPr indent="-571500" lvl="0" marL="571500" marR="0" rtl="0" algn="just">
              <a:lnSpc>
                <a:spcPct val="150000"/>
              </a:lnSpc>
              <a:spcBef>
                <a:spcPts val="0"/>
              </a:spcBef>
              <a:spcAft>
                <a:spcPts val="0"/>
              </a:spcAft>
              <a:buClr>
                <a:schemeClr val="dk1"/>
              </a:buClr>
              <a:buSzPts val="4000"/>
              <a:buFont typeface="Noto Sans Symbols"/>
              <a:buChar char="⮚"/>
            </a:pPr>
            <a:r>
              <a:rPr lang="en-US" sz="4400">
                <a:solidFill>
                  <a:schemeClr val="dk1"/>
                </a:solidFill>
                <a:latin typeface="Calibri"/>
                <a:ea typeface="Calibri"/>
                <a:cs typeface="Calibri"/>
                <a:sym typeface="Calibri"/>
              </a:rPr>
              <a:t>Sẽ có 5 câu cần hoàn thiện.</a:t>
            </a:r>
            <a:endParaRPr/>
          </a:p>
          <a:p>
            <a:pPr indent="-571500" lvl="0" marL="571500" marR="0" rtl="0" algn="just">
              <a:lnSpc>
                <a:spcPct val="150000"/>
              </a:lnSpc>
              <a:spcBef>
                <a:spcPts val="0"/>
              </a:spcBef>
              <a:spcAft>
                <a:spcPts val="0"/>
              </a:spcAft>
              <a:buClr>
                <a:schemeClr val="dk1"/>
              </a:buClr>
              <a:buSzPts val="4000"/>
              <a:buFont typeface="Noto Sans Symbols"/>
              <a:buChar char="⮚"/>
            </a:pPr>
            <a:r>
              <a:rPr lang="en-US" sz="4400">
                <a:solidFill>
                  <a:schemeClr val="dk1"/>
                </a:solidFill>
                <a:latin typeface="Calibri"/>
                <a:ea typeface="Calibri"/>
                <a:cs typeface="Calibri"/>
                <a:sym typeface="Calibri"/>
              </a:rPr>
              <a:t>Mỗi câu trong đoạn văn đều đứng độc lập.</a:t>
            </a:r>
            <a:endParaRPr/>
          </a:p>
          <a:p>
            <a:pPr indent="-317500" lvl="0" marL="571500" marR="0" rtl="0" algn="just">
              <a:lnSpc>
                <a:spcPct val="150000"/>
              </a:lnSpc>
              <a:spcBef>
                <a:spcPts val="0"/>
              </a:spcBef>
              <a:spcAft>
                <a:spcPts val="0"/>
              </a:spcAft>
              <a:buClr>
                <a:schemeClr val="dk1"/>
              </a:buClr>
              <a:buSzPts val="4000"/>
              <a:buFont typeface="Noto Sans Symbols"/>
              <a:buNone/>
            </a:pPr>
            <a:r>
              <a:t/>
            </a:r>
            <a:endParaRPr sz="1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anim calcmode="lin" valueType="num">
                                      <p:cBhvr additive="base">
                                        <p:cTn dur="500"/>
                                        <p:tgtEl>
                                          <p:spTgt spid="27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anim calcmode="lin" valueType="num">
                                      <p:cBhvr additive="base">
                                        <p:cTn dur="500"/>
                                        <p:tgtEl>
                                          <p:spTgt spid="27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anim calcmode="lin" valueType="num">
                                      <p:cBhvr additive="base">
                                        <p:cTn dur="500"/>
                                        <p:tgtEl>
                                          <p:spTgt spid="27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anim calcmode="lin" valueType="num">
                                      <p:cBhvr additive="base">
                                        <p:cTn dur="500"/>
                                        <p:tgtEl>
                                          <p:spTgt spid="27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cxnSp>
        <p:nvCxnSpPr>
          <p:cNvPr id="280" name="Google Shape;280;p20"/>
          <p:cNvCxnSpPr/>
          <p:nvPr/>
        </p:nvCxnSpPr>
        <p:spPr>
          <a:xfrm flipH="1" rot="10800000">
            <a:off x="3547906" y="1732952"/>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281" name="Google Shape;281;p2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82" name="Google Shape;282;p20"/>
          <p:cNvGrpSpPr/>
          <p:nvPr/>
        </p:nvGrpSpPr>
        <p:grpSpPr>
          <a:xfrm rot="10800000">
            <a:off x="15785091" y="-536942"/>
            <a:ext cx="7681766" cy="4260610"/>
            <a:chOff x="0" y="-38100"/>
            <a:chExt cx="406400" cy="225405"/>
          </a:xfrm>
        </p:grpSpPr>
        <p:sp>
          <p:nvSpPr>
            <p:cNvPr id="283" name="Google Shape;283;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4" name="Google Shape;284;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5" name="Google Shape;285;p2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86" name="Google Shape;286;p20"/>
          <p:cNvSpPr txBox="1"/>
          <p:nvPr/>
        </p:nvSpPr>
        <p:spPr>
          <a:xfrm>
            <a:off x="2910546" y="514834"/>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Đề mẫu</a:t>
            </a:r>
            <a:endParaRPr b="1" sz="4800">
              <a:solidFill>
                <a:srgbClr val="018345"/>
              </a:solidFill>
              <a:latin typeface="Montserrat"/>
              <a:ea typeface="Montserrat"/>
              <a:cs typeface="Montserrat"/>
              <a:sym typeface="Montserrat"/>
            </a:endParaRPr>
          </a:p>
        </p:txBody>
      </p:sp>
      <p:grpSp>
        <p:nvGrpSpPr>
          <p:cNvPr id="287" name="Google Shape;287;p20"/>
          <p:cNvGrpSpPr/>
          <p:nvPr/>
        </p:nvGrpSpPr>
        <p:grpSpPr>
          <a:xfrm>
            <a:off x="-2718010" y="9274528"/>
            <a:ext cx="7950400" cy="1707231"/>
            <a:chOff x="0" y="-384762"/>
            <a:chExt cx="10600533" cy="2276307"/>
          </a:xfrm>
        </p:grpSpPr>
        <p:grpSp>
          <p:nvGrpSpPr>
            <p:cNvPr id="288" name="Google Shape;288;p20"/>
            <p:cNvGrpSpPr/>
            <p:nvPr/>
          </p:nvGrpSpPr>
          <p:grpSpPr>
            <a:xfrm>
              <a:off x="0" y="-384762"/>
              <a:ext cx="10600533" cy="2276307"/>
              <a:chOff x="0" y="-38100"/>
              <a:chExt cx="1049690" cy="225405"/>
            </a:xfrm>
          </p:grpSpPr>
          <p:sp>
            <p:nvSpPr>
              <p:cNvPr id="289" name="Google Shape;289;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0" name="Google Shape;290;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1" name="Google Shape;291;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92" name="Google Shape;292;p20"/>
          <p:cNvPicPr preferRelativeResize="0"/>
          <p:nvPr/>
        </p:nvPicPr>
        <p:blipFill rotWithShape="1">
          <a:blip r:embed="rId4">
            <a:alphaModFix/>
          </a:blip>
          <a:srcRect b="0" l="0" r="0" t="0"/>
          <a:stretch/>
        </p:blipFill>
        <p:spPr>
          <a:xfrm>
            <a:off x="2910546" y="2180621"/>
            <a:ext cx="13302949" cy="69165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cxnSp>
        <p:nvCxnSpPr>
          <p:cNvPr id="298" name="Google Shape;298;p21"/>
          <p:cNvCxnSpPr/>
          <p:nvPr/>
        </p:nvCxnSpPr>
        <p:spPr>
          <a:xfrm flipH="1" rot="10800000">
            <a:off x="7543801" y="1816517"/>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299" name="Google Shape;299;p21"/>
          <p:cNvGrpSpPr/>
          <p:nvPr/>
        </p:nvGrpSpPr>
        <p:grpSpPr>
          <a:xfrm rot="10800000">
            <a:off x="15785091" y="-536942"/>
            <a:ext cx="7681766" cy="4260610"/>
            <a:chOff x="0" y="-38100"/>
            <a:chExt cx="406400" cy="225405"/>
          </a:xfrm>
        </p:grpSpPr>
        <p:sp>
          <p:nvSpPr>
            <p:cNvPr id="300" name="Google Shape;300;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1" name="Google Shape;301;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02" name="Google Shape;302;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03" name="Google Shape;303;p21"/>
          <p:cNvGrpSpPr/>
          <p:nvPr/>
        </p:nvGrpSpPr>
        <p:grpSpPr>
          <a:xfrm>
            <a:off x="-2718010" y="9274528"/>
            <a:ext cx="7950400" cy="1707231"/>
            <a:chOff x="0" y="-384762"/>
            <a:chExt cx="10600533" cy="2276307"/>
          </a:xfrm>
        </p:grpSpPr>
        <p:grpSp>
          <p:nvGrpSpPr>
            <p:cNvPr id="304" name="Google Shape;304;p21"/>
            <p:cNvGrpSpPr/>
            <p:nvPr/>
          </p:nvGrpSpPr>
          <p:grpSpPr>
            <a:xfrm>
              <a:off x="0" y="-384762"/>
              <a:ext cx="10600533" cy="2276307"/>
              <a:chOff x="0" y="-38100"/>
              <a:chExt cx="1049690" cy="225405"/>
            </a:xfrm>
          </p:grpSpPr>
          <p:sp>
            <p:nvSpPr>
              <p:cNvPr id="305" name="Google Shape;305;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6" name="Google Shape;306;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07" name="Google Shape;307;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08" name="Google Shape;308;p21"/>
          <p:cNvSpPr txBox="1"/>
          <p:nvPr/>
        </p:nvSpPr>
        <p:spPr>
          <a:xfrm>
            <a:off x="6592847" y="660250"/>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18345"/>
              </a:buClr>
              <a:buSzPts val="6000"/>
              <a:buFont typeface="Montserrat"/>
              <a:buNone/>
            </a:pPr>
            <a:r>
              <a:rPr b="1" lang="en-US" sz="6000">
                <a:solidFill>
                  <a:srgbClr val="018345"/>
                </a:solidFill>
                <a:latin typeface="Montserrat"/>
                <a:ea typeface="Montserrat"/>
                <a:cs typeface="Montserrat"/>
                <a:sym typeface="Montserrat"/>
              </a:rPr>
              <a:t>Lưu ý khi làm bài</a:t>
            </a:r>
            <a:endParaRPr b="1" sz="6000">
              <a:solidFill>
                <a:srgbClr val="018345"/>
              </a:solidFill>
              <a:latin typeface="Montserrat"/>
              <a:ea typeface="Montserrat"/>
              <a:cs typeface="Montserrat"/>
              <a:sym typeface="Montserrat"/>
            </a:endParaRPr>
          </a:p>
        </p:txBody>
      </p:sp>
      <p:sp>
        <p:nvSpPr>
          <p:cNvPr id="309" name="Google Shape;309;p21"/>
          <p:cNvSpPr/>
          <p:nvPr/>
        </p:nvSpPr>
        <p:spPr>
          <a:xfrm>
            <a:off x="8305800" y="2519409"/>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Đọc kĩ và đảm bảo hiểu rõ câu hỏi</a:t>
            </a:r>
            <a:endParaRPr sz="1800">
              <a:solidFill>
                <a:schemeClr val="dk1"/>
              </a:solidFill>
              <a:latin typeface="Calibri"/>
              <a:ea typeface="Calibri"/>
              <a:cs typeface="Calibri"/>
              <a:sym typeface="Calibri"/>
            </a:endParaRPr>
          </a:p>
        </p:txBody>
      </p:sp>
      <p:sp>
        <p:nvSpPr>
          <p:cNvPr id="310" name="Google Shape;310;p21"/>
          <p:cNvSpPr/>
          <p:nvPr/>
        </p:nvSpPr>
        <p:spPr>
          <a:xfrm>
            <a:off x="8328498" y="6370680"/>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Kiểm tra ngữ pháp, nghĩa khi chọn đáp án</a:t>
            </a:r>
            <a:endParaRPr sz="1800">
              <a:solidFill>
                <a:schemeClr val="dk1"/>
              </a:solidFill>
              <a:latin typeface="Calibri"/>
              <a:ea typeface="Calibri"/>
              <a:cs typeface="Calibri"/>
              <a:sym typeface="Calibri"/>
            </a:endParaRPr>
          </a:p>
        </p:txBody>
      </p:sp>
      <p:sp>
        <p:nvSpPr>
          <p:cNvPr id="311" name="Google Shape;311;p21"/>
          <p:cNvSpPr/>
          <p:nvPr/>
        </p:nvSpPr>
        <p:spPr>
          <a:xfrm>
            <a:off x="8305800" y="4408395"/>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Đọc kĩ các phương án </a:t>
            </a:r>
            <a:endParaRPr sz="1800">
              <a:solidFill>
                <a:schemeClr val="dk1"/>
              </a:solidFill>
              <a:latin typeface="Calibri"/>
              <a:ea typeface="Calibri"/>
              <a:cs typeface="Calibri"/>
              <a:sym typeface="Calibri"/>
            </a:endParaRPr>
          </a:p>
        </p:txBody>
      </p:sp>
      <p:sp>
        <p:nvSpPr>
          <p:cNvPr id="312" name="Google Shape;312;p21"/>
          <p:cNvSpPr/>
          <p:nvPr/>
        </p:nvSpPr>
        <p:spPr>
          <a:xfrm>
            <a:off x="8391251" y="8248602"/>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Không bỏ qua câu nào</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9"/>
                                        </p:tgtEl>
                                        <p:attrNameLst>
                                          <p:attrName>style.visibility</p:attrName>
                                        </p:attrNameLst>
                                      </p:cBhvr>
                                      <p:to>
                                        <p:strVal val="visible"/>
                                      </p:to>
                                    </p:set>
                                    <p:anim calcmode="lin" valueType="num">
                                      <p:cBhvr additive="base">
                                        <p:cTn dur="500"/>
                                        <p:tgtEl>
                                          <p:spTgt spid="30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1"/>
                                        </p:tgtEl>
                                        <p:attrNameLst>
                                          <p:attrName>style.visibility</p:attrName>
                                        </p:attrNameLst>
                                      </p:cBhvr>
                                      <p:to>
                                        <p:strVal val="visible"/>
                                      </p:to>
                                    </p:set>
                                    <p:anim calcmode="lin" valueType="num">
                                      <p:cBhvr additive="base">
                                        <p:cTn dur="500"/>
                                        <p:tgtEl>
                                          <p:spTgt spid="31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0"/>
                                        </p:tgtEl>
                                        <p:attrNameLst>
                                          <p:attrName>style.visibility</p:attrName>
                                        </p:attrNameLst>
                                      </p:cBhvr>
                                      <p:to>
                                        <p:strVal val="visible"/>
                                      </p:to>
                                    </p:set>
                                    <p:anim calcmode="lin" valueType="num">
                                      <p:cBhvr additive="base">
                                        <p:cTn dur="500"/>
                                        <p:tgtEl>
                                          <p:spTgt spid="31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500"/>
                                        <p:tgtEl>
                                          <p:spTgt spid="31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cxnSp>
        <p:nvCxnSpPr>
          <p:cNvPr id="317" name="Google Shape;317;p22"/>
          <p:cNvCxnSpPr/>
          <p:nvPr/>
        </p:nvCxnSpPr>
        <p:spPr>
          <a:xfrm>
            <a:off x="6186822" y="2191627"/>
            <a:ext cx="11650614" cy="0"/>
          </a:xfrm>
          <a:prstGeom prst="straightConnector1">
            <a:avLst/>
          </a:prstGeom>
          <a:noFill/>
          <a:ln cap="flat" cmpd="sng" w="38100">
            <a:solidFill>
              <a:srgbClr val="018345"/>
            </a:solidFill>
            <a:prstDash val="solid"/>
            <a:round/>
            <a:headEnd len="sm" w="sm" type="none"/>
            <a:tailEnd len="sm" w="sm" type="none"/>
          </a:ln>
        </p:spPr>
      </p:cxnSp>
      <p:cxnSp>
        <p:nvCxnSpPr>
          <p:cNvPr id="318" name="Google Shape;318;p2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19" name="Google Shape;319;p22"/>
          <p:cNvGrpSpPr/>
          <p:nvPr/>
        </p:nvGrpSpPr>
        <p:grpSpPr>
          <a:xfrm rot="10800000">
            <a:off x="15044552" y="-741521"/>
            <a:ext cx="7681766" cy="4260610"/>
            <a:chOff x="0" y="-38100"/>
            <a:chExt cx="406400" cy="225405"/>
          </a:xfrm>
        </p:grpSpPr>
        <p:sp>
          <p:nvSpPr>
            <p:cNvPr id="320" name="Google Shape;320;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21" name="Google Shape;321;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22" name="Google Shape;322;p2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23" name="Google Shape;323;p22"/>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24" name="Google Shape;324;p22"/>
          <p:cNvSpPr txBox="1"/>
          <p:nvPr/>
        </p:nvSpPr>
        <p:spPr>
          <a:xfrm>
            <a:off x="6697362" y="2416850"/>
            <a:ext cx="10303922" cy="1163395"/>
          </a:xfrm>
          <a:prstGeom prst="rect">
            <a:avLst/>
          </a:prstGeom>
          <a:noFill/>
          <a:ln>
            <a:noFill/>
          </a:ln>
        </p:spPr>
        <p:txBody>
          <a:bodyPr anchorCtr="0" anchor="t" bIns="0" lIns="0" spcFirstLastPara="1" rIns="0" wrap="square" tIns="0">
            <a:spAutoFit/>
          </a:bodyPr>
          <a:lstStyle/>
          <a:p>
            <a:pPr indent="0" lvl="0" marL="0" marR="0" rtl="0" algn="ctr">
              <a:lnSpc>
                <a:spcPct val="135011"/>
              </a:lnSpc>
              <a:spcBef>
                <a:spcPts val="0"/>
              </a:spcBef>
              <a:spcAft>
                <a:spcPts val="0"/>
              </a:spcAft>
              <a:buClr>
                <a:srgbClr val="000000"/>
              </a:buClr>
              <a:buSzPts val="8003"/>
              <a:buFont typeface="Arial"/>
              <a:buNone/>
            </a:pPr>
            <a:r>
              <a:rPr b="1" i="0" lang="en-US" sz="5600" u="none" cap="none" strike="noStrike">
                <a:solidFill>
                  <a:srgbClr val="018345"/>
                </a:solidFill>
                <a:latin typeface="Montserrat"/>
                <a:ea typeface="Montserrat"/>
                <a:cs typeface="Montserrat"/>
                <a:sym typeface="Montserrat"/>
              </a:rPr>
              <a:t>BÀI ĐỌC APTIS PHẦN 2</a:t>
            </a:r>
            <a:endParaRPr b="0" i="0" sz="5600" u="none" cap="none" strike="noStrike">
              <a:solidFill>
                <a:srgbClr val="000000"/>
              </a:solidFill>
              <a:latin typeface="Arial"/>
              <a:ea typeface="Arial"/>
              <a:cs typeface="Arial"/>
              <a:sym typeface="Arial"/>
            </a:endParaRPr>
          </a:p>
        </p:txBody>
      </p:sp>
      <p:sp>
        <p:nvSpPr>
          <p:cNvPr id="325" name="Google Shape;325;p22"/>
          <p:cNvSpPr txBox="1"/>
          <p:nvPr/>
        </p:nvSpPr>
        <p:spPr>
          <a:xfrm>
            <a:off x="10182106" y="339710"/>
            <a:ext cx="220273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03</a:t>
            </a:r>
            <a:endParaRPr b="0" i="0" sz="1400" u="none" cap="none" strike="noStrike">
              <a:solidFill>
                <a:srgbClr val="000000"/>
              </a:solidFill>
              <a:latin typeface="Arial"/>
              <a:ea typeface="Arial"/>
              <a:cs typeface="Arial"/>
              <a:sym typeface="Arial"/>
            </a:endParaRPr>
          </a:p>
        </p:txBody>
      </p:sp>
      <p:grpSp>
        <p:nvGrpSpPr>
          <p:cNvPr id="326" name="Google Shape;326;p22"/>
          <p:cNvGrpSpPr/>
          <p:nvPr/>
        </p:nvGrpSpPr>
        <p:grpSpPr>
          <a:xfrm>
            <a:off x="-2718010" y="9274528"/>
            <a:ext cx="7950400" cy="1707231"/>
            <a:chOff x="0" y="-384762"/>
            <a:chExt cx="10600533" cy="2276307"/>
          </a:xfrm>
        </p:grpSpPr>
        <p:grpSp>
          <p:nvGrpSpPr>
            <p:cNvPr id="327" name="Google Shape;327;p22"/>
            <p:cNvGrpSpPr/>
            <p:nvPr/>
          </p:nvGrpSpPr>
          <p:grpSpPr>
            <a:xfrm>
              <a:off x="0" y="-384762"/>
              <a:ext cx="10600533" cy="2276307"/>
              <a:chOff x="0" y="-38100"/>
              <a:chExt cx="1049690" cy="225405"/>
            </a:xfrm>
          </p:grpSpPr>
          <p:sp>
            <p:nvSpPr>
              <p:cNvPr id="328" name="Google Shape;328;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9" name="Google Shape;329;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0" name="Google Shape;330;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31" name="Google Shape;331;p22"/>
          <p:cNvPicPr preferRelativeResize="0"/>
          <p:nvPr/>
        </p:nvPicPr>
        <p:blipFill rotWithShape="1">
          <a:blip r:embed="rId5">
            <a:alphaModFix/>
          </a:blip>
          <a:srcRect b="0" l="0" r="0" t="0"/>
          <a:stretch/>
        </p:blipFill>
        <p:spPr>
          <a:xfrm>
            <a:off x="9144000" y="5143500"/>
            <a:ext cx="5383242" cy="38451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ppt_w</p:attrName>
                                        </p:attrNameLst>
                                      </p:cBhvr>
                                      <p:tavLst>
                                        <p:tav fmla="" tm="0">
                                          <p:val>
                                            <p:strVal val="0"/>
                                          </p:val>
                                        </p:tav>
                                        <p:tav fmla="" tm="100000">
                                          <p:val>
                                            <p:strVal val="#ppt_w"/>
                                          </p:val>
                                        </p:tav>
                                      </p:tavLst>
                                    </p:anim>
                                    <p:anim calcmode="lin" valueType="num">
                                      <p:cBhvr additive="base">
                                        <p:cTn dur="500"/>
                                        <p:tgtEl>
                                          <p:spTgt spid="32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ppt_w</p:attrName>
                                        </p:attrNameLst>
                                      </p:cBhvr>
                                      <p:tavLst>
                                        <p:tav fmla="" tm="0">
                                          <p:val>
                                            <p:strVal val="0"/>
                                          </p:val>
                                        </p:tav>
                                        <p:tav fmla="" tm="100000">
                                          <p:val>
                                            <p:strVal val="#ppt_w"/>
                                          </p:val>
                                        </p:tav>
                                      </p:tavLst>
                                    </p:anim>
                                    <p:anim calcmode="lin" valueType="num">
                                      <p:cBhvr additive="base">
                                        <p:cTn dur="500"/>
                                        <p:tgtEl>
                                          <p:spTgt spid="3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cxnSp>
        <p:nvCxnSpPr>
          <p:cNvPr id="337" name="Google Shape;337;p23"/>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38" name="Google Shape;338;p23"/>
          <p:cNvGrpSpPr/>
          <p:nvPr/>
        </p:nvGrpSpPr>
        <p:grpSpPr>
          <a:xfrm rot="10800000">
            <a:off x="15785091" y="-536942"/>
            <a:ext cx="7681766" cy="4260610"/>
            <a:chOff x="0" y="-38100"/>
            <a:chExt cx="406400" cy="225405"/>
          </a:xfrm>
        </p:grpSpPr>
        <p:sp>
          <p:nvSpPr>
            <p:cNvPr id="339" name="Google Shape;339;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40" name="Google Shape;340;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41" name="Google Shape;341;p23"/>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42" name="Google Shape;342;p23"/>
          <p:cNvSpPr txBox="1"/>
          <p:nvPr/>
        </p:nvSpPr>
        <p:spPr>
          <a:xfrm>
            <a:off x="6003351" y="368089"/>
            <a:ext cx="11880998" cy="1288045"/>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5400"/>
              <a:buFont typeface="Montserrat"/>
              <a:buNone/>
            </a:pPr>
            <a:r>
              <a:rPr b="1" lang="en-US" sz="5400">
                <a:solidFill>
                  <a:srgbClr val="018345"/>
                </a:solidFill>
                <a:latin typeface="Montserrat"/>
                <a:ea typeface="Montserrat"/>
                <a:cs typeface="Montserrat"/>
                <a:sym typeface="Montserrat"/>
              </a:rPr>
              <a:t>Bài đọc Aptis phần 2</a:t>
            </a:r>
            <a:endParaRPr sz="1600">
              <a:solidFill>
                <a:schemeClr val="dk1"/>
              </a:solidFill>
              <a:latin typeface="Calibri"/>
              <a:ea typeface="Calibri"/>
              <a:cs typeface="Calibri"/>
              <a:sym typeface="Calibri"/>
            </a:endParaRPr>
          </a:p>
        </p:txBody>
      </p:sp>
      <p:grpSp>
        <p:nvGrpSpPr>
          <p:cNvPr id="343" name="Google Shape;343;p23"/>
          <p:cNvGrpSpPr/>
          <p:nvPr/>
        </p:nvGrpSpPr>
        <p:grpSpPr>
          <a:xfrm>
            <a:off x="-2718010" y="9274528"/>
            <a:ext cx="7950400" cy="1707231"/>
            <a:chOff x="0" y="-384762"/>
            <a:chExt cx="10600533" cy="2276307"/>
          </a:xfrm>
        </p:grpSpPr>
        <p:grpSp>
          <p:nvGrpSpPr>
            <p:cNvPr id="344" name="Google Shape;344;p23"/>
            <p:cNvGrpSpPr/>
            <p:nvPr/>
          </p:nvGrpSpPr>
          <p:grpSpPr>
            <a:xfrm>
              <a:off x="0" y="-384762"/>
              <a:ext cx="10600533" cy="2276307"/>
              <a:chOff x="0" y="-38100"/>
              <a:chExt cx="1049690" cy="225405"/>
            </a:xfrm>
          </p:grpSpPr>
          <p:sp>
            <p:nvSpPr>
              <p:cNvPr id="345" name="Google Shape;345;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46" name="Google Shape;346;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47" name="Google Shape;347;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48" name="Google Shape;348;p23"/>
          <p:cNvSpPr txBox="1"/>
          <p:nvPr/>
        </p:nvSpPr>
        <p:spPr>
          <a:xfrm>
            <a:off x="7350418" y="2671291"/>
            <a:ext cx="10130400" cy="4833300"/>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200000"/>
              </a:lnSpc>
              <a:spcBef>
                <a:spcPts val="0"/>
              </a:spcBef>
              <a:spcAft>
                <a:spcPts val="0"/>
              </a:spcAft>
              <a:buClr>
                <a:schemeClr val="dk1"/>
              </a:buClr>
              <a:buSzPts val="4000"/>
              <a:buFont typeface="Noto Sans Symbols"/>
              <a:buChar char="⮚"/>
            </a:pPr>
            <a:r>
              <a:rPr lang="en-US" sz="4400">
                <a:solidFill>
                  <a:schemeClr val="dk1"/>
                </a:solidFill>
                <a:latin typeface="Calibri"/>
                <a:ea typeface="Calibri"/>
                <a:cs typeface="Calibri"/>
                <a:sym typeface="Calibri"/>
              </a:rPr>
              <a:t>Sắp xếp câu theo thứ tự đúng để hoàn thành đoạn văn. </a:t>
            </a:r>
            <a:endParaRPr/>
          </a:p>
          <a:p>
            <a:pPr indent="-571500" lvl="0" marL="571500" marR="0" rtl="0" algn="just">
              <a:lnSpc>
                <a:spcPct val="200000"/>
              </a:lnSpc>
              <a:spcBef>
                <a:spcPts val="0"/>
              </a:spcBef>
              <a:spcAft>
                <a:spcPts val="0"/>
              </a:spcAft>
              <a:buClr>
                <a:schemeClr val="dk1"/>
              </a:buClr>
              <a:buSzPts val="4000"/>
              <a:buFont typeface="Noto Sans Symbols"/>
              <a:buChar char="⮚"/>
            </a:pPr>
            <a:r>
              <a:rPr lang="en-US" sz="4400">
                <a:solidFill>
                  <a:schemeClr val="dk1"/>
                </a:solidFill>
                <a:latin typeface="Calibri"/>
                <a:ea typeface="Calibri"/>
                <a:cs typeface="Calibri"/>
                <a:sym typeface="Calibri"/>
              </a:rPr>
              <a:t>Bài đọc phần 2 bao gồm 2 bài tập</a:t>
            </a:r>
            <a:endParaRPr sz="4400">
              <a:solidFill>
                <a:schemeClr val="dk1"/>
              </a:solidFill>
              <a:latin typeface="Calibri"/>
              <a:ea typeface="Calibri"/>
              <a:cs typeface="Calibri"/>
              <a:sym typeface="Calibri"/>
            </a:endParaRPr>
          </a:p>
          <a:p>
            <a:pPr indent="-571500" lvl="0" marL="571500" marR="0" rtl="0" algn="just">
              <a:lnSpc>
                <a:spcPct val="200000"/>
              </a:lnSpc>
              <a:spcBef>
                <a:spcPts val="0"/>
              </a:spcBef>
              <a:spcAft>
                <a:spcPts val="0"/>
              </a:spcAft>
              <a:buClr>
                <a:schemeClr val="dk1"/>
              </a:buClr>
              <a:buSzPts val="4000"/>
              <a:buFont typeface="Noto Sans Symbols"/>
              <a:buChar char="⮚"/>
            </a:pPr>
            <a:r>
              <a:rPr lang="en-US" sz="4400">
                <a:solidFill>
                  <a:schemeClr val="dk1"/>
                </a:solidFill>
                <a:latin typeface="Calibri"/>
                <a:ea typeface="Calibri"/>
                <a:cs typeface="Calibri"/>
                <a:sym typeface="Calibri"/>
              </a:rPr>
              <a:t>Mỗi bài gồm 5 câu được xáo trộn thứ tự </a:t>
            </a:r>
            <a:endParaRPr sz="1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0" st="0"/>
                                            </p:txEl>
                                          </p:spTgt>
                                        </p:tgtEl>
                                        <p:attrNameLst>
                                          <p:attrName>style.visibility</p:attrName>
                                        </p:attrNameLst>
                                      </p:cBhvr>
                                      <p:to>
                                        <p:strVal val="visible"/>
                                      </p:to>
                                    </p:set>
                                    <p:anim calcmode="lin" valueType="num">
                                      <p:cBhvr additive="base">
                                        <p:cTn dur="500"/>
                                        <p:tgtEl>
                                          <p:spTgt spid="34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1" st="1"/>
                                            </p:txEl>
                                          </p:spTgt>
                                        </p:tgtEl>
                                        <p:attrNameLst>
                                          <p:attrName>style.visibility</p:attrName>
                                        </p:attrNameLst>
                                      </p:cBhvr>
                                      <p:to>
                                        <p:strVal val="visible"/>
                                      </p:to>
                                    </p:set>
                                    <p:anim calcmode="lin" valueType="num">
                                      <p:cBhvr additive="base">
                                        <p:cTn dur="500"/>
                                        <p:tgtEl>
                                          <p:spTgt spid="34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2" st="2"/>
                                            </p:txEl>
                                          </p:spTgt>
                                        </p:tgtEl>
                                        <p:attrNameLst>
                                          <p:attrName>style.visibility</p:attrName>
                                        </p:attrNameLst>
                                      </p:cBhvr>
                                      <p:to>
                                        <p:strVal val="visible"/>
                                      </p:to>
                                    </p:set>
                                    <p:anim calcmode="lin" valueType="num">
                                      <p:cBhvr additive="base">
                                        <p:cTn dur="500"/>
                                        <p:tgtEl>
                                          <p:spTgt spid="34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cxnSp>
        <p:nvCxnSpPr>
          <p:cNvPr id="354" name="Google Shape;354;p24"/>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55" name="Google Shape;355;p24"/>
          <p:cNvGrpSpPr/>
          <p:nvPr/>
        </p:nvGrpSpPr>
        <p:grpSpPr>
          <a:xfrm rot="10800000">
            <a:off x="15785091" y="-536942"/>
            <a:ext cx="7681766" cy="4260610"/>
            <a:chOff x="0" y="-38100"/>
            <a:chExt cx="406400" cy="225405"/>
          </a:xfrm>
        </p:grpSpPr>
        <p:sp>
          <p:nvSpPr>
            <p:cNvPr id="356" name="Google Shape;356;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7" name="Google Shape;357;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58" name="Google Shape;358;p24"/>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9" name="Google Shape;359;p24"/>
          <p:cNvSpPr txBox="1"/>
          <p:nvPr/>
        </p:nvSpPr>
        <p:spPr>
          <a:xfrm>
            <a:off x="3359002"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4800"/>
              <a:buFont typeface="Montserrat"/>
              <a:buNone/>
            </a:pPr>
            <a:r>
              <a:rPr b="1" lang="en-US" sz="4800">
                <a:solidFill>
                  <a:srgbClr val="018345"/>
                </a:solidFill>
                <a:latin typeface="Montserrat"/>
                <a:ea typeface="Montserrat"/>
                <a:cs typeface="Montserrat"/>
                <a:sym typeface="Montserrat"/>
              </a:rPr>
              <a:t>Đề mẫu</a:t>
            </a:r>
            <a:endParaRPr sz="1800">
              <a:solidFill>
                <a:schemeClr val="dk1"/>
              </a:solidFill>
              <a:latin typeface="Calibri"/>
              <a:ea typeface="Calibri"/>
              <a:cs typeface="Calibri"/>
              <a:sym typeface="Calibri"/>
            </a:endParaRPr>
          </a:p>
        </p:txBody>
      </p:sp>
      <p:grpSp>
        <p:nvGrpSpPr>
          <p:cNvPr id="360" name="Google Shape;360;p24"/>
          <p:cNvGrpSpPr/>
          <p:nvPr/>
        </p:nvGrpSpPr>
        <p:grpSpPr>
          <a:xfrm>
            <a:off x="-2718010" y="9274528"/>
            <a:ext cx="7950400" cy="1707231"/>
            <a:chOff x="0" y="-384762"/>
            <a:chExt cx="10600533" cy="2276307"/>
          </a:xfrm>
        </p:grpSpPr>
        <p:grpSp>
          <p:nvGrpSpPr>
            <p:cNvPr id="361" name="Google Shape;361;p24"/>
            <p:cNvGrpSpPr/>
            <p:nvPr/>
          </p:nvGrpSpPr>
          <p:grpSpPr>
            <a:xfrm>
              <a:off x="0" y="-384762"/>
              <a:ext cx="10600533" cy="2276307"/>
              <a:chOff x="0" y="-38100"/>
              <a:chExt cx="1049690" cy="225405"/>
            </a:xfrm>
          </p:grpSpPr>
          <p:sp>
            <p:nvSpPr>
              <p:cNvPr id="362" name="Google Shape;362;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3" name="Google Shape;363;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64" name="Google Shape;364;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pic>
        <p:nvPicPr>
          <p:cNvPr id="365" name="Google Shape;365;p24"/>
          <p:cNvPicPr preferRelativeResize="0"/>
          <p:nvPr/>
        </p:nvPicPr>
        <p:blipFill rotWithShape="1">
          <a:blip r:embed="rId4">
            <a:alphaModFix/>
          </a:blip>
          <a:srcRect b="0" l="0" r="0" t="0"/>
          <a:stretch/>
        </p:blipFill>
        <p:spPr>
          <a:xfrm>
            <a:off x="3522181" y="2018405"/>
            <a:ext cx="11243637" cy="746609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cxnSp>
        <p:nvCxnSpPr>
          <p:cNvPr id="371" name="Google Shape;371;p25"/>
          <p:cNvCxnSpPr/>
          <p:nvPr/>
        </p:nvCxnSpPr>
        <p:spPr>
          <a:xfrm flipH="1" rot="10800000">
            <a:off x="7543801" y="1816517"/>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372" name="Google Shape;372;p25"/>
          <p:cNvGrpSpPr/>
          <p:nvPr/>
        </p:nvGrpSpPr>
        <p:grpSpPr>
          <a:xfrm rot="10800000">
            <a:off x="15785091" y="-536942"/>
            <a:ext cx="7681766" cy="4260610"/>
            <a:chOff x="0" y="-38100"/>
            <a:chExt cx="406400" cy="225405"/>
          </a:xfrm>
        </p:grpSpPr>
        <p:sp>
          <p:nvSpPr>
            <p:cNvPr id="373" name="Google Shape;373;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4" name="Google Shape;374;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75" name="Google Shape;375;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76" name="Google Shape;376;p25"/>
          <p:cNvGrpSpPr/>
          <p:nvPr/>
        </p:nvGrpSpPr>
        <p:grpSpPr>
          <a:xfrm>
            <a:off x="-2718010" y="9274528"/>
            <a:ext cx="7950400" cy="1707231"/>
            <a:chOff x="0" y="-384762"/>
            <a:chExt cx="10600533" cy="2276307"/>
          </a:xfrm>
        </p:grpSpPr>
        <p:grpSp>
          <p:nvGrpSpPr>
            <p:cNvPr id="377" name="Google Shape;377;p25"/>
            <p:cNvGrpSpPr/>
            <p:nvPr/>
          </p:nvGrpSpPr>
          <p:grpSpPr>
            <a:xfrm>
              <a:off x="0" y="-384762"/>
              <a:ext cx="10600533" cy="2276307"/>
              <a:chOff x="0" y="-38100"/>
              <a:chExt cx="1049690" cy="225405"/>
            </a:xfrm>
          </p:grpSpPr>
          <p:sp>
            <p:nvSpPr>
              <p:cNvPr id="378" name="Google Shape;378;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79" name="Google Shape;379;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80" name="Google Shape;380;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381" name="Google Shape;381;p25"/>
          <p:cNvSpPr txBox="1"/>
          <p:nvPr/>
        </p:nvSpPr>
        <p:spPr>
          <a:xfrm>
            <a:off x="6592847" y="660250"/>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18345"/>
              </a:buClr>
              <a:buSzPts val="6000"/>
              <a:buFont typeface="Montserrat"/>
              <a:buNone/>
            </a:pPr>
            <a:r>
              <a:rPr b="1" lang="en-US" sz="6000">
                <a:solidFill>
                  <a:srgbClr val="018345"/>
                </a:solidFill>
                <a:latin typeface="Montserrat"/>
                <a:ea typeface="Montserrat"/>
                <a:cs typeface="Montserrat"/>
                <a:sym typeface="Montserrat"/>
              </a:rPr>
              <a:t>Lưu ý khi làm bài</a:t>
            </a:r>
            <a:endParaRPr b="1" sz="6000">
              <a:solidFill>
                <a:srgbClr val="018345"/>
              </a:solidFill>
              <a:latin typeface="Montserrat"/>
              <a:ea typeface="Montserrat"/>
              <a:cs typeface="Montserrat"/>
              <a:sym typeface="Montserrat"/>
            </a:endParaRPr>
          </a:p>
        </p:txBody>
      </p:sp>
      <p:sp>
        <p:nvSpPr>
          <p:cNvPr id="382" name="Google Shape;382;p25"/>
          <p:cNvSpPr/>
          <p:nvPr/>
        </p:nvSpPr>
        <p:spPr>
          <a:xfrm>
            <a:off x="8305800" y="2519409"/>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Đọc kỹ các câu</a:t>
            </a:r>
            <a:endParaRPr sz="1800">
              <a:solidFill>
                <a:schemeClr val="dk1"/>
              </a:solidFill>
              <a:latin typeface="Calibri"/>
              <a:ea typeface="Calibri"/>
              <a:cs typeface="Calibri"/>
              <a:sym typeface="Calibri"/>
            </a:endParaRPr>
          </a:p>
        </p:txBody>
      </p:sp>
      <p:sp>
        <p:nvSpPr>
          <p:cNvPr id="383" name="Google Shape;383;p25"/>
          <p:cNvSpPr/>
          <p:nvPr/>
        </p:nvSpPr>
        <p:spPr>
          <a:xfrm>
            <a:off x="8328498" y="6370680"/>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Câu đầu tiên của đoạn được sắp xếp sẵn</a:t>
            </a:r>
            <a:endParaRPr sz="1800">
              <a:solidFill>
                <a:schemeClr val="dk1"/>
              </a:solidFill>
              <a:latin typeface="Calibri"/>
              <a:ea typeface="Calibri"/>
              <a:cs typeface="Calibri"/>
              <a:sym typeface="Calibri"/>
            </a:endParaRPr>
          </a:p>
        </p:txBody>
      </p:sp>
      <p:sp>
        <p:nvSpPr>
          <p:cNvPr id="384" name="Google Shape;384;p25"/>
          <p:cNvSpPr/>
          <p:nvPr/>
        </p:nvSpPr>
        <p:spPr>
          <a:xfrm>
            <a:off x="8305800" y="4408395"/>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Chú ý đến các từ nhận biết, từ chỉ thứ tự</a:t>
            </a:r>
            <a:endParaRPr sz="1800">
              <a:solidFill>
                <a:schemeClr val="dk1"/>
              </a:solidFill>
              <a:latin typeface="Calibri"/>
              <a:ea typeface="Calibri"/>
              <a:cs typeface="Calibri"/>
              <a:sym typeface="Calibri"/>
            </a:endParaRPr>
          </a:p>
        </p:txBody>
      </p:sp>
      <p:sp>
        <p:nvSpPr>
          <p:cNvPr id="385" name="Google Shape;385;p25"/>
          <p:cNvSpPr/>
          <p:nvPr/>
        </p:nvSpPr>
        <p:spPr>
          <a:xfrm>
            <a:off x="8391251" y="8248602"/>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Kiểm tra sau khi làm</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500"/>
                                        <p:tgtEl>
                                          <p:spTgt spid="38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3"/>
                                        </p:tgtEl>
                                        <p:attrNameLst>
                                          <p:attrName>style.visibility</p:attrName>
                                        </p:attrNameLst>
                                      </p:cBhvr>
                                      <p:to>
                                        <p:strVal val="visible"/>
                                      </p:to>
                                    </p:set>
                                    <p:anim calcmode="lin" valueType="num">
                                      <p:cBhvr additive="base">
                                        <p:cTn dur="500"/>
                                        <p:tgtEl>
                                          <p:spTgt spid="38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5"/>
                                        </p:tgtEl>
                                        <p:attrNameLst>
                                          <p:attrName>style.visibility</p:attrName>
                                        </p:attrNameLst>
                                      </p:cBhvr>
                                      <p:to>
                                        <p:strVal val="visible"/>
                                      </p:to>
                                    </p:set>
                                    <p:anim calcmode="lin" valueType="num">
                                      <p:cBhvr additive="base">
                                        <p:cTn dur="500"/>
                                        <p:tgtEl>
                                          <p:spTgt spid="38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cxnSp>
        <p:nvCxnSpPr>
          <p:cNvPr id="390" name="Google Shape;390;p26"/>
          <p:cNvCxnSpPr/>
          <p:nvPr/>
        </p:nvCxnSpPr>
        <p:spPr>
          <a:xfrm>
            <a:off x="6186822" y="2191627"/>
            <a:ext cx="11650614" cy="0"/>
          </a:xfrm>
          <a:prstGeom prst="straightConnector1">
            <a:avLst/>
          </a:prstGeom>
          <a:noFill/>
          <a:ln cap="flat" cmpd="sng" w="38100">
            <a:solidFill>
              <a:srgbClr val="018345"/>
            </a:solidFill>
            <a:prstDash val="solid"/>
            <a:round/>
            <a:headEnd len="sm" w="sm" type="none"/>
            <a:tailEnd len="sm" w="sm" type="none"/>
          </a:ln>
        </p:spPr>
      </p:cxnSp>
      <p:cxnSp>
        <p:nvCxnSpPr>
          <p:cNvPr id="391" name="Google Shape;391;p2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92" name="Google Shape;392;p26"/>
          <p:cNvGrpSpPr/>
          <p:nvPr/>
        </p:nvGrpSpPr>
        <p:grpSpPr>
          <a:xfrm rot="10800000">
            <a:off x="15044552" y="-741521"/>
            <a:ext cx="7681766" cy="4260610"/>
            <a:chOff x="0" y="-38100"/>
            <a:chExt cx="406400" cy="225405"/>
          </a:xfrm>
        </p:grpSpPr>
        <p:sp>
          <p:nvSpPr>
            <p:cNvPr id="393" name="Google Shape;393;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4" name="Google Shape;394;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95" name="Google Shape;395;p2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96" name="Google Shape;396;p26"/>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97" name="Google Shape;397;p26"/>
          <p:cNvSpPr txBox="1"/>
          <p:nvPr/>
        </p:nvSpPr>
        <p:spPr>
          <a:xfrm>
            <a:off x="6683660" y="2761190"/>
            <a:ext cx="10303922" cy="1163395"/>
          </a:xfrm>
          <a:prstGeom prst="rect">
            <a:avLst/>
          </a:prstGeom>
          <a:noFill/>
          <a:ln>
            <a:noFill/>
          </a:ln>
        </p:spPr>
        <p:txBody>
          <a:bodyPr anchorCtr="0" anchor="t" bIns="0" lIns="0" spcFirstLastPara="1" rIns="0" wrap="square" tIns="0">
            <a:spAutoFit/>
          </a:bodyPr>
          <a:lstStyle/>
          <a:p>
            <a:pPr indent="0" lvl="0" marL="0" marR="0" rtl="0" algn="ctr">
              <a:lnSpc>
                <a:spcPct val="135011"/>
              </a:lnSpc>
              <a:spcBef>
                <a:spcPts val="0"/>
              </a:spcBef>
              <a:spcAft>
                <a:spcPts val="0"/>
              </a:spcAft>
              <a:buClr>
                <a:srgbClr val="000000"/>
              </a:buClr>
              <a:buSzPts val="8003"/>
              <a:buFont typeface="Arial"/>
              <a:buNone/>
            </a:pPr>
            <a:r>
              <a:rPr b="1" i="0" lang="en-US" sz="5600" u="none" cap="none" strike="noStrike">
                <a:solidFill>
                  <a:srgbClr val="018345"/>
                </a:solidFill>
                <a:latin typeface="Montserrat"/>
                <a:ea typeface="Montserrat"/>
                <a:cs typeface="Montserrat"/>
                <a:sym typeface="Montserrat"/>
              </a:rPr>
              <a:t>BÀI ĐỌC APTIS PHẦN 3</a:t>
            </a:r>
            <a:endParaRPr b="0" i="0" sz="5600" u="none" cap="none" strike="noStrike">
              <a:solidFill>
                <a:srgbClr val="000000"/>
              </a:solidFill>
              <a:latin typeface="Arial"/>
              <a:ea typeface="Arial"/>
              <a:cs typeface="Arial"/>
              <a:sym typeface="Arial"/>
            </a:endParaRPr>
          </a:p>
        </p:txBody>
      </p:sp>
      <p:sp>
        <p:nvSpPr>
          <p:cNvPr id="398" name="Google Shape;398;p26"/>
          <p:cNvSpPr txBox="1"/>
          <p:nvPr/>
        </p:nvSpPr>
        <p:spPr>
          <a:xfrm>
            <a:off x="10734255" y="175330"/>
            <a:ext cx="220273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04</a:t>
            </a:r>
            <a:endParaRPr b="0" i="0" sz="1400" u="none" cap="none" strike="noStrike">
              <a:solidFill>
                <a:srgbClr val="000000"/>
              </a:solidFill>
              <a:latin typeface="Arial"/>
              <a:ea typeface="Arial"/>
              <a:cs typeface="Arial"/>
              <a:sym typeface="Arial"/>
            </a:endParaRPr>
          </a:p>
        </p:txBody>
      </p:sp>
      <p:grpSp>
        <p:nvGrpSpPr>
          <p:cNvPr id="399" name="Google Shape;399;p26"/>
          <p:cNvGrpSpPr/>
          <p:nvPr/>
        </p:nvGrpSpPr>
        <p:grpSpPr>
          <a:xfrm>
            <a:off x="-2718010" y="9274528"/>
            <a:ext cx="7950400" cy="1707231"/>
            <a:chOff x="0" y="-384762"/>
            <a:chExt cx="10600533" cy="2276307"/>
          </a:xfrm>
        </p:grpSpPr>
        <p:grpSp>
          <p:nvGrpSpPr>
            <p:cNvPr id="400" name="Google Shape;400;p26"/>
            <p:cNvGrpSpPr/>
            <p:nvPr/>
          </p:nvGrpSpPr>
          <p:grpSpPr>
            <a:xfrm>
              <a:off x="0" y="-384762"/>
              <a:ext cx="10600533" cy="2276307"/>
              <a:chOff x="0" y="-38100"/>
              <a:chExt cx="1049690" cy="225405"/>
            </a:xfrm>
          </p:grpSpPr>
          <p:sp>
            <p:nvSpPr>
              <p:cNvPr id="401" name="Google Shape;401;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2" name="Google Shape;402;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3" name="Google Shape;403;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04" name="Google Shape;404;p26"/>
          <p:cNvPicPr preferRelativeResize="0"/>
          <p:nvPr/>
        </p:nvPicPr>
        <p:blipFill rotWithShape="1">
          <a:blip r:embed="rId5">
            <a:alphaModFix/>
          </a:blip>
          <a:srcRect b="0" l="0" r="0" t="0"/>
          <a:stretch/>
        </p:blipFill>
        <p:spPr>
          <a:xfrm>
            <a:off x="8854296" y="4299063"/>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98"/>
                                        </p:tgtEl>
                                        <p:attrNameLst>
                                          <p:attrName>style.visibility</p:attrName>
                                        </p:attrNameLst>
                                      </p:cBhvr>
                                      <p:to>
                                        <p:strVal val="visible"/>
                                      </p:to>
                                    </p:set>
                                    <p:anim calcmode="lin" valueType="num">
                                      <p:cBhvr additive="base">
                                        <p:cTn dur="500"/>
                                        <p:tgtEl>
                                          <p:spTgt spid="398"/>
                                        </p:tgtEl>
                                        <p:attrNameLst>
                                          <p:attrName>ppt_w</p:attrName>
                                        </p:attrNameLst>
                                      </p:cBhvr>
                                      <p:tavLst>
                                        <p:tav fmla="" tm="0">
                                          <p:val>
                                            <p:strVal val="0"/>
                                          </p:val>
                                        </p:tav>
                                        <p:tav fmla="" tm="100000">
                                          <p:val>
                                            <p:strVal val="#ppt_w"/>
                                          </p:val>
                                        </p:tav>
                                      </p:tavLst>
                                    </p:anim>
                                    <p:anim calcmode="lin" valueType="num">
                                      <p:cBhvr additive="base">
                                        <p:cTn dur="500"/>
                                        <p:tgtEl>
                                          <p:spTgt spid="39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500"/>
                                        <p:tgtEl>
                                          <p:spTgt spid="397"/>
                                        </p:tgtEl>
                                        <p:attrNameLst>
                                          <p:attrName>ppt_w</p:attrName>
                                        </p:attrNameLst>
                                      </p:cBhvr>
                                      <p:tavLst>
                                        <p:tav fmla="" tm="0">
                                          <p:val>
                                            <p:strVal val="0"/>
                                          </p:val>
                                        </p:tav>
                                        <p:tav fmla="" tm="100000">
                                          <p:val>
                                            <p:strVal val="#ppt_w"/>
                                          </p:val>
                                        </p:tav>
                                      </p:tavLst>
                                    </p:anim>
                                    <p:anim calcmode="lin" valueType="num">
                                      <p:cBhvr additive="base">
                                        <p:cTn dur="500"/>
                                        <p:tgtEl>
                                          <p:spTgt spid="39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cxnSp>
        <p:nvCxnSpPr>
          <p:cNvPr id="410" name="Google Shape;410;p27"/>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411" name="Google Shape;411;p27"/>
          <p:cNvGrpSpPr/>
          <p:nvPr/>
        </p:nvGrpSpPr>
        <p:grpSpPr>
          <a:xfrm rot="10800000">
            <a:off x="15785091" y="-536942"/>
            <a:ext cx="7681766" cy="4260610"/>
            <a:chOff x="0" y="-38100"/>
            <a:chExt cx="406400" cy="225405"/>
          </a:xfrm>
        </p:grpSpPr>
        <p:sp>
          <p:nvSpPr>
            <p:cNvPr id="412" name="Google Shape;412;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3" name="Google Shape;413;p2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14" name="Google Shape;414;p27"/>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15" name="Google Shape;415;p27"/>
          <p:cNvSpPr txBox="1"/>
          <p:nvPr/>
        </p:nvSpPr>
        <p:spPr>
          <a:xfrm>
            <a:off x="6003351" y="368089"/>
            <a:ext cx="11880998" cy="1288045"/>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5400"/>
              <a:buFont typeface="Montserrat"/>
              <a:buNone/>
            </a:pPr>
            <a:r>
              <a:rPr b="1" lang="en-US" sz="5400">
                <a:solidFill>
                  <a:srgbClr val="018345"/>
                </a:solidFill>
                <a:latin typeface="Montserrat"/>
                <a:ea typeface="Montserrat"/>
                <a:cs typeface="Montserrat"/>
                <a:sym typeface="Montserrat"/>
              </a:rPr>
              <a:t>Bài đọc Aptis phần 3</a:t>
            </a:r>
            <a:endParaRPr sz="1600">
              <a:solidFill>
                <a:schemeClr val="dk1"/>
              </a:solidFill>
              <a:latin typeface="Calibri"/>
              <a:ea typeface="Calibri"/>
              <a:cs typeface="Calibri"/>
              <a:sym typeface="Calibri"/>
            </a:endParaRPr>
          </a:p>
        </p:txBody>
      </p:sp>
      <p:grpSp>
        <p:nvGrpSpPr>
          <p:cNvPr id="416" name="Google Shape;416;p27"/>
          <p:cNvGrpSpPr/>
          <p:nvPr/>
        </p:nvGrpSpPr>
        <p:grpSpPr>
          <a:xfrm>
            <a:off x="-2718010" y="9274528"/>
            <a:ext cx="7950400" cy="1707231"/>
            <a:chOff x="0" y="-384762"/>
            <a:chExt cx="10600533" cy="2276307"/>
          </a:xfrm>
        </p:grpSpPr>
        <p:grpSp>
          <p:nvGrpSpPr>
            <p:cNvPr id="417" name="Google Shape;417;p27"/>
            <p:cNvGrpSpPr/>
            <p:nvPr/>
          </p:nvGrpSpPr>
          <p:grpSpPr>
            <a:xfrm>
              <a:off x="0" y="-384762"/>
              <a:ext cx="10600533" cy="2276307"/>
              <a:chOff x="0" y="-38100"/>
              <a:chExt cx="1049690" cy="225405"/>
            </a:xfrm>
          </p:grpSpPr>
          <p:sp>
            <p:nvSpPr>
              <p:cNvPr id="418" name="Google Shape;418;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19" name="Google Shape;419;p2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20" name="Google Shape;420;p2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21" name="Google Shape;421;p27"/>
          <p:cNvSpPr txBox="1"/>
          <p:nvPr/>
        </p:nvSpPr>
        <p:spPr>
          <a:xfrm>
            <a:off x="7746960" y="2646370"/>
            <a:ext cx="9337382" cy="5955436"/>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chemeClr val="dk1"/>
              </a:buClr>
              <a:buSzPts val="4000"/>
              <a:buFont typeface="Noto Sans Symbols"/>
              <a:buChar char="⮚"/>
            </a:pPr>
            <a:r>
              <a:rPr lang="en-US" sz="4800">
                <a:solidFill>
                  <a:schemeClr val="dk1"/>
                </a:solidFill>
                <a:latin typeface="Calibri"/>
                <a:ea typeface="Calibri"/>
                <a:cs typeface="Calibri"/>
                <a:sym typeface="Calibri"/>
              </a:rPr>
              <a:t>Đọc và đối chiếu ý kiến với câu phù hợp.</a:t>
            </a:r>
            <a:endParaRPr/>
          </a:p>
          <a:p>
            <a:pPr indent="-571500" lvl="0" marL="571500" marR="0" rtl="0" algn="just">
              <a:lnSpc>
                <a:spcPct val="150000"/>
              </a:lnSpc>
              <a:spcBef>
                <a:spcPts val="0"/>
              </a:spcBef>
              <a:spcAft>
                <a:spcPts val="0"/>
              </a:spcAft>
              <a:buClr>
                <a:schemeClr val="dk1"/>
              </a:buClr>
              <a:buSzPts val="4000"/>
              <a:buFont typeface="Noto Sans Symbols"/>
              <a:buChar char="⮚"/>
            </a:pPr>
            <a:r>
              <a:rPr lang="en-US" sz="4800">
                <a:solidFill>
                  <a:schemeClr val="dk1"/>
                </a:solidFill>
                <a:latin typeface="Calibri"/>
                <a:ea typeface="Calibri"/>
                <a:cs typeface="Calibri"/>
                <a:sym typeface="Calibri"/>
              </a:rPr>
              <a:t>Đề bài cung cấp ý kiến của 4 người về một chủ đề.</a:t>
            </a:r>
            <a:endParaRPr/>
          </a:p>
          <a:p>
            <a:pPr indent="-571500" lvl="0" marL="571500" marR="0" rtl="0" algn="just">
              <a:lnSpc>
                <a:spcPct val="150000"/>
              </a:lnSpc>
              <a:spcBef>
                <a:spcPts val="0"/>
              </a:spcBef>
              <a:spcAft>
                <a:spcPts val="0"/>
              </a:spcAft>
              <a:buClr>
                <a:schemeClr val="dk1"/>
              </a:buClr>
              <a:buSzPts val="4000"/>
              <a:buFont typeface="Noto Sans Symbols"/>
              <a:buChar char="⮚"/>
            </a:pPr>
            <a:r>
              <a:rPr lang="en-US" sz="4800">
                <a:solidFill>
                  <a:schemeClr val="dk1"/>
                </a:solidFill>
                <a:latin typeface="Calibri"/>
                <a:ea typeface="Calibri"/>
                <a:cs typeface="Calibri"/>
                <a:sym typeface="Calibri"/>
              </a:rPr>
              <a:t> Bài đọc bao gồm 7 câu khác nhau.</a:t>
            </a:r>
            <a:endParaRPr/>
          </a:p>
          <a:p>
            <a:pPr indent="-317500" lvl="0" marL="571500" marR="0" rtl="0" algn="just">
              <a:lnSpc>
                <a:spcPct val="150000"/>
              </a:lnSpc>
              <a:spcBef>
                <a:spcPts val="0"/>
              </a:spcBef>
              <a:spcAft>
                <a:spcPts val="0"/>
              </a:spcAft>
              <a:buClr>
                <a:schemeClr val="dk1"/>
              </a:buClr>
              <a:buSzPts val="4000"/>
              <a:buFont typeface="Noto Sans Symbols"/>
              <a:buNone/>
            </a:pPr>
            <a:r>
              <a:t/>
            </a:r>
            <a:endParaRPr sz="1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1">
                                            <p:txEl>
                                              <p:pRg end="0" st="0"/>
                                            </p:txEl>
                                          </p:spTgt>
                                        </p:tgtEl>
                                        <p:attrNameLst>
                                          <p:attrName>style.visibility</p:attrName>
                                        </p:attrNameLst>
                                      </p:cBhvr>
                                      <p:to>
                                        <p:strVal val="visible"/>
                                      </p:to>
                                    </p:set>
                                    <p:anim calcmode="lin" valueType="num">
                                      <p:cBhvr additive="base">
                                        <p:cTn dur="500"/>
                                        <p:tgtEl>
                                          <p:spTgt spid="4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1">
                                            <p:txEl>
                                              <p:pRg end="1" st="1"/>
                                            </p:txEl>
                                          </p:spTgt>
                                        </p:tgtEl>
                                        <p:attrNameLst>
                                          <p:attrName>style.visibility</p:attrName>
                                        </p:attrNameLst>
                                      </p:cBhvr>
                                      <p:to>
                                        <p:strVal val="visible"/>
                                      </p:to>
                                    </p:set>
                                    <p:anim calcmode="lin" valueType="num">
                                      <p:cBhvr additive="base">
                                        <p:cTn dur="500"/>
                                        <p:tgtEl>
                                          <p:spTgt spid="42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1">
                                            <p:txEl>
                                              <p:pRg end="2" st="2"/>
                                            </p:txEl>
                                          </p:spTgt>
                                        </p:tgtEl>
                                        <p:attrNameLst>
                                          <p:attrName>style.visibility</p:attrName>
                                        </p:attrNameLst>
                                      </p:cBhvr>
                                      <p:to>
                                        <p:strVal val="visible"/>
                                      </p:to>
                                    </p:set>
                                    <p:anim calcmode="lin" valueType="num">
                                      <p:cBhvr additive="base">
                                        <p:cTn dur="500"/>
                                        <p:tgtEl>
                                          <p:spTgt spid="42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1">
                                            <p:txEl>
                                              <p:pRg end="3" st="3"/>
                                            </p:txEl>
                                          </p:spTgt>
                                        </p:tgtEl>
                                        <p:attrNameLst>
                                          <p:attrName>style.visibility</p:attrName>
                                        </p:attrNameLst>
                                      </p:cBhvr>
                                      <p:to>
                                        <p:strVal val="visible"/>
                                      </p:to>
                                    </p:set>
                                    <p:anim calcmode="lin" valueType="num">
                                      <p:cBhvr additive="base">
                                        <p:cTn dur="500"/>
                                        <p:tgtEl>
                                          <p:spTgt spid="42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cxnSp>
        <p:nvCxnSpPr>
          <p:cNvPr id="427" name="Google Shape;427;p2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428" name="Google Shape;428;p28"/>
          <p:cNvGrpSpPr/>
          <p:nvPr/>
        </p:nvGrpSpPr>
        <p:grpSpPr>
          <a:xfrm rot="10800000">
            <a:off x="15785091" y="-536942"/>
            <a:ext cx="7681766" cy="4260610"/>
            <a:chOff x="0" y="-38100"/>
            <a:chExt cx="406400" cy="225405"/>
          </a:xfrm>
        </p:grpSpPr>
        <p:sp>
          <p:nvSpPr>
            <p:cNvPr id="429" name="Google Shape;429;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0" name="Google Shape;430;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31" name="Google Shape;431;p2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2" name="Google Shape;432;p28"/>
          <p:cNvSpPr txBox="1"/>
          <p:nvPr/>
        </p:nvSpPr>
        <p:spPr>
          <a:xfrm>
            <a:off x="3359002"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4800"/>
              <a:buFont typeface="Montserrat"/>
              <a:buNone/>
            </a:pPr>
            <a:r>
              <a:rPr b="1" lang="en-US" sz="4800">
                <a:solidFill>
                  <a:srgbClr val="018345"/>
                </a:solidFill>
                <a:latin typeface="Montserrat"/>
                <a:ea typeface="Montserrat"/>
                <a:cs typeface="Montserrat"/>
                <a:sym typeface="Montserrat"/>
              </a:rPr>
              <a:t>Đề mẫu</a:t>
            </a:r>
            <a:endParaRPr sz="1800">
              <a:solidFill>
                <a:schemeClr val="dk1"/>
              </a:solidFill>
              <a:latin typeface="Calibri"/>
              <a:ea typeface="Calibri"/>
              <a:cs typeface="Calibri"/>
              <a:sym typeface="Calibri"/>
            </a:endParaRPr>
          </a:p>
        </p:txBody>
      </p:sp>
      <p:grpSp>
        <p:nvGrpSpPr>
          <p:cNvPr id="433" name="Google Shape;433;p28"/>
          <p:cNvGrpSpPr/>
          <p:nvPr/>
        </p:nvGrpSpPr>
        <p:grpSpPr>
          <a:xfrm>
            <a:off x="-2718010" y="9274528"/>
            <a:ext cx="7950400" cy="1707231"/>
            <a:chOff x="0" y="-384762"/>
            <a:chExt cx="10600533" cy="2276307"/>
          </a:xfrm>
        </p:grpSpPr>
        <p:grpSp>
          <p:nvGrpSpPr>
            <p:cNvPr id="434" name="Google Shape;434;p28"/>
            <p:cNvGrpSpPr/>
            <p:nvPr/>
          </p:nvGrpSpPr>
          <p:grpSpPr>
            <a:xfrm>
              <a:off x="0" y="-384762"/>
              <a:ext cx="10600533" cy="2276307"/>
              <a:chOff x="0" y="-38100"/>
              <a:chExt cx="1049690" cy="225405"/>
            </a:xfrm>
          </p:grpSpPr>
          <p:sp>
            <p:nvSpPr>
              <p:cNvPr id="435" name="Google Shape;435;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36" name="Google Shape;436;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37" name="Google Shape;437;p2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pic>
        <p:nvPicPr>
          <p:cNvPr id="438" name="Google Shape;438;p28"/>
          <p:cNvPicPr preferRelativeResize="0"/>
          <p:nvPr/>
        </p:nvPicPr>
        <p:blipFill rotWithShape="1">
          <a:blip r:embed="rId4">
            <a:alphaModFix/>
          </a:blip>
          <a:srcRect b="0" l="0" r="0" t="0"/>
          <a:stretch/>
        </p:blipFill>
        <p:spPr>
          <a:xfrm>
            <a:off x="2916677" y="1996250"/>
            <a:ext cx="12344399" cy="73168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cxnSp>
        <p:nvCxnSpPr>
          <p:cNvPr id="444" name="Google Shape;444;p29"/>
          <p:cNvCxnSpPr/>
          <p:nvPr/>
        </p:nvCxnSpPr>
        <p:spPr>
          <a:xfrm flipH="1" rot="10800000">
            <a:off x="7543801" y="2045116"/>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445" name="Google Shape;445;p29"/>
          <p:cNvGrpSpPr/>
          <p:nvPr/>
        </p:nvGrpSpPr>
        <p:grpSpPr>
          <a:xfrm rot="10800000">
            <a:off x="15785091" y="-536942"/>
            <a:ext cx="7681766" cy="4260610"/>
            <a:chOff x="0" y="-38100"/>
            <a:chExt cx="406400" cy="225405"/>
          </a:xfrm>
        </p:grpSpPr>
        <p:sp>
          <p:nvSpPr>
            <p:cNvPr id="446" name="Google Shape;446;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47" name="Google Shape;447;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48" name="Google Shape;448;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49" name="Google Shape;449;p29"/>
          <p:cNvGrpSpPr/>
          <p:nvPr/>
        </p:nvGrpSpPr>
        <p:grpSpPr>
          <a:xfrm>
            <a:off x="-2718010" y="9274528"/>
            <a:ext cx="7950400" cy="1707231"/>
            <a:chOff x="0" y="-384762"/>
            <a:chExt cx="10600533" cy="2276307"/>
          </a:xfrm>
        </p:grpSpPr>
        <p:grpSp>
          <p:nvGrpSpPr>
            <p:cNvPr id="450" name="Google Shape;450;p29"/>
            <p:cNvGrpSpPr/>
            <p:nvPr/>
          </p:nvGrpSpPr>
          <p:grpSpPr>
            <a:xfrm>
              <a:off x="0" y="-384762"/>
              <a:ext cx="10600533" cy="2276307"/>
              <a:chOff x="0" y="-38100"/>
              <a:chExt cx="1049690" cy="225405"/>
            </a:xfrm>
          </p:grpSpPr>
          <p:sp>
            <p:nvSpPr>
              <p:cNvPr id="451" name="Google Shape;451;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52" name="Google Shape;452;p2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53" name="Google Shape;453;p2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54" name="Google Shape;454;p29"/>
          <p:cNvSpPr txBox="1"/>
          <p:nvPr/>
        </p:nvSpPr>
        <p:spPr>
          <a:xfrm>
            <a:off x="6592847" y="645771"/>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18345"/>
              </a:buClr>
              <a:buSzPts val="6000"/>
              <a:buFont typeface="Montserrat"/>
              <a:buNone/>
            </a:pPr>
            <a:r>
              <a:rPr b="1" lang="en-US" sz="6000">
                <a:solidFill>
                  <a:srgbClr val="018345"/>
                </a:solidFill>
                <a:latin typeface="Montserrat"/>
                <a:ea typeface="Montserrat"/>
                <a:cs typeface="Montserrat"/>
                <a:sym typeface="Montserrat"/>
              </a:rPr>
              <a:t>Lưu ý khi làm bài</a:t>
            </a:r>
            <a:endParaRPr b="1" sz="6000">
              <a:solidFill>
                <a:srgbClr val="018345"/>
              </a:solidFill>
              <a:latin typeface="Montserrat"/>
              <a:ea typeface="Montserrat"/>
              <a:cs typeface="Montserrat"/>
              <a:sym typeface="Montserrat"/>
            </a:endParaRPr>
          </a:p>
        </p:txBody>
      </p:sp>
      <p:sp>
        <p:nvSpPr>
          <p:cNvPr id="455" name="Google Shape;455;p29"/>
          <p:cNvSpPr/>
          <p:nvPr/>
        </p:nvSpPr>
        <p:spPr>
          <a:xfrm>
            <a:off x="8305800" y="2837651"/>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Đọc và hiểu 4 quan điểm</a:t>
            </a:r>
            <a:endParaRPr sz="1800">
              <a:solidFill>
                <a:schemeClr val="dk1"/>
              </a:solidFill>
              <a:latin typeface="Calibri"/>
              <a:ea typeface="Calibri"/>
              <a:cs typeface="Calibri"/>
              <a:sym typeface="Calibri"/>
            </a:endParaRPr>
          </a:p>
        </p:txBody>
      </p:sp>
      <p:sp>
        <p:nvSpPr>
          <p:cNvPr id="456" name="Google Shape;456;p29"/>
          <p:cNvSpPr/>
          <p:nvPr/>
        </p:nvSpPr>
        <p:spPr>
          <a:xfrm>
            <a:off x="8305800" y="4961861"/>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Đọc 7 phát biểu và lựa chọn đáp án  </a:t>
            </a:r>
            <a:endParaRPr sz="1800">
              <a:solidFill>
                <a:schemeClr val="dk1"/>
              </a:solidFill>
              <a:latin typeface="Calibri"/>
              <a:ea typeface="Calibri"/>
              <a:cs typeface="Calibri"/>
              <a:sym typeface="Calibri"/>
            </a:endParaRPr>
          </a:p>
        </p:txBody>
      </p:sp>
      <p:sp>
        <p:nvSpPr>
          <p:cNvPr id="457" name="Google Shape;457;p29"/>
          <p:cNvSpPr/>
          <p:nvPr/>
        </p:nvSpPr>
        <p:spPr>
          <a:xfrm>
            <a:off x="8339847" y="6863737"/>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Không bỏ qua câu nào</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500"/>
                                        <p:tgtEl>
                                          <p:spTgt spid="4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500"/>
                                        <p:tgtEl>
                                          <p:spTgt spid="45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7"/>
                                        </p:tgtEl>
                                        <p:attrNameLst>
                                          <p:attrName>style.visibility</p:attrName>
                                        </p:attrNameLst>
                                      </p:cBhvr>
                                      <p:to>
                                        <p:strVal val="visible"/>
                                      </p:to>
                                    </p:set>
                                    <p:anim calcmode="lin" valueType="num">
                                      <p:cBhvr additive="base">
                                        <p:cTn dur="500"/>
                                        <p:tgtEl>
                                          <p:spTgt spid="45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cxnSp>
        <p:nvCxnSpPr>
          <p:cNvPr id="462" name="Google Shape;462;p30"/>
          <p:cNvCxnSpPr/>
          <p:nvPr/>
        </p:nvCxnSpPr>
        <p:spPr>
          <a:xfrm>
            <a:off x="6186822" y="2191627"/>
            <a:ext cx="11650614" cy="0"/>
          </a:xfrm>
          <a:prstGeom prst="straightConnector1">
            <a:avLst/>
          </a:prstGeom>
          <a:noFill/>
          <a:ln cap="flat" cmpd="sng" w="38100">
            <a:solidFill>
              <a:srgbClr val="018345"/>
            </a:solidFill>
            <a:prstDash val="solid"/>
            <a:round/>
            <a:headEnd len="sm" w="sm" type="none"/>
            <a:tailEnd len="sm" w="sm" type="none"/>
          </a:ln>
        </p:spPr>
      </p:cxnSp>
      <p:cxnSp>
        <p:nvCxnSpPr>
          <p:cNvPr id="463" name="Google Shape;463;p3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64" name="Google Shape;464;p30"/>
          <p:cNvGrpSpPr/>
          <p:nvPr/>
        </p:nvGrpSpPr>
        <p:grpSpPr>
          <a:xfrm rot="10800000">
            <a:off x="15044552" y="-741521"/>
            <a:ext cx="7681766" cy="4260610"/>
            <a:chOff x="0" y="-38100"/>
            <a:chExt cx="406400" cy="225405"/>
          </a:xfrm>
        </p:grpSpPr>
        <p:sp>
          <p:nvSpPr>
            <p:cNvPr id="465" name="Google Shape;465;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66" name="Google Shape;466;p3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467" name="Google Shape;467;p3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68" name="Google Shape;468;p3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69" name="Google Shape;469;p30"/>
          <p:cNvSpPr txBox="1"/>
          <p:nvPr/>
        </p:nvSpPr>
        <p:spPr>
          <a:xfrm>
            <a:off x="6683660" y="2761190"/>
            <a:ext cx="10303922" cy="1163395"/>
          </a:xfrm>
          <a:prstGeom prst="rect">
            <a:avLst/>
          </a:prstGeom>
          <a:noFill/>
          <a:ln>
            <a:noFill/>
          </a:ln>
        </p:spPr>
        <p:txBody>
          <a:bodyPr anchorCtr="0" anchor="t" bIns="0" lIns="0" spcFirstLastPara="1" rIns="0" wrap="square" tIns="0">
            <a:spAutoFit/>
          </a:bodyPr>
          <a:lstStyle/>
          <a:p>
            <a:pPr indent="0" lvl="0" marL="0" marR="0" rtl="0" algn="ctr">
              <a:lnSpc>
                <a:spcPct val="135011"/>
              </a:lnSpc>
              <a:spcBef>
                <a:spcPts val="0"/>
              </a:spcBef>
              <a:spcAft>
                <a:spcPts val="0"/>
              </a:spcAft>
              <a:buClr>
                <a:srgbClr val="000000"/>
              </a:buClr>
              <a:buSzPts val="8003"/>
              <a:buFont typeface="Arial"/>
              <a:buNone/>
            </a:pPr>
            <a:r>
              <a:rPr b="1" i="0" lang="en-US" sz="5600" u="none" cap="none" strike="noStrike">
                <a:solidFill>
                  <a:srgbClr val="018345"/>
                </a:solidFill>
                <a:latin typeface="Montserrat"/>
                <a:ea typeface="Montserrat"/>
                <a:cs typeface="Montserrat"/>
                <a:sym typeface="Montserrat"/>
              </a:rPr>
              <a:t>BÀI ĐỌC APTIS PHẦN 4</a:t>
            </a:r>
            <a:endParaRPr b="0" i="0" sz="5600" u="none" cap="none" strike="noStrike">
              <a:solidFill>
                <a:srgbClr val="000000"/>
              </a:solidFill>
              <a:latin typeface="Arial"/>
              <a:ea typeface="Arial"/>
              <a:cs typeface="Arial"/>
              <a:sym typeface="Arial"/>
            </a:endParaRPr>
          </a:p>
        </p:txBody>
      </p:sp>
      <p:sp>
        <p:nvSpPr>
          <p:cNvPr id="470" name="Google Shape;470;p30"/>
          <p:cNvSpPr txBox="1"/>
          <p:nvPr/>
        </p:nvSpPr>
        <p:spPr>
          <a:xfrm>
            <a:off x="10734255" y="175330"/>
            <a:ext cx="220273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05</a:t>
            </a:r>
            <a:endParaRPr b="0" i="0" sz="1400" u="none" cap="none" strike="noStrike">
              <a:solidFill>
                <a:srgbClr val="000000"/>
              </a:solidFill>
              <a:latin typeface="Arial"/>
              <a:ea typeface="Arial"/>
              <a:cs typeface="Arial"/>
              <a:sym typeface="Arial"/>
            </a:endParaRPr>
          </a:p>
        </p:txBody>
      </p:sp>
      <p:grpSp>
        <p:nvGrpSpPr>
          <p:cNvPr id="471" name="Google Shape;471;p30"/>
          <p:cNvGrpSpPr/>
          <p:nvPr/>
        </p:nvGrpSpPr>
        <p:grpSpPr>
          <a:xfrm>
            <a:off x="-2718010" y="9274528"/>
            <a:ext cx="7950400" cy="1707231"/>
            <a:chOff x="0" y="-384762"/>
            <a:chExt cx="10600533" cy="2276307"/>
          </a:xfrm>
        </p:grpSpPr>
        <p:grpSp>
          <p:nvGrpSpPr>
            <p:cNvPr id="472" name="Google Shape;472;p30"/>
            <p:cNvGrpSpPr/>
            <p:nvPr/>
          </p:nvGrpSpPr>
          <p:grpSpPr>
            <a:xfrm>
              <a:off x="0" y="-384762"/>
              <a:ext cx="10600533" cy="2276307"/>
              <a:chOff x="0" y="-38100"/>
              <a:chExt cx="1049690" cy="225405"/>
            </a:xfrm>
          </p:grpSpPr>
          <p:sp>
            <p:nvSpPr>
              <p:cNvPr id="473" name="Google Shape;473;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4" name="Google Shape;474;p3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5" name="Google Shape;475;p3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76" name="Google Shape;476;p30"/>
          <p:cNvPicPr preferRelativeResize="0"/>
          <p:nvPr/>
        </p:nvPicPr>
        <p:blipFill rotWithShape="1">
          <a:blip r:embed="rId5">
            <a:alphaModFix/>
          </a:blip>
          <a:srcRect b="0" l="0" r="0" t="0"/>
          <a:stretch/>
        </p:blipFill>
        <p:spPr>
          <a:xfrm>
            <a:off x="8854296" y="4323222"/>
            <a:ext cx="5962650" cy="5229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70"/>
                                        </p:tgtEl>
                                        <p:attrNameLst>
                                          <p:attrName>style.visibility</p:attrName>
                                        </p:attrNameLst>
                                      </p:cBhvr>
                                      <p:to>
                                        <p:strVal val="visible"/>
                                      </p:to>
                                    </p:set>
                                    <p:anim calcmode="lin" valueType="num">
                                      <p:cBhvr additive="base">
                                        <p:cTn dur="500"/>
                                        <p:tgtEl>
                                          <p:spTgt spid="470"/>
                                        </p:tgtEl>
                                        <p:attrNameLst>
                                          <p:attrName>ppt_w</p:attrName>
                                        </p:attrNameLst>
                                      </p:cBhvr>
                                      <p:tavLst>
                                        <p:tav fmla="" tm="0">
                                          <p:val>
                                            <p:strVal val="0"/>
                                          </p:val>
                                        </p:tav>
                                        <p:tav fmla="" tm="100000">
                                          <p:val>
                                            <p:strVal val="#ppt_w"/>
                                          </p:val>
                                        </p:tav>
                                      </p:tavLst>
                                    </p:anim>
                                    <p:anim calcmode="lin" valueType="num">
                                      <p:cBhvr additive="base">
                                        <p:cTn dur="500"/>
                                        <p:tgtEl>
                                          <p:spTgt spid="47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69"/>
                                        </p:tgtEl>
                                        <p:attrNameLst>
                                          <p:attrName>style.visibility</p:attrName>
                                        </p:attrNameLst>
                                      </p:cBhvr>
                                      <p:to>
                                        <p:strVal val="visible"/>
                                      </p:to>
                                    </p:set>
                                    <p:anim calcmode="lin" valueType="num">
                                      <p:cBhvr additive="base">
                                        <p:cTn dur="500"/>
                                        <p:tgtEl>
                                          <p:spTgt spid="469"/>
                                        </p:tgtEl>
                                        <p:attrNameLst>
                                          <p:attrName>ppt_w</p:attrName>
                                        </p:attrNameLst>
                                      </p:cBhvr>
                                      <p:tavLst>
                                        <p:tav fmla="" tm="0">
                                          <p:val>
                                            <p:strVal val="0"/>
                                          </p:val>
                                        </p:tav>
                                        <p:tav fmla="" tm="100000">
                                          <p:val>
                                            <p:strVal val="#ppt_w"/>
                                          </p:val>
                                        </p:tav>
                                      </p:tavLst>
                                    </p:anim>
                                    <p:anim calcmode="lin" valueType="num">
                                      <p:cBhvr additive="base">
                                        <p:cTn dur="500"/>
                                        <p:tgtEl>
                                          <p:spTgt spid="46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cxnSp>
        <p:nvCxnSpPr>
          <p:cNvPr id="482" name="Google Shape;482;p31"/>
          <p:cNvCxnSpPr/>
          <p:nvPr/>
        </p:nvCxnSpPr>
        <p:spPr>
          <a:xfrm flipH="1" rot="10800000">
            <a:off x="6793833" y="200793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483" name="Google Shape;483;p31"/>
          <p:cNvGrpSpPr/>
          <p:nvPr/>
        </p:nvGrpSpPr>
        <p:grpSpPr>
          <a:xfrm rot="10800000">
            <a:off x="15785091" y="-536942"/>
            <a:ext cx="7681766" cy="4260610"/>
            <a:chOff x="0" y="-38100"/>
            <a:chExt cx="406400" cy="225405"/>
          </a:xfrm>
        </p:grpSpPr>
        <p:sp>
          <p:nvSpPr>
            <p:cNvPr id="484" name="Google Shape;484;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5" name="Google Shape;485;p3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86" name="Google Shape;486;p31"/>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87" name="Google Shape;487;p31"/>
          <p:cNvSpPr txBox="1"/>
          <p:nvPr/>
        </p:nvSpPr>
        <p:spPr>
          <a:xfrm>
            <a:off x="6003351" y="368089"/>
            <a:ext cx="11880900" cy="8313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5400"/>
              <a:buFont typeface="Montserrat"/>
              <a:buNone/>
            </a:pPr>
            <a:r>
              <a:rPr b="1" lang="en-US" sz="5400">
                <a:solidFill>
                  <a:srgbClr val="018345"/>
                </a:solidFill>
                <a:latin typeface="Montserrat"/>
                <a:ea typeface="Montserrat"/>
                <a:cs typeface="Montserrat"/>
                <a:sym typeface="Montserrat"/>
              </a:rPr>
              <a:t>Bài đọc Aptis phần 4</a:t>
            </a:r>
            <a:endParaRPr sz="1600">
              <a:solidFill>
                <a:schemeClr val="dk1"/>
              </a:solidFill>
              <a:latin typeface="Calibri"/>
              <a:ea typeface="Calibri"/>
              <a:cs typeface="Calibri"/>
              <a:sym typeface="Calibri"/>
            </a:endParaRPr>
          </a:p>
        </p:txBody>
      </p:sp>
      <p:grpSp>
        <p:nvGrpSpPr>
          <p:cNvPr id="488" name="Google Shape;488;p31"/>
          <p:cNvGrpSpPr/>
          <p:nvPr/>
        </p:nvGrpSpPr>
        <p:grpSpPr>
          <a:xfrm>
            <a:off x="-2718010" y="9274528"/>
            <a:ext cx="7950400" cy="1707231"/>
            <a:chOff x="0" y="-384762"/>
            <a:chExt cx="10600533" cy="2276307"/>
          </a:xfrm>
        </p:grpSpPr>
        <p:grpSp>
          <p:nvGrpSpPr>
            <p:cNvPr id="489" name="Google Shape;489;p31"/>
            <p:cNvGrpSpPr/>
            <p:nvPr/>
          </p:nvGrpSpPr>
          <p:grpSpPr>
            <a:xfrm>
              <a:off x="0" y="-384762"/>
              <a:ext cx="10600533" cy="2276307"/>
              <a:chOff x="0" y="-38100"/>
              <a:chExt cx="1049690" cy="225405"/>
            </a:xfrm>
          </p:grpSpPr>
          <p:sp>
            <p:nvSpPr>
              <p:cNvPr id="490" name="Google Shape;490;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91" name="Google Shape;491;p3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92" name="Google Shape;492;p3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493" name="Google Shape;493;p31"/>
          <p:cNvSpPr txBox="1"/>
          <p:nvPr/>
        </p:nvSpPr>
        <p:spPr>
          <a:xfrm>
            <a:off x="7746960" y="3009176"/>
            <a:ext cx="9337382" cy="5909270"/>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chemeClr val="dk1"/>
              </a:buClr>
              <a:buSzPts val="4000"/>
              <a:buFont typeface="Noto Sans Symbols"/>
              <a:buChar char="⮚"/>
            </a:pPr>
            <a:r>
              <a:rPr lang="en-US" sz="4800">
                <a:solidFill>
                  <a:schemeClr val="dk1"/>
                </a:solidFill>
                <a:latin typeface="Calibri"/>
                <a:ea typeface="Calibri"/>
                <a:cs typeface="Calibri"/>
                <a:sym typeface="Calibri"/>
              </a:rPr>
              <a:t>Đọc văn bản dài khoảng 750 từ.</a:t>
            </a:r>
            <a:endParaRPr/>
          </a:p>
          <a:p>
            <a:pPr indent="-571500" lvl="0" marL="571500" marR="0" rtl="0" algn="just">
              <a:lnSpc>
                <a:spcPct val="150000"/>
              </a:lnSpc>
              <a:spcBef>
                <a:spcPts val="0"/>
              </a:spcBef>
              <a:spcAft>
                <a:spcPts val="0"/>
              </a:spcAft>
              <a:buClr>
                <a:schemeClr val="dk1"/>
              </a:buClr>
              <a:buSzPts val="4000"/>
              <a:buFont typeface="Noto Sans Symbols"/>
              <a:buChar char="⮚"/>
            </a:pPr>
            <a:r>
              <a:rPr lang="en-US" sz="4800">
                <a:solidFill>
                  <a:schemeClr val="dk1"/>
                </a:solidFill>
                <a:latin typeface="Calibri"/>
                <a:ea typeface="Calibri"/>
                <a:cs typeface="Calibri"/>
                <a:sym typeface="Calibri"/>
              </a:rPr>
              <a:t>Đề bài cung cấp 8 tiêu đề.</a:t>
            </a:r>
            <a:endParaRPr/>
          </a:p>
          <a:p>
            <a:pPr indent="-571500" lvl="0" marL="571500" marR="0" rtl="0" algn="just">
              <a:lnSpc>
                <a:spcPct val="150000"/>
              </a:lnSpc>
              <a:spcBef>
                <a:spcPts val="0"/>
              </a:spcBef>
              <a:spcAft>
                <a:spcPts val="0"/>
              </a:spcAft>
              <a:buClr>
                <a:schemeClr val="dk1"/>
              </a:buClr>
              <a:buSzPts val="4000"/>
              <a:buFont typeface="Noto Sans Symbols"/>
              <a:buChar char="⮚"/>
            </a:pPr>
            <a:r>
              <a:rPr lang="en-US" sz="4800">
                <a:solidFill>
                  <a:schemeClr val="dk1"/>
                </a:solidFill>
                <a:latin typeface="Calibri"/>
                <a:ea typeface="Calibri"/>
                <a:cs typeface="Calibri"/>
                <a:sym typeface="Calibri"/>
              </a:rPr>
              <a:t>Đối chiếu và chọn tiêu đề phù hợp với đoạn văn.  </a:t>
            </a:r>
            <a:endParaRPr/>
          </a:p>
          <a:p>
            <a:pPr indent="-317500" lvl="0" marL="571500" marR="0" rtl="0" algn="just">
              <a:lnSpc>
                <a:spcPct val="150000"/>
              </a:lnSpc>
              <a:spcBef>
                <a:spcPts val="0"/>
              </a:spcBef>
              <a:spcAft>
                <a:spcPts val="0"/>
              </a:spcAft>
              <a:buClr>
                <a:schemeClr val="dk1"/>
              </a:buClr>
              <a:buSzPts val="4000"/>
              <a:buFont typeface="Noto Sans Symbols"/>
              <a:buNone/>
            </a:pPr>
            <a:r>
              <a:t/>
            </a:r>
            <a:endParaRPr sz="4800">
              <a:solidFill>
                <a:schemeClr val="dk1"/>
              </a:solidFill>
              <a:latin typeface="Calibri"/>
              <a:ea typeface="Calibri"/>
              <a:cs typeface="Calibri"/>
              <a:sym typeface="Calibri"/>
            </a:endParaRPr>
          </a:p>
          <a:p>
            <a:pPr indent="-317500" lvl="0" marL="571500" marR="0" rtl="0" algn="just">
              <a:lnSpc>
                <a:spcPct val="150000"/>
              </a:lnSpc>
              <a:spcBef>
                <a:spcPts val="0"/>
              </a:spcBef>
              <a:spcAft>
                <a:spcPts val="0"/>
              </a:spcAft>
              <a:buClr>
                <a:schemeClr val="dk1"/>
              </a:buClr>
              <a:buSzPts val="4000"/>
              <a:buFont typeface="Noto Sans Symbols"/>
              <a:buNone/>
            </a:pPr>
            <a:r>
              <a:t/>
            </a:r>
            <a:endParaRPr sz="1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3">
                                            <p:txEl>
                                              <p:pRg end="0" st="0"/>
                                            </p:txEl>
                                          </p:spTgt>
                                        </p:tgtEl>
                                        <p:attrNameLst>
                                          <p:attrName>style.visibility</p:attrName>
                                        </p:attrNameLst>
                                      </p:cBhvr>
                                      <p:to>
                                        <p:strVal val="visible"/>
                                      </p:to>
                                    </p:set>
                                    <p:anim calcmode="lin" valueType="num">
                                      <p:cBhvr additive="base">
                                        <p:cTn dur="500"/>
                                        <p:tgtEl>
                                          <p:spTgt spid="49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3">
                                            <p:txEl>
                                              <p:pRg end="1" st="1"/>
                                            </p:txEl>
                                          </p:spTgt>
                                        </p:tgtEl>
                                        <p:attrNameLst>
                                          <p:attrName>style.visibility</p:attrName>
                                        </p:attrNameLst>
                                      </p:cBhvr>
                                      <p:to>
                                        <p:strVal val="visible"/>
                                      </p:to>
                                    </p:set>
                                    <p:anim calcmode="lin" valueType="num">
                                      <p:cBhvr additive="base">
                                        <p:cTn dur="500"/>
                                        <p:tgtEl>
                                          <p:spTgt spid="49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3">
                                            <p:txEl>
                                              <p:pRg end="2" st="2"/>
                                            </p:txEl>
                                          </p:spTgt>
                                        </p:tgtEl>
                                        <p:attrNameLst>
                                          <p:attrName>style.visibility</p:attrName>
                                        </p:attrNameLst>
                                      </p:cBhvr>
                                      <p:to>
                                        <p:strVal val="visible"/>
                                      </p:to>
                                    </p:set>
                                    <p:anim calcmode="lin" valueType="num">
                                      <p:cBhvr additive="base">
                                        <p:cTn dur="500"/>
                                        <p:tgtEl>
                                          <p:spTgt spid="49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3">
                                            <p:txEl>
                                              <p:pRg end="3" st="3"/>
                                            </p:txEl>
                                          </p:spTgt>
                                        </p:tgtEl>
                                        <p:attrNameLst>
                                          <p:attrName>style.visibility</p:attrName>
                                        </p:attrNameLst>
                                      </p:cBhvr>
                                      <p:to>
                                        <p:strVal val="visible"/>
                                      </p:to>
                                    </p:set>
                                    <p:anim calcmode="lin" valueType="num">
                                      <p:cBhvr additive="base">
                                        <p:cTn dur="500"/>
                                        <p:tgtEl>
                                          <p:spTgt spid="49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3">
                                            <p:txEl>
                                              <p:pRg end="4" st="4"/>
                                            </p:txEl>
                                          </p:spTgt>
                                        </p:tgtEl>
                                        <p:attrNameLst>
                                          <p:attrName>style.visibility</p:attrName>
                                        </p:attrNameLst>
                                      </p:cBhvr>
                                      <p:to>
                                        <p:strVal val="visible"/>
                                      </p:to>
                                    </p:set>
                                    <p:anim calcmode="lin" valueType="num">
                                      <p:cBhvr additive="base">
                                        <p:cTn dur="500"/>
                                        <p:tgtEl>
                                          <p:spTgt spid="49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cxnSp>
        <p:nvCxnSpPr>
          <p:cNvPr id="499" name="Google Shape;499;p32"/>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500" name="Google Shape;500;p32"/>
          <p:cNvGrpSpPr/>
          <p:nvPr/>
        </p:nvGrpSpPr>
        <p:grpSpPr>
          <a:xfrm rot="10800000">
            <a:off x="15785091" y="-536942"/>
            <a:ext cx="7681766" cy="4260610"/>
            <a:chOff x="0" y="-38100"/>
            <a:chExt cx="406400" cy="225405"/>
          </a:xfrm>
        </p:grpSpPr>
        <p:sp>
          <p:nvSpPr>
            <p:cNvPr id="501" name="Google Shape;501;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02" name="Google Shape;502;p3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503" name="Google Shape;503;p32"/>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04" name="Google Shape;504;p32"/>
          <p:cNvSpPr txBox="1"/>
          <p:nvPr/>
        </p:nvSpPr>
        <p:spPr>
          <a:xfrm>
            <a:off x="3359002"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18345"/>
              </a:buClr>
              <a:buSzPts val="4800"/>
              <a:buFont typeface="Montserrat"/>
              <a:buNone/>
            </a:pPr>
            <a:r>
              <a:rPr b="1" lang="en-US" sz="4800">
                <a:solidFill>
                  <a:srgbClr val="018345"/>
                </a:solidFill>
                <a:latin typeface="Montserrat"/>
                <a:ea typeface="Montserrat"/>
                <a:cs typeface="Montserrat"/>
                <a:sym typeface="Montserrat"/>
              </a:rPr>
              <a:t>Đề mẫu</a:t>
            </a:r>
            <a:endParaRPr sz="1800">
              <a:solidFill>
                <a:schemeClr val="dk1"/>
              </a:solidFill>
              <a:latin typeface="Calibri"/>
              <a:ea typeface="Calibri"/>
              <a:cs typeface="Calibri"/>
              <a:sym typeface="Calibri"/>
            </a:endParaRPr>
          </a:p>
        </p:txBody>
      </p:sp>
      <p:grpSp>
        <p:nvGrpSpPr>
          <p:cNvPr id="505" name="Google Shape;505;p32"/>
          <p:cNvGrpSpPr/>
          <p:nvPr/>
        </p:nvGrpSpPr>
        <p:grpSpPr>
          <a:xfrm>
            <a:off x="-2718010" y="9274528"/>
            <a:ext cx="7950400" cy="1707231"/>
            <a:chOff x="0" y="-384762"/>
            <a:chExt cx="10600533" cy="2276307"/>
          </a:xfrm>
        </p:grpSpPr>
        <p:grpSp>
          <p:nvGrpSpPr>
            <p:cNvPr id="506" name="Google Shape;506;p32"/>
            <p:cNvGrpSpPr/>
            <p:nvPr/>
          </p:nvGrpSpPr>
          <p:grpSpPr>
            <a:xfrm>
              <a:off x="0" y="-384762"/>
              <a:ext cx="10600533" cy="2276307"/>
              <a:chOff x="0" y="-38100"/>
              <a:chExt cx="1049690" cy="225405"/>
            </a:xfrm>
          </p:grpSpPr>
          <p:sp>
            <p:nvSpPr>
              <p:cNvPr id="507" name="Google Shape;507;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08" name="Google Shape;508;p3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509" name="Google Shape;509;p3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pic>
        <p:nvPicPr>
          <p:cNvPr id="510" name="Google Shape;510;p32"/>
          <p:cNvPicPr preferRelativeResize="0"/>
          <p:nvPr/>
        </p:nvPicPr>
        <p:blipFill rotWithShape="1">
          <a:blip r:embed="rId4">
            <a:alphaModFix/>
          </a:blip>
          <a:srcRect b="0" l="0" r="0" t="0"/>
          <a:stretch/>
        </p:blipFill>
        <p:spPr>
          <a:xfrm>
            <a:off x="1472810" y="2064990"/>
            <a:ext cx="15512557" cy="68123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cxnSp>
        <p:nvCxnSpPr>
          <p:cNvPr id="516" name="Google Shape;516;p33"/>
          <p:cNvCxnSpPr/>
          <p:nvPr/>
        </p:nvCxnSpPr>
        <p:spPr>
          <a:xfrm flipH="1" rot="10800000">
            <a:off x="7543801" y="2045116"/>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517" name="Google Shape;517;p33"/>
          <p:cNvGrpSpPr/>
          <p:nvPr/>
        </p:nvGrpSpPr>
        <p:grpSpPr>
          <a:xfrm rot="10800000">
            <a:off x="15785091" y="-536942"/>
            <a:ext cx="7681766" cy="4260610"/>
            <a:chOff x="0" y="-38100"/>
            <a:chExt cx="406400" cy="225405"/>
          </a:xfrm>
        </p:grpSpPr>
        <p:sp>
          <p:nvSpPr>
            <p:cNvPr id="518" name="Google Shape;518;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9" name="Google Shape;519;p3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520" name="Google Shape;520;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21" name="Google Shape;521;p33"/>
          <p:cNvGrpSpPr/>
          <p:nvPr/>
        </p:nvGrpSpPr>
        <p:grpSpPr>
          <a:xfrm>
            <a:off x="-2718010" y="9274528"/>
            <a:ext cx="7950400" cy="1707231"/>
            <a:chOff x="0" y="-384762"/>
            <a:chExt cx="10600533" cy="2276307"/>
          </a:xfrm>
        </p:grpSpPr>
        <p:grpSp>
          <p:nvGrpSpPr>
            <p:cNvPr id="522" name="Google Shape;522;p33"/>
            <p:cNvGrpSpPr/>
            <p:nvPr/>
          </p:nvGrpSpPr>
          <p:grpSpPr>
            <a:xfrm>
              <a:off x="0" y="-384762"/>
              <a:ext cx="10600533" cy="2276307"/>
              <a:chOff x="0" y="-38100"/>
              <a:chExt cx="1049690" cy="225405"/>
            </a:xfrm>
          </p:grpSpPr>
          <p:sp>
            <p:nvSpPr>
              <p:cNvPr id="523" name="Google Shape;523;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24" name="Google Shape;524;p3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525" name="Google Shape;525;p3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grpSp>
      <p:sp>
        <p:nvSpPr>
          <p:cNvPr id="526" name="Google Shape;526;p33"/>
          <p:cNvSpPr txBox="1"/>
          <p:nvPr/>
        </p:nvSpPr>
        <p:spPr>
          <a:xfrm>
            <a:off x="6592847" y="645771"/>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18345"/>
              </a:buClr>
              <a:buSzPts val="6000"/>
              <a:buFont typeface="Montserrat"/>
              <a:buNone/>
            </a:pPr>
            <a:r>
              <a:rPr b="1" lang="en-US" sz="6000">
                <a:solidFill>
                  <a:srgbClr val="018345"/>
                </a:solidFill>
                <a:latin typeface="Montserrat"/>
                <a:ea typeface="Montserrat"/>
                <a:cs typeface="Montserrat"/>
                <a:sym typeface="Montserrat"/>
              </a:rPr>
              <a:t>Lưu ý khi làm bài</a:t>
            </a:r>
            <a:endParaRPr b="1" sz="6000">
              <a:solidFill>
                <a:srgbClr val="018345"/>
              </a:solidFill>
              <a:latin typeface="Montserrat"/>
              <a:ea typeface="Montserrat"/>
              <a:cs typeface="Montserrat"/>
              <a:sym typeface="Montserrat"/>
            </a:endParaRPr>
          </a:p>
        </p:txBody>
      </p:sp>
      <p:sp>
        <p:nvSpPr>
          <p:cNvPr id="527" name="Google Shape;527;p33"/>
          <p:cNvSpPr/>
          <p:nvPr/>
        </p:nvSpPr>
        <p:spPr>
          <a:xfrm>
            <a:off x="8276616" y="2628900"/>
            <a:ext cx="9176291"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Đọc nhanh cả văn bản</a:t>
            </a:r>
            <a:endParaRPr sz="1800">
              <a:solidFill>
                <a:schemeClr val="dk1"/>
              </a:solidFill>
              <a:latin typeface="Calibri"/>
              <a:ea typeface="Calibri"/>
              <a:cs typeface="Calibri"/>
              <a:sym typeface="Calibri"/>
            </a:endParaRPr>
          </a:p>
        </p:txBody>
      </p:sp>
      <p:sp>
        <p:nvSpPr>
          <p:cNvPr id="528" name="Google Shape;528;p33"/>
          <p:cNvSpPr/>
          <p:nvPr/>
        </p:nvSpPr>
        <p:spPr>
          <a:xfrm>
            <a:off x="8289586" y="4533900"/>
            <a:ext cx="9176291"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800"/>
              <a:buFont typeface="Calibri"/>
              <a:buNone/>
            </a:pPr>
            <a:r>
              <a:rPr lang="en-US" sz="3800">
                <a:solidFill>
                  <a:schemeClr val="dk1"/>
                </a:solidFill>
                <a:latin typeface="Calibri"/>
                <a:ea typeface="Calibri"/>
                <a:cs typeface="Calibri"/>
                <a:sym typeface="Calibri"/>
              </a:rPr>
              <a:t>Đọc kĩ các tiêu đề</a:t>
            </a:r>
            <a:endParaRPr sz="1800">
              <a:solidFill>
                <a:schemeClr val="dk1"/>
              </a:solidFill>
              <a:latin typeface="Calibri"/>
              <a:ea typeface="Calibri"/>
              <a:cs typeface="Calibri"/>
              <a:sym typeface="Calibri"/>
            </a:endParaRPr>
          </a:p>
        </p:txBody>
      </p:sp>
      <p:sp>
        <p:nvSpPr>
          <p:cNvPr id="529" name="Google Shape;529;p33"/>
          <p:cNvSpPr/>
          <p:nvPr/>
        </p:nvSpPr>
        <p:spPr>
          <a:xfrm>
            <a:off x="8276616" y="6438900"/>
            <a:ext cx="9176291"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Tìm kiếm manh mối </a:t>
            </a:r>
            <a:endParaRPr sz="1800">
              <a:solidFill>
                <a:schemeClr val="dk1"/>
              </a:solidFill>
              <a:latin typeface="Calibri"/>
              <a:ea typeface="Calibri"/>
              <a:cs typeface="Calibri"/>
              <a:sym typeface="Calibri"/>
            </a:endParaRPr>
          </a:p>
        </p:txBody>
      </p:sp>
      <p:sp>
        <p:nvSpPr>
          <p:cNvPr id="530" name="Google Shape;530;p33"/>
          <p:cNvSpPr/>
          <p:nvPr/>
        </p:nvSpPr>
        <p:spPr>
          <a:xfrm>
            <a:off x="8289586" y="8241885"/>
            <a:ext cx="9176291"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Có một tiêu đề không phù hợp với đoạn nào</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7"/>
                                        </p:tgtEl>
                                        <p:attrNameLst>
                                          <p:attrName>style.visibility</p:attrName>
                                        </p:attrNameLst>
                                      </p:cBhvr>
                                      <p:to>
                                        <p:strVal val="visible"/>
                                      </p:to>
                                    </p:set>
                                    <p:anim calcmode="lin" valueType="num">
                                      <p:cBhvr additive="base">
                                        <p:cTn dur="500"/>
                                        <p:tgtEl>
                                          <p:spTgt spid="52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8"/>
                                        </p:tgtEl>
                                        <p:attrNameLst>
                                          <p:attrName>style.visibility</p:attrName>
                                        </p:attrNameLst>
                                      </p:cBhvr>
                                      <p:to>
                                        <p:strVal val="visible"/>
                                      </p:to>
                                    </p:set>
                                    <p:anim calcmode="lin" valueType="num">
                                      <p:cBhvr additive="base">
                                        <p:cTn dur="500"/>
                                        <p:tgtEl>
                                          <p:spTgt spid="5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9"/>
                                        </p:tgtEl>
                                        <p:attrNameLst>
                                          <p:attrName>style.visibility</p:attrName>
                                        </p:attrNameLst>
                                      </p:cBhvr>
                                      <p:to>
                                        <p:strVal val="visible"/>
                                      </p:to>
                                    </p:set>
                                    <p:anim calcmode="lin" valueType="num">
                                      <p:cBhvr additive="base">
                                        <p:cTn dur="500"/>
                                        <p:tgtEl>
                                          <p:spTgt spid="52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0"/>
                                        </p:tgtEl>
                                        <p:attrNameLst>
                                          <p:attrName>style.visibility</p:attrName>
                                        </p:attrNameLst>
                                      </p:cBhvr>
                                      <p:to>
                                        <p:strVal val="visible"/>
                                      </p:to>
                                    </p:set>
                                    <p:anim calcmode="lin" valueType="num">
                                      <p:cBhvr additive="base">
                                        <p:cTn dur="500"/>
                                        <p:tgtEl>
                                          <p:spTgt spid="53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cxnSp>
        <p:nvCxnSpPr>
          <p:cNvPr id="536" name="Google Shape;536;p34"/>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37" name="Google Shape;537;p3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38" name="Google Shape;538;p34"/>
          <p:cNvGrpSpPr/>
          <p:nvPr/>
        </p:nvGrpSpPr>
        <p:grpSpPr>
          <a:xfrm rot="10800000">
            <a:off x="15044552" y="-741521"/>
            <a:ext cx="7681766" cy="4260610"/>
            <a:chOff x="0" y="-38100"/>
            <a:chExt cx="406400" cy="225405"/>
          </a:xfrm>
        </p:grpSpPr>
        <p:sp>
          <p:nvSpPr>
            <p:cNvPr id="539" name="Google Shape;539;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40" name="Google Shape;540;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41" name="Google Shape;541;p3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42" name="Google Shape;542;p34"/>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543" name="Google Shape;543;p34"/>
          <p:cNvGrpSpPr/>
          <p:nvPr/>
        </p:nvGrpSpPr>
        <p:grpSpPr>
          <a:xfrm rot="10800000">
            <a:off x="15828686" y="-13843"/>
            <a:ext cx="7681766" cy="4260610"/>
            <a:chOff x="0" y="-38100"/>
            <a:chExt cx="406400" cy="225405"/>
          </a:xfrm>
        </p:grpSpPr>
        <p:sp>
          <p:nvSpPr>
            <p:cNvPr id="544" name="Google Shape;544;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45" name="Google Shape;545;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6" name="Google Shape;546;p34"/>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547" name="Google Shape;547;p34"/>
          <p:cNvGrpSpPr/>
          <p:nvPr/>
        </p:nvGrpSpPr>
        <p:grpSpPr>
          <a:xfrm>
            <a:off x="5693855" y="6543482"/>
            <a:ext cx="11567835" cy="1261722"/>
            <a:chOff x="5693855" y="7590172"/>
            <a:chExt cx="11567835" cy="1261722"/>
          </a:xfrm>
        </p:grpSpPr>
        <p:grpSp>
          <p:nvGrpSpPr>
            <p:cNvPr id="548" name="Google Shape;548;p34"/>
            <p:cNvGrpSpPr/>
            <p:nvPr/>
          </p:nvGrpSpPr>
          <p:grpSpPr>
            <a:xfrm>
              <a:off x="5693855" y="7590172"/>
              <a:ext cx="11567834" cy="1261722"/>
              <a:chOff x="0" y="-38100"/>
              <a:chExt cx="3046672" cy="332305"/>
            </a:xfrm>
          </p:grpSpPr>
          <p:sp>
            <p:nvSpPr>
              <p:cNvPr id="549" name="Google Shape;549;p34"/>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550" name="Google Shape;550;p34"/>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1" name="Google Shape;551;p34"/>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552" name="Google Shape;552;p34"/>
          <p:cNvGrpSpPr/>
          <p:nvPr/>
        </p:nvGrpSpPr>
        <p:grpSpPr>
          <a:xfrm>
            <a:off x="-2718010" y="9274528"/>
            <a:ext cx="7950400" cy="1707231"/>
            <a:chOff x="0" y="-384762"/>
            <a:chExt cx="10600533" cy="2276307"/>
          </a:xfrm>
        </p:grpSpPr>
        <p:grpSp>
          <p:nvGrpSpPr>
            <p:cNvPr id="553" name="Google Shape;553;p34"/>
            <p:cNvGrpSpPr/>
            <p:nvPr/>
          </p:nvGrpSpPr>
          <p:grpSpPr>
            <a:xfrm>
              <a:off x="0" y="-384762"/>
              <a:ext cx="10600533" cy="2276307"/>
              <a:chOff x="0" y="-38100"/>
              <a:chExt cx="1049690" cy="225405"/>
            </a:xfrm>
          </p:grpSpPr>
          <p:sp>
            <p:nvSpPr>
              <p:cNvPr id="554" name="Google Shape;554;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55" name="Google Shape;555;p3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6" name="Google Shape;556;p3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500"/>
                                        <p:tgtEl>
                                          <p:spTgt spid="546"/>
                                        </p:tgtEl>
                                        <p:attrNameLst>
                                          <p:attrName>ppt_w</p:attrName>
                                        </p:attrNameLst>
                                      </p:cBhvr>
                                      <p:tavLst>
                                        <p:tav fmla="" tm="0">
                                          <p:val>
                                            <p:strVal val="0"/>
                                          </p:val>
                                        </p:tav>
                                        <p:tav fmla="" tm="100000">
                                          <p:val>
                                            <p:strVal val="#ppt_w"/>
                                          </p:val>
                                        </p:tav>
                                      </p:tavLst>
                                    </p:anim>
                                    <p:anim calcmode="lin" valueType="num">
                                      <p:cBhvr additive="base">
                                        <p:cTn dur="500"/>
                                        <p:tgtEl>
                                          <p:spTgt spid="54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