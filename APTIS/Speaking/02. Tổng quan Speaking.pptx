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10287000" cx="18288000"/>
  <p:notesSz cx="6858000" cy="9144000"/>
  <p:embeddedFontLst>
    <p:embeddedFont>
      <p:font typeface="Roboto"/>
      <p:regular r:id="rId29"/>
      <p:bold r:id="rId30"/>
      <p:italic r:id="rId31"/>
      <p:boldItalic r:id="rId32"/>
    </p:embeddedFont>
    <p:embeddedFont>
      <p:font typeface="Montserrat"/>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6.xml"/><Relationship Id="rId33" Type="http://schemas.openxmlformats.org/officeDocument/2006/relationships/font" Target="fonts/Montserrat-regular.fntdata"/><Relationship Id="rId10" Type="http://schemas.openxmlformats.org/officeDocument/2006/relationships/slide" Target="slides/slide5.xml"/><Relationship Id="rId32" Type="http://schemas.openxmlformats.org/officeDocument/2006/relationships/font" Target="fonts/Roboto-boldItalic.fntdata"/><Relationship Id="rId13" Type="http://schemas.openxmlformats.org/officeDocument/2006/relationships/slide" Target="slides/slide8.xml"/><Relationship Id="rId35" Type="http://schemas.openxmlformats.org/officeDocument/2006/relationships/font" Target="fonts/Montserrat-italic.fntdata"/><Relationship Id="rId12" Type="http://schemas.openxmlformats.org/officeDocument/2006/relationships/slide" Target="slides/slide7.xml"/><Relationship Id="rId34" Type="http://schemas.openxmlformats.org/officeDocument/2006/relationships/font" Target="fonts/Montserrat-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Montserrat-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Bài thi nói của Aptis được chia làm 4 phần và diễn ra trong vòng 12 phút. Trên thực tế, mỗi câu hỏi ở phần thi này có một khoảng thời gian trả lời nhất định nhưng thí sinh có thể kết thúc phần ghi âm của mình sớm hơn khoảng thời gian yêu cầu bằng cách nhấn vào nút dừng lại ở trên màn hình máy tính.</a:t>
            </a:r>
            <a:endParaRPr/>
          </a:p>
        </p:txBody>
      </p:sp>
      <p:sp>
        <p:nvSpPr>
          <p:cNvPr id="165" name="Google Shape;16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e05d14d204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Bài thi nói Aptis mục đích là kiểm tra khả năng nói của thí sinh trong những tình huống thực tế. Phần cấu trúc bài thi nói gồm 4 phần:</a:t>
            </a:r>
            <a:endParaRPr/>
          </a:p>
          <a:p>
            <a:pPr indent="-317500" lvl="0" marL="457200" rtl="0" algn="l">
              <a:spcBef>
                <a:spcPts val="0"/>
              </a:spcBef>
              <a:spcAft>
                <a:spcPts val="0"/>
              </a:spcAft>
              <a:buSzPts val="1400"/>
              <a:buChar char="-"/>
            </a:pPr>
            <a:r>
              <a:rPr lang="en-US"/>
              <a:t>Part 1- Thông tin cá nhân: Thí sinh sẽ trả lời ba câu hỏi về các chủ đề thân thuộc xoay quanh bản thân và người thi chỉ có đúng 30 giây cho mỗi câu trả lời. </a:t>
            </a:r>
            <a:endParaRPr/>
          </a:p>
          <a:p>
            <a:pPr indent="-317500" lvl="0" marL="457200" rtl="0" algn="l">
              <a:spcBef>
                <a:spcPts val="0"/>
              </a:spcBef>
              <a:spcAft>
                <a:spcPts val="0"/>
              </a:spcAft>
              <a:buSzPts val="1400"/>
              <a:buChar char="-"/>
            </a:pPr>
            <a:r>
              <a:rPr lang="en-US"/>
              <a:t>Part 2- Mô tả hình ảnh: Thí sinh sẽ mô tả một bức ảnh và sau đó sẽ trả lời hai câu hỏi có liên quan tới chủ đề được minh họa trong bức ảnh đó. Độ khó của ba câu hỏi sẽ tăng dần sau từng câu (từ mô tả đơn thuần đến việc thể hiện quan điểm). Người thi sẽ có khoảng 45 giây cho mỗi câu trả lời.</a:t>
            </a:r>
            <a:endParaRPr/>
          </a:p>
          <a:p>
            <a:pPr indent="-317500" lvl="0" marL="457200" rtl="0" algn="l">
              <a:spcBef>
                <a:spcPts val="0"/>
              </a:spcBef>
              <a:spcAft>
                <a:spcPts val="0"/>
              </a:spcAft>
              <a:buSzPts val="1400"/>
              <a:buChar char="-"/>
            </a:pPr>
            <a:r>
              <a:rPr lang="en-US"/>
              <a:t>Part 3- Mô tả 2 hình ảnh đối lập: Thí sinh sẽ so sánh hai bức tranh, sau đó sẽ trả lời hai câu hỏi liên quan tới chủ đề đưa ra. Ba câu hỏi này sẽ tăng dần về độ khó (từ mô tả đơn thuần đến việc suy xét một vấn đề nào đó). Người thi sẽ có khoảng 45 giây cho mỗi câu trả lời được đưa ra.</a:t>
            </a:r>
            <a:endParaRPr/>
          </a:p>
          <a:p>
            <a:pPr indent="-317500" lvl="0" marL="457200" rtl="0" algn="l">
              <a:spcBef>
                <a:spcPts val="0"/>
              </a:spcBef>
              <a:spcAft>
                <a:spcPts val="0"/>
              </a:spcAft>
              <a:buSzPts val="1400"/>
              <a:buChar char="-"/>
            </a:pPr>
            <a:r>
              <a:rPr lang="en-US"/>
              <a:t>Part 4- Thảo luận về một chủ đề trừu tượng: Thí sinh sẽ tiếp tục được xem một bức ảnh, sau đó sẽ trả lời 3 câu hỏi về một chủ đề trừu tượng có liên quan đến bức ảnh đó. Người thi sẽ có 1 phút để chuẩn bị câu trả lời (có thể ghi chú nếu muốn) và sẽ nói trong khoảng thời gian là 2 phút.</a:t>
            </a:r>
            <a:endParaRPr/>
          </a:p>
          <a:p>
            <a:pPr indent="0" lvl="0" marL="0" rtl="0" algn="l">
              <a:spcBef>
                <a:spcPts val="0"/>
              </a:spcBef>
              <a:spcAft>
                <a:spcPts val="0"/>
              </a:spcAft>
              <a:buNone/>
            </a:pPr>
            <a:r>
              <a:t/>
            </a:r>
            <a:endParaRPr/>
          </a:p>
        </p:txBody>
      </p:sp>
      <p:sp>
        <p:nvSpPr>
          <p:cNvPr id="201" name="Google Shape;201;g2e05d14d204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giới thiệu cho HV về bài thi nói trên thực tế</a:t>
            </a:r>
            <a:endParaRPr/>
          </a:p>
        </p:txBody>
      </p:sp>
      <p:sp>
        <p:nvSpPr>
          <p:cNvPr id="247" name="Google Shape;24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725097ba78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g2725097ba78_0_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đọc đề mẫu giải thích yêu cầu đề bài</a:t>
            </a:r>
            <a:endParaRPr/>
          </a:p>
        </p:txBody>
      </p:sp>
      <p:sp>
        <p:nvSpPr>
          <p:cNvPr id="266" name="Google Shape;266;g2725097ba78_0_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725097ba7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g2725097ba7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g2725097ba78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e05d14d204_0_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g2e05d14d204_0_1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giới thiệu cho HV về bài thi nói trên thực tế</a:t>
            </a:r>
            <a:endParaRPr/>
          </a:p>
        </p:txBody>
      </p:sp>
      <p:sp>
        <p:nvSpPr>
          <p:cNvPr id="324" name="Google Shape;324;g2e05d14d204_0_1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725097ba78_0_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g2725097ba78_0_1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đọc đề mẫu giải thích yêu cầu đề bài</a:t>
            </a:r>
            <a:endParaRPr/>
          </a:p>
        </p:txBody>
      </p:sp>
      <p:sp>
        <p:nvSpPr>
          <p:cNvPr id="341" name="Google Shape;341;g2725097ba78_0_1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2725097ba78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g2725097ba78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g2725097ba78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2e05d14d204_0_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g2e05d14d204_0_1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giới thiệu cho HV về bài thi nói trên thực tế</a:t>
            </a:r>
            <a:endParaRPr/>
          </a:p>
          <a:p>
            <a:pPr indent="0" lvl="0" marL="0" rtl="0" algn="l">
              <a:spcBef>
                <a:spcPts val="0"/>
              </a:spcBef>
              <a:spcAft>
                <a:spcPts val="0"/>
              </a:spcAft>
              <a:buNone/>
            </a:pPr>
            <a:r>
              <a:t/>
            </a:r>
            <a:endParaRPr/>
          </a:p>
        </p:txBody>
      </p:sp>
      <p:sp>
        <p:nvSpPr>
          <p:cNvPr id="399" name="Google Shape;399;g2e05d14d204_0_1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725097ba78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g2725097ba78_0_1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đọc đề mẫu giải thích yêu cầu đề bài</a:t>
            </a:r>
            <a:endParaRPr/>
          </a:p>
        </p:txBody>
      </p:sp>
      <p:sp>
        <p:nvSpPr>
          <p:cNvPr id="416" name="Google Shape;416;g2725097ba78_0_1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2725097ba78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g2725097ba78_0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g2725097ba78_0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2e05d14d204_0_19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3" name="Google Shape;453;g2e05d14d204_0_1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2e05d14d204_0_2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g2e05d14d204_0_2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giới thiệu cho HV về bài thi nói trên thực tế</a:t>
            </a:r>
            <a:endParaRPr/>
          </a:p>
          <a:p>
            <a:pPr indent="0" lvl="0" marL="0" rtl="0" algn="l">
              <a:spcBef>
                <a:spcPts val="0"/>
              </a:spcBef>
              <a:spcAft>
                <a:spcPts val="0"/>
              </a:spcAft>
              <a:buNone/>
            </a:pPr>
            <a:r>
              <a:t/>
            </a:r>
            <a:endParaRPr/>
          </a:p>
        </p:txBody>
      </p:sp>
      <p:sp>
        <p:nvSpPr>
          <p:cNvPr id="473" name="Google Shape;473;g2e05d14d204_0_2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2725097ba78_0_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g2725097ba78_0_1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đọc đề mẫu giải thích yêu cầu đề bài</a:t>
            </a:r>
            <a:endParaRPr/>
          </a:p>
        </p:txBody>
      </p:sp>
      <p:sp>
        <p:nvSpPr>
          <p:cNvPr id="492" name="Google Shape;492;g2725097ba78_0_1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2725097ba78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g2725097ba78_0_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g2725097ba78_0_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2725097ba78_0_1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8" name="Google Shape;528;g2725097ba78_0_1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9" name="Google Shape;529;g2725097ba78_0_1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5" name="Google Shape;545;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6" name="Google Shape;546;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image" Target="../media/image1.png"/><Relationship Id="rId6"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5.png"/><Relationship Id="rId5" Type="http://schemas.openxmlformats.org/officeDocument/2006/relationships/image" Target="../media/image22.png"/><Relationship Id="rId6"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19.png"/><Relationship Id="rId5"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8345"/>
        </a:solidFill>
      </p:bgPr>
    </p:bg>
    <p:spTree>
      <p:nvGrpSpPr>
        <p:cNvPr id="87" name="Shape 87"/>
        <p:cNvGrpSpPr/>
        <p:nvPr/>
      </p:nvGrpSpPr>
      <p:grpSpPr>
        <a:xfrm>
          <a:off x="0" y="0"/>
          <a:ext cx="0" cy="0"/>
          <a:chOff x="0" y="0"/>
          <a:chExt cx="0" cy="0"/>
        </a:xfrm>
      </p:grpSpPr>
      <p:sp>
        <p:nvSpPr>
          <p:cNvPr id="88" name="Google Shape;88;p13"/>
          <p:cNvSpPr txBox="1"/>
          <p:nvPr/>
        </p:nvSpPr>
        <p:spPr>
          <a:xfrm>
            <a:off x="4788018" y="1722907"/>
            <a:ext cx="13410900" cy="1603200"/>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None/>
            </a:pPr>
            <a:r>
              <a:rPr b="0" i="0" lang="en-US" sz="10416" u="none" cap="none" strike="noStrike">
                <a:solidFill>
                  <a:srgbClr val="FFFFFF"/>
                </a:solidFill>
                <a:latin typeface="Arial"/>
                <a:ea typeface="Arial"/>
                <a:cs typeface="Arial"/>
                <a:sym typeface="Arial"/>
              </a:rPr>
              <a:t>APTIS GEN</a:t>
            </a:r>
            <a:r>
              <a:rPr lang="en-US" sz="10416">
                <a:solidFill>
                  <a:srgbClr val="FFFFFF"/>
                </a:solidFill>
              </a:rPr>
              <a:t>ERAL</a:t>
            </a:r>
            <a:endParaRPr/>
          </a:p>
        </p:txBody>
      </p:sp>
      <p:grpSp>
        <p:nvGrpSpPr>
          <p:cNvPr id="89" name="Google Shape;89;p13"/>
          <p:cNvGrpSpPr/>
          <p:nvPr/>
        </p:nvGrpSpPr>
        <p:grpSpPr>
          <a:xfrm>
            <a:off x="7182035" y="4396612"/>
            <a:ext cx="8907525" cy="2222589"/>
            <a:chOff x="-209201" y="-192881"/>
            <a:chExt cx="11876700" cy="2963451"/>
          </a:xfrm>
        </p:grpSpPr>
        <p:grpSp>
          <p:nvGrpSpPr>
            <p:cNvPr id="90" name="Google Shape;90;p13"/>
            <p:cNvGrpSpPr/>
            <p:nvPr/>
          </p:nvGrpSpPr>
          <p:grpSpPr>
            <a:xfrm>
              <a:off x="0" y="-192881"/>
              <a:ext cx="11458277" cy="2963451"/>
              <a:chOff x="0" y="-38100"/>
              <a:chExt cx="2263363" cy="585373"/>
            </a:xfrm>
          </p:grpSpPr>
          <p:sp>
            <p:nvSpPr>
              <p:cNvPr id="91" name="Google Shape;91;p13"/>
              <p:cNvSpPr/>
              <p:nvPr/>
            </p:nvSpPr>
            <p:spPr>
              <a:xfrm>
                <a:off x="0" y="0"/>
                <a:ext cx="2263363" cy="547273"/>
              </a:xfrm>
              <a:custGeom>
                <a:rect b="b" l="l" r="r" t="t"/>
                <a:pathLst>
                  <a:path extrusionOk="0" h="547273" w="2263363">
                    <a:moveTo>
                      <a:pt x="45945" y="0"/>
                    </a:moveTo>
                    <a:lnTo>
                      <a:pt x="2217418" y="0"/>
                    </a:lnTo>
                    <a:cubicBezTo>
                      <a:pt x="2242793" y="0"/>
                      <a:pt x="2263363" y="20570"/>
                      <a:pt x="2263363" y="45945"/>
                    </a:cubicBezTo>
                    <a:lnTo>
                      <a:pt x="2263363" y="501328"/>
                    </a:lnTo>
                    <a:cubicBezTo>
                      <a:pt x="2263363" y="526703"/>
                      <a:pt x="2242793" y="547273"/>
                      <a:pt x="2217418" y="547273"/>
                    </a:cubicBezTo>
                    <a:lnTo>
                      <a:pt x="45945" y="547273"/>
                    </a:lnTo>
                    <a:cubicBezTo>
                      <a:pt x="20570" y="547273"/>
                      <a:pt x="0" y="526703"/>
                      <a:pt x="0" y="501328"/>
                    </a:cubicBezTo>
                    <a:lnTo>
                      <a:pt x="0" y="45945"/>
                    </a:lnTo>
                    <a:cubicBezTo>
                      <a:pt x="0" y="20570"/>
                      <a:pt x="20570" y="0"/>
                      <a:pt x="45945" y="0"/>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txBox="1"/>
              <p:nvPr/>
            </p:nvSpPr>
            <p:spPr>
              <a:xfrm>
                <a:off x="0" y="-38100"/>
                <a:ext cx="2263363" cy="58537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3" name="Google Shape;93;p13"/>
            <p:cNvSpPr txBox="1"/>
            <p:nvPr/>
          </p:nvSpPr>
          <p:spPr>
            <a:xfrm>
              <a:off x="-209201" y="701869"/>
              <a:ext cx="11876700" cy="1366800"/>
            </a:xfrm>
            <a:prstGeom prst="rect">
              <a:avLst/>
            </a:prstGeom>
            <a:noFill/>
            <a:ln>
              <a:noFill/>
            </a:ln>
          </p:spPr>
          <p:txBody>
            <a:bodyPr anchorCtr="0" anchor="t" bIns="0" lIns="0" spcFirstLastPara="1" rIns="0" wrap="square" tIns="0">
              <a:spAutoFit/>
            </a:bodyPr>
            <a:lstStyle/>
            <a:p>
              <a:pPr indent="0" lvl="0" marL="0" marR="0" rtl="0" algn="ctr">
                <a:lnSpc>
                  <a:spcPct val="112006"/>
                </a:lnSpc>
                <a:spcBef>
                  <a:spcPts val="0"/>
                </a:spcBef>
                <a:spcAft>
                  <a:spcPts val="0"/>
                </a:spcAft>
                <a:buNone/>
              </a:pPr>
              <a:r>
                <a:rPr lang="en-US" sz="6660">
                  <a:solidFill>
                    <a:srgbClr val="018345"/>
                  </a:solidFill>
                </a:rPr>
                <a:t>Tổng quan </a:t>
              </a:r>
              <a:r>
                <a:rPr b="0" i="0" lang="en-US" sz="6660" u="none" cap="none" strike="noStrike">
                  <a:solidFill>
                    <a:srgbClr val="018345"/>
                  </a:solidFill>
                  <a:latin typeface="Arial"/>
                  <a:ea typeface="Arial"/>
                  <a:cs typeface="Arial"/>
                  <a:sym typeface="Arial"/>
                </a:rPr>
                <a:t>Speaking</a:t>
              </a:r>
              <a:endParaRPr sz="100"/>
            </a:p>
          </p:txBody>
        </p:sp>
      </p:grpSp>
      <p:cxnSp>
        <p:nvCxnSpPr>
          <p:cNvPr id="94" name="Google Shape;94;p13"/>
          <p:cNvCxnSpPr/>
          <p:nvPr/>
        </p:nvCxnSpPr>
        <p:spPr>
          <a:xfrm>
            <a:off x="5559805" y="3724211"/>
            <a:ext cx="11699495"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txBox="1"/>
          <p:nvPr/>
        </p:nvSpPr>
        <p:spPr>
          <a:xfrm>
            <a:off x="4867241" y="698293"/>
            <a:ext cx="13215313" cy="1473407"/>
          </a:xfrm>
          <a:prstGeom prst="rect">
            <a:avLst/>
          </a:prstGeom>
          <a:noFill/>
          <a:ln>
            <a:noFill/>
          </a:ln>
        </p:spPr>
        <p:txBody>
          <a:bodyPr anchorCtr="0" anchor="t" bIns="0" lIns="0" spcFirstLastPara="1" rIns="0" wrap="square" tIns="0">
            <a:spAutoFit/>
          </a:bodyPr>
          <a:lstStyle/>
          <a:p>
            <a:pPr indent="0" lvl="0" marL="0" marR="0" rtl="0" algn="ctr">
              <a:lnSpc>
                <a:spcPct val="112003"/>
              </a:lnSpc>
              <a:spcBef>
                <a:spcPts val="0"/>
              </a:spcBef>
              <a:spcAft>
                <a:spcPts val="0"/>
              </a:spcAft>
              <a:buNone/>
            </a:pPr>
            <a:r>
              <a:rPr b="0" i="0" lang="en-US" sz="10264" u="none" cap="none" strike="noStrike">
                <a:solidFill>
                  <a:srgbClr val="018345"/>
                </a:solidFill>
                <a:latin typeface="Arial"/>
                <a:ea typeface="Arial"/>
                <a:cs typeface="Arial"/>
                <a:sym typeface="Arial"/>
              </a:rPr>
              <a:t>Table of contents</a:t>
            </a:r>
            <a:endParaRPr/>
          </a:p>
        </p:txBody>
      </p:sp>
      <p:cxnSp>
        <p:nvCxnSpPr>
          <p:cNvPr id="101" name="Google Shape;101;p14"/>
          <p:cNvCxnSpPr/>
          <p:nvPr/>
        </p:nvCxnSpPr>
        <p:spPr>
          <a:xfrm>
            <a:off x="5943600" y="2152650"/>
            <a:ext cx="11579734" cy="0"/>
          </a:xfrm>
          <a:prstGeom prst="straightConnector1">
            <a:avLst/>
          </a:prstGeom>
          <a:noFill/>
          <a:ln cap="flat" cmpd="sng" w="38100">
            <a:solidFill>
              <a:srgbClr val="018345"/>
            </a:solidFill>
            <a:prstDash val="solid"/>
            <a:round/>
            <a:headEnd len="sm" w="sm" type="none"/>
            <a:tailEnd len="sm" w="sm" type="none"/>
          </a:ln>
        </p:spPr>
      </p:cxnSp>
      <p:grpSp>
        <p:nvGrpSpPr>
          <p:cNvPr id="102" name="Google Shape;102;p14"/>
          <p:cNvGrpSpPr/>
          <p:nvPr/>
        </p:nvGrpSpPr>
        <p:grpSpPr>
          <a:xfrm rot="10800000">
            <a:off x="14951203" y="-741521"/>
            <a:ext cx="7681766" cy="4260610"/>
            <a:chOff x="0" y="-38100"/>
            <a:chExt cx="406400" cy="225405"/>
          </a:xfrm>
        </p:grpSpPr>
        <p:sp>
          <p:nvSpPr>
            <p:cNvPr id="103" name="Google Shape;103;p1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04" name="Google Shape;104;p1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105" name="Google Shape;105;p1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grpSp>
        <p:nvGrpSpPr>
          <p:cNvPr id="106" name="Google Shape;106;p14"/>
          <p:cNvGrpSpPr/>
          <p:nvPr/>
        </p:nvGrpSpPr>
        <p:grpSpPr>
          <a:xfrm>
            <a:off x="6823584" y="2522032"/>
            <a:ext cx="10092876" cy="1384827"/>
            <a:chOff x="6375842" y="6151456"/>
            <a:chExt cx="10541964" cy="1433865"/>
          </a:xfrm>
        </p:grpSpPr>
        <p:sp>
          <p:nvSpPr>
            <p:cNvPr id="107" name="Google Shape;107;p14"/>
            <p:cNvSpPr/>
            <p:nvPr/>
          </p:nvSpPr>
          <p:spPr>
            <a:xfrm>
              <a:off x="6375842" y="6278356"/>
              <a:ext cx="10541964"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600" u="none" cap="none" strike="noStrike">
                <a:solidFill>
                  <a:schemeClr val="lt1"/>
                </a:solidFill>
                <a:latin typeface="Calibri"/>
                <a:ea typeface="Calibri"/>
                <a:cs typeface="Calibri"/>
                <a:sym typeface="Calibri"/>
              </a:endParaRPr>
            </a:p>
          </p:txBody>
        </p:sp>
        <p:sp>
          <p:nvSpPr>
            <p:cNvPr id="108" name="Google Shape;108;p14"/>
            <p:cNvSpPr txBox="1"/>
            <p:nvPr/>
          </p:nvSpPr>
          <p:spPr>
            <a:xfrm>
              <a:off x="6375842" y="6151456"/>
              <a:ext cx="10541964" cy="1433865"/>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109" name="Google Shape;109;p14"/>
            <p:cNvSpPr/>
            <p:nvPr/>
          </p:nvSpPr>
          <p:spPr>
            <a:xfrm>
              <a:off x="6375842" y="6296117"/>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txBox="1"/>
            <p:nvPr/>
          </p:nvSpPr>
          <p:spPr>
            <a:xfrm>
              <a:off x="8027104" y="6667956"/>
              <a:ext cx="8651100" cy="510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Giới thiệu các dạng bài nói</a:t>
              </a:r>
              <a:endParaRPr b="1" sz="3200">
                <a:solidFill>
                  <a:srgbClr val="FFFFFF"/>
                </a:solidFill>
                <a:latin typeface="Montserrat"/>
                <a:ea typeface="Montserrat"/>
                <a:cs typeface="Montserrat"/>
                <a:sym typeface="Montserrat"/>
              </a:endParaRPr>
            </a:p>
          </p:txBody>
        </p:sp>
        <p:sp>
          <p:nvSpPr>
            <p:cNvPr descr="Books with solid fill" id="111" name="Google Shape;111;p14"/>
            <p:cNvSpPr/>
            <p:nvPr/>
          </p:nvSpPr>
          <p:spPr>
            <a:xfrm>
              <a:off x="6604212" y="6517439"/>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3">
                <a:alphaModFix/>
              </a:blip>
              <a:stretch>
                <a:fillRect b="0" l="0" r="0" t="0"/>
              </a:stretch>
            </a:blipFill>
            <a:ln>
              <a:noFill/>
            </a:ln>
          </p:spPr>
        </p:sp>
      </p:grpSp>
      <p:sp>
        <p:nvSpPr>
          <p:cNvPr id="112" name="Google Shape;112;p14"/>
          <p:cNvSpPr txBox="1"/>
          <p:nvPr/>
        </p:nvSpPr>
        <p:spPr>
          <a:xfrm>
            <a:off x="6421010" y="5488329"/>
            <a:ext cx="10092900" cy="1384800"/>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113" name="Google Shape;113;p14"/>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b="0" i="0" lang="en-US" sz="1876" u="none" cap="none" strike="noStrike">
                <a:solidFill>
                  <a:srgbClr val="FEFEFE"/>
                </a:solidFill>
                <a:latin typeface="Roboto"/>
                <a:ea typeface="Roboto"/>
                <a:cs typeface="Roboto"/>
                <a:sym typeface="Roboto"/>
              </a:rPr>
              <a:t>https://edulife.com.vn/</a:t>
            </a:r>
            <a:endParaRPr/>
          </a:p>
        </p:txBody>
      </p:sp>
      <p:grpSp>
        <p:nvGrpSpPr>
          <p:cNvPr id="114" name="Google Shape;114;p14"/>
          <p:cNvGrpSpPr/>
          <p:nvPr/>
        </p:nvGrpSpPr>
        <p:grpSpPr>
          <a:xfrm>
            <a:off x="-2718010" y="9274528"/>
            <a:ext cx="7950400" cy="1707231"/>
            <a:chOff x="0" y="-384762"/>
            <a:chExt cx="10600533" cy="2276307"/>
          </a:xfrm>
        </p:grpSpPr>
        <p:grpSp>
          <p:nvGrpSpPr>
            <p:cNvPr id="115" name="Google Shape;115;p14"/>
            <p:cNvGrpSpPr/>
            <p:nvPr/>
          </p:nvGrpSpPr>
          <p:grpSpPr>
            <a:xfrm>
              <a:off x="0" y="-384762"/>
              <a:ext cx="10600533" cy="2276307"/>
              <a:chOff x="0" y="-38100"/>
              <a:chExt cx="1049690" cy="225405"/>
            </a:xfrm>
          </p:grpSpPr>
          <p:sp>
            <p:nvSpPr>
              <p:cNvPr id="116" name="Google Shape;116;p1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17" name="Google Shape;117;p1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8" name="Google Shape;118;p1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9" name="Google Shape;119;p14"/>
          <p:cNvGrpSpPr/>
          <p:nvPr/>
        </p:nvGrpSpPr>
        <p:grpSpPr>
          <a:xfrm>
            <a:off x="6867632" y="4172760"/>
            <a:ext cx="10121790" cy="1245145"/>
            <a:chOff x="6934200" y="7048502"/>
            <a:chExt cx="9882630" cy="1159137"/>
          </a:xfrm>
        </p:grpSpPr>
        <p:grpSp>
          <p:nvGrpSpPr>
            <p:cNvPr id="120" name="Google Shape;120;p14"/>
            <p:cNvGrpSpPr/>
            <p:nvPr/>
          </p:nvGrpSpPr>
          <p:grpSpPr>
            <a:xfrm>
              <a:off x="6934200" y="7048502"/>
              <a:ext cx="9882630" cy="1159137"/>
              <a:chOff x="6487861" y="7950596"/>
              <a:chExt cx="10571780" cy="1289204"/>
            </a:xfrm>
          </p:grpSpPr>
          <p:sp>
            <p:nvSpPr>
              <p:cNvPr id="121" name="Google Shape;121;p14"/>
              <p:cNvSpPr/>
              <p:nvPr/>
            </p:nvSpPr>
            <p:spPr>
              <a:xfrm>
                <a:off x="6517678" y="7950596"/>
                <a:ext cx="10541963"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600" u="none" cap="none" strike="noStrike">
                  <a:solidFill>
                    <a:schemeClr val="lt1"/>
                  </a:solidFill>
                  <a:latin typeface="Calibri"/>
                  <a:ea typeface="Calibri"/>
                  <a:cs typeface="Calibri"/>
                  <a:sym typeface="Calibri"/>
                </a:endParaRPr>
              </a:p>
            </p:txBody>
          </p:sp>
          <p:sp>
            <p:nvSpPr>
              <p:cNvPr id="122" name="Google Shape;122;p14"/>
              <p:cNvSpPr/>
              <p:nvPr/>
            </p:nvSpPr>
            <p:spPr>
              <a:xfrm>
                <a:off x="6487861" y="7968363"/>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23" name="Google Shape;123;p14"/>
              <p:cNvSpPr txBox="1"/>
              <p:nvPr/>
            </p:nvSpPr>
            <p:spPr>
              <a:xfrm>
                <a:off x="8089443" y="8239092"/>
                <a:ext cx="7896000" cy="510000"/>
              </a:xfrm>
              <a:prstGeom prst="rect">
                <a:avLst/>
              </a:prstGeom>
              <a:noFill/>
              <a:ln>
                <a:noFill/>
              </a:ln>
            </p:spPr>
            <p:txBody>
              <a:bodyPr anchorCtr="0" anchor="t" bIns="0" lIns="0" spcFirstLastPara="1" rIns="0" wrap="square" tIns="0">
                <a:spAutoFit/>
              </a:bodyPr>
              <a:lstStyle/>
              <a:p>
                <a:pPr indent="0" lvl="0" marL="0" marR="0" rtl="0" algn="l">
                  <a:lnSpc>
                    <a:spcPct val="303906"/>
                  </a:lnSpc>
                  <a:spcBef>
                    <a:spcPts val="0"/>
                  </a:spcBef>
                  <a:spcAft>
                    <a:spcPts val="0"/>
                  </a:spcAft>
                  <a:buNone/>
                </a:pPr>
                <a:r>
                  <a:rPr b="1" lang="en-US" sz="3200">
                    <a:solidFill>
                      <a:schemeClr val="lt1"/>
                    </a:solidFill>
                    <a:latin typeface="Montserrat"/>
                    <a:ea typeface="Montserrat"/>
                    <a:cs typeface="Montserrat"/>
                    <a:sym typeface="Montserrat"/>
                  </a:rPr>
                  <a:t>Part 1 bài thi nói Aptis</a:t>
                </a:r>
                <a:endParaRPr b="1" sz="3200">
                  <a:solidFill>
                    <a:schemeClr val="lt1"/>
                  </a:solidFill>
                  <a:latin typeface="Montserrat"/>
                  <a:ea typeface="Montserrat"/>
                  <a:cs typeface="Montserrat"/>
                  <a:sym typeface="Montserrat"/>
                </a:endParaRPr>
              </a:p>
            </p:txBody>
          </p:sp>
        </p:grpSp>
        <p:pic>
          <p:nvPicPr>
            <p:cNvPr descr="Envelope with solid fill" id="124" name="Google Shape;124;p14"/>
            <p:cNvPicPr preferRelativeResize="0"/>
            <p:nvPr/>
          </p:nvPicPr>
          <p:blipFill rotWithShape="1">
            <a:blip r:embed="rId4">
              <a:alphaModFix/>
            </a:blip>
            <a:srcRect b="0" l="0" r="0" t="0"/>
            <a:stretch/>
          </p:blipFill>
          <p:spPr>
            <a:xfrm>
              <a:off x="7167192" y="7214481"/>
              <a:ext cx="773941" cy="773941"/>
            </a:xfrm>
            <a:prstGeom prst="rect">
              <a:avLst/>
            </a:prstGeom>
            <a:noFill/>
            <a:ln>
              <a:noFill/>
            </a:ln>
          </p:spPr>
        </p:pic>
      </p:grpSp>
      <p:grpSp>
        <p:nvGrpSpPr>
          <p:cNvPr id="125" name="Google Shape;125;p14"/>
          <p:cNvGrpSpPr/>
          <p:nvPr/>
        </p:nvGrpSpPr>
        <p:grpSpPr>
          <a:xfrm>
            <a:off x="6895507" y="5696829"/>
            <a:ext cx="10150411" cy="1245144"/>
            <a:chOff x="6962073" y="8572500"/>
            <a:chExt cx="9910575" cy="1159136"/>
          </a:xfrm>
        </p:grpSpPr>
        <p:sp>
          <p:nvSpPr>
            <p:cNvPr id="126" name="Google Shape;126;p14"/>
            <p:cNvSpPr/>
            <p:nvPr/>
          </p:nvSpPr>
          <p:spPr>
            <a:xfrm>
              <a:off x="6989946" y="8572500"/>
              <a:ext cx="9854758" cy="1159136"/>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27" name="Google Shape;127;p14"/>
            <p:cNvSpPr/>
            <p:nvPr/>
          </p:nvSpPr>
          <p:spPr>
            <a:xfrm>
              <a:off x="6962073" y="8588470"/>
              <a:ext cx="1171956" cy="1127196"/>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28" name="Google Shape;128;p14"/>
            <p:cNvSpPr txBox="1"/>
            <p:nvPr/>
          </p:nvSpPr>
          <p:spPr>
            <a:xfrm>
              <a:off x="8403048" y="8840948"/>
              <a:ext cx="8469600" cy="458400"/>
            </a:xfrm>
            <a:prstGeom prst="rect">
              <a:avLst/>
            </a:prstGeom>
            <a:noFill/>
            <a:ln>
              <a:noFill/>
            </a:ln>
          </p:spPr>
          <p:txBody>
            <a:bodyPr anchorCtr="0" anchor="t" bIns="0" lIns="0" spcFirstLastPara="1" rIns="0" wrap="square" tIns="0">
              <a:spAutoFit/>
            </a:bodyPr>
            <a:lstStyle/>
            <a:p>
              <a:pPr indent="0" lvl="0" marL="0" rtl="0" algn="l">
                <a:lnSpc>
                  <a:spcPct val="303906"/>
                </a:lnSpc>
                <a:spcBef>
                  <a:spcPts val="0"/>
                </a:spcBef>
                <a:spcAft>
                  <a:spcPts val="0"/>
                </a:spcAft>
                <a:buNone/>
              </a:pPr>
              <a:r>
                <a:rPr b="1" lang="en-US" sz="3200">
                  <a:solidFill>
                    <a:schemeClr val="lt1"/>
                  </a:solidFill>
                  <a:latin typeface="Montserrat"/>
                  <a:ea typeface="Montserrat"/>
                  <a:cs typeface="Montserrat"/>
                  <a:sym typeface="Montserrat"/>
                </a:rPr>
                <a:t>Part 2 bài thi nói Aptis</a:t>
              </a:r>
              <a:endParaRPr b="1" sz="3200">
                <a:solidFill>
                  <a:srgbClr val="FFFFFF"/>
                </a:solidFill>
                <a:latin typeface="Montserrat"/>
                <a:ea typeface="Montserrat"/>
                <a:cs typeface="Montserrat"/>
                <a:sym typeface="Montserrat"/>
              </a:endParaRPr>
            </a:p>
          </p:txBody>
        </p:sp>
        <p:pic>
          <p:nvPicPr>
            <p:cNvPr descr="Pencil with solid fill" id="129" name="Google Shape;129;p14"/>
            <p:cNvPicPr preferRelativeResize="0"/>
            <p:nvPr/>
          </p:nvPicPr>
          <p:blipFill rotWithShape="1">
            <a:blip r:embed="rId5">
              <a:alphaModFix/>
            </a:blip>
            <a:srcRect b="0" l="0" r="0" t="0"/>
            <a:stretch/>
          </p:blipFill>
          <p:spPr>
            <a:xfrm>
              <a:off x="7147974" y="8738481"/>
              <a:ext cx="797413" cy="797413"/>
            </a:xfrm>
            <a:prstGeom prst="rect">
              <a:avLst/>
            </a:prstGeom>
            <a:noFill/>
            <a:ln>
              <a:noFill/>
            </a:ln>
          </p:spPr>
        </p:pic>
      </p:grpSp>
      <p:grpSp>
        <p:nvGrpSpPr>
          <p:cNvPr id="130" name="Google Shape;130;p14"/>
          <p:cNvGrpSpPr/>
          <p:nvPr/>
        </p:nvGrpSpPr>
        <p:grpSpPr>
          <a:xfrm>
            <a:off x="6909742" y="7221389"/>
            <a:ext cx="10121548" cy="1245097"/>
            <a:chOff x="6947410" y="8856876"/>
            <a:chExt cx="9366600" cy="1016489"/>
          </a:xfrm>
        </p:grpSpPr>
        <p:grpSp>
          <p:nvGrpSpPr>
            <p:cNvPr id="131" name="Google Shape;131;p14"/>
            <p:cNvGrpSpPr/>
            <p:nvPr/>
          </p:nvGrpSpPr>
          <p:grpSpPr>
            <a:xfrm>
              <a:off x="6947410" y="8856876"/>
              <a:ext cx="9366600" cy="1016489"/>
              <a:chOff x="6962073" y="8572500"/>
              <a:chExt cx="9882631" cy="1159136"/>
            </a:xfrm>
          </p:grpSpPr>
          <p:sp>
            <p:nvSpPr>
              <p:cNvPr id="132" name="Google Shape;132;p14"/>
              <p:cNvSpPr/>
              <p:nvPr/>
            </p:nvSpPr>
            <p:spPr>
              <a:xfrm>
                <a:off x="6989946" y="8572500"/>
                <a:ext cx="9854758" cy="1159136"/>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33" name="Google Shape;133;p14"/>
              <p:cNvSpPr/>
              <p:nvPr/>
            </p:nvSpPr>
            <p:spPr>
              <a:xfrm>
                <a:off x="6962073" y="8588470"/>
                <a:ext cx="1171956" cy="1127196"/>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34" name="Google Shape;134;p14"/>
              <p:cNvSpPr txBox="1"/>
              <p:nvPr/>
            </p:nvSpPr>
            <p:spPr>
              <a:xfrm>
                <a:off x="8375279" y="8839866"/>
                <a:ext cx="8087400" cy="458700"/>
              </a:xfrm>
              <a:prstGeom prst="rect">
                <a:avLst/>
              </a:prstGeom>
              <a:noFill/>
              <a:ln>
                <a:noFill/>
              </a:ln>
            </p:spPr>
            <p:txBody>
              <a:bodyPr anchorCtr="0" anchor="t" bIns="0" lIns="0" spcFirstLastPara="1" rIns="0" wrap="square" tIns="0">
                <a:spAutoFit/>
              </a:bodyPr>
              <a:lstStyle/>
              <a:p>
                <a:pPr indent="0" lvl="0" marL="0" rtl="0" algn="l">
                  <a:lnSpc>
                    <a:spcPct val="303906"/>
                  </a:lnSpc>
                  <a:spcBef>
                    <a:spcPts val="0"/>
                  </a:spcBef>
                  <a:spcAft>
                    <a:spcPts val="0"/>
                  </a:spcAft>
                  <a:buNone/>
                </a:pPr>
                <a:r>
                  <a:rPr b="1" lang="en-US" sz="3200">
                    <a:solidFill>
                      <a:schemeClr val="lt1"/>
                    </a:solidFill>
                    <a:latin typeface="Montserrat"/>
                    <a:ea typeface="Montserrat"/>
                    <a:cs typeface="Montserrat"/>
                    <a:sym typeface="Montserrat"/>
                  </a:rPr>
                  <a:t>Part 3 bài thi nói Aptis</a:t>
                </a:r>
                <a:endParaRPr b="1" sz="3200">
                  <a:solidFill>
                    <a:srgbClr val="FFFFFF"/>
                  </a:solidFill>
                  <a:latin typeface="Montserrat"/>
                  <a:ea typeface="Montserrat"/>
                  <a:cs typeface="Montserrat"/>
                  <a:sym typeface="Montserrat"/>
                </a:endParaRPr>
              </a:p>
            </p:txBody>
          </p:sp>
        </p:grpSp>
        <p:pic>
          <p:nvPicPr>
            <p:cNvPr descr="Books on shelf with solid fill" id="135" name="Google Shape;135;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grpSp>
        <p:nvGrpSpPr>
          <p:cNvPr id="136" name="Google Shape;136;p14"/>
          <p:cNvGrpSpPr/>
          <p:nvPr/>
        </p:nvGrpSpPr>
        <p:grpSpPr>
          <a:xfrm>
            <a:off x="6910060" y="8567085"/>
            <a:ext cx="10150892" cy="1384814"/>
            <a:chOff x="6375842" y="6151456"/>
            <a:chExt cx="10542000" cy="1434000"/>
          </a:xfrm>
        </p:grpSpPr>
        <p:sp>
          <p:nvSpPr>
            <p:cNvPr id="137" name="Google Shape;137;p14"/>
            <p:cNvSpPr/>
            <p:nvPr/>
          </p:nvSpPr>
          <p:spPr>
            <a:xfrm>
              <a:off x="6375842" y="6278355"/>
              <a:ext cx="10542000" cy="12891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8" name="Google Shape;138;p14"/>
            <p:cNvSpPr txBox="1"/>
            <p:nvPr/>
          </p:nvSpPr>
          <p:spPr>
            <a:xfrm>
              <a:off x="6375842" y="6151456"/>
              <a:ext cx="10542000" cy="1434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9" name="Google Shape;139;p14"/>
            <p:cNvSpPr/>
            <p:nvPr/>
          </p:nvSpPr>
          <p:spPr>
            <a:xfrm>
              <a:off x="6375842" y="6296117"/>
              <a:ext cx="1253681" cy="1253681"/>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14"/>
            <p:cNvSpPr txBox="1"/>
            <p:nvPr/>
          </p:nvSpPr>
          <p:spPr>
            <a:xfrm>
              <a:off x="7842861" y="6622163"/>
              <a:ext cx="8651100" cy="510000"/>
            </a:xfrm>
            <a:prstGeom prst="rect">
              <a:avLst/>
            </a:prstGeom>
            <a:noFill/>
            <a:ln>
              <a:noFill/>
            </a:ln>
          </p:spPr>
          <p:txBody>
            <a:bodyPr anchorCtr="0" anchor="t" bIns="0" lIns="0" spcFirstLastPara="1" rIns="0" wrap="square" tIns="0">
              <a:spAutoFit/>
            </a:bodyPr>
            <a:lstStyle/>
            <a:p>
              <a:pPr indent="0" lvl="0" marL="0" rtl="0" algn="l">
                <a:lnSpc>
                  <a:spcPct val="303906"/>
                </a:lnSpc>
                <a:spcBef>
                  <a:spcPts val="0"/>
                </a:spcBef>
                <a:spcAft>
                  <a:spcPts val="0"/>
                </a:spcAft>
                <a:buClr>
                  <a:schemeClr val="dk1"/>
                </a:buClr>
                <a:buFont typeface="Arial"/>
                <a:buNone/>
              </a:pPr>
              <a:r>
                <a:rPr b="1" lang="en-US" sz="3200">
                  <a:solidFill>
                    <a:schemeClr val="lt1"/>
                  </a:solidFill>
                  <a:latin typeface="Montserrat"/>
                  <a:ea typeface="Montserrat"/>
                  <a:cs typeface="Montserrat"/>
                  <a:sym typeface="Montserrat"/>
                </a:rPr>
                <a:t>Part 4 bài thi nói Aptis</a:t>
              </a:r>
              <a:endParaRPr sz="4000">
                <a:solidFill>
                  <a:srgbClr val="FFFFFF"/>
                </a:solidFill>
                <a:latin typeface="Montserrat"/>
                <a:ea typeface="Montserrat"/>
                <a:cs typeface="Montserrat"/>
                <a:sym typeface="Montserrat"/>
              </a:endParaRPr>
            </a:p>
          </p:txBody>
        </p:sp>
        <p:sp>
          <p:nvSpPr>
            <p:cNvPr descr="Books with solid fill" id="141" name="Google Shape;141;p14"/>
            <p:cNvSpPr/>
            <p:nvPr/>
          </p:nvSpPr>
          <p:spPr>
            <a:xfrm>
              <a:off x="6604212" y="6517439"/>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3">
                <a:alphaModFix/>
              </a:blip>
              <a:stretch>
                <a:fillRect b="0" l="0" r="0" t="0"/>
              </a:stretch>
            </a:blipFill>
            <a:ln>
              <a:noFill/>
            </a:ln>
          </p:spPr>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500"/>
                                        <p:tgtEl>
                                          <p:spTgt spid="100"/>
                                        </p:tgtEl>
                                        <p:attrNameLst>
                                          <p:attrName>ppt_w</p:attrName>
                                        </p:attrNameLst>
                                      </p:cBhvr>
                                      <p:tavLst>
                                        <p:tav fmla="" tm="0">
                                          <p:val>
                                            <p:strVal val="0"/>
                                          </p:val>
                                        </p:tav>
                                        <p:tav fmla="" tm="100000">
                                          <p:val>
                                            <p:strVal val="#ppt_w"/>
                                          </p:val>
                                        </p:tav>
                                      </p:tavLst>
                                    </p:anim>
                                    <p:anim calcmode="lin" valueType="num">
                                      <p:cBhvr additive="base">
                                        <p:cTn dur="500"/>
                                        <p:tgtEl>
                                          <p:spTgt spid="10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500"/>
                                        <p:tgtEl>
                                          <p:spTgt spid="10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500"/>
                                        <p:tgtEl>
                                          <p:spTgt spid="11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5"/>
                                        </p:tgtEl>
                                        <p:attrNameLst>
                                          <p:attrName>style.visibility</p:attrName>
                                        </p:attrNameLst>
                                      </p:cBhvr>
                                      <p:to>
                                        <p:strVal val="visible"/>
                                      </p:to>
                                    </p:set>
                                    <p:anim calcmode="lin" valueType="num">
                                      <p:cBhvr additive="base">
                                        <p:cTn dur="500"/>
                                        <p:tgtEl>
                                          <p:spTgt spid="12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0"/>
                                        </p:tgtEl>
                                        <p:attrNameLst>
                                          <p:attrName>style.visibility</p:attrName>
                                        </p:attrNameLst>
                                      </p:cBhvr>
                                      <p:to>
                                        <p:strVal val="visible"/>
                                      </p:to>
                                    </p:set>
                                    <p:anim calcmode="lin" valueType="num">
                                      <p:cBhvr additive="base">
                                        <p:cTn dur="500"/>
                                        <p:tgtEl>
                                          <p:spTgt spid="13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1000"/>
                                        <p:tgtEl>
                                          <p:spTgt spid="13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cxnSp>
        <p:nvCxnSpPr>
          <p:cNvPr id="146" name="Google Shape;146;p15"/>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147" name="Google Shape;147;p1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48" name="Google Shape;148;p15"/>
          <p:cNvGrpSpPr/>
          <p:nvPr/>
        </p:nvGrpSpPr>
        <p:grpSpPr>
          <a:xfrm rot="10800000">
            <a:off x="15044552" y="-741521"/>
            <a:ext cx="7681766" cy="4260610"/>
            <a:chOff x="0" y="-38100"/>
            <a:chExt cx="406400" cy="225405"/>
          </a:xfrm>
        </p:grpSpPr>
        <p:sp>
          <p:nvSpPr>
            <p:cNvPr id="149" name="Google Shape;149;p1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50" name="Google Shape;150;p1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151" name="Google Shape;151;p15"/>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152" name="Google Shape;152;p15"/>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153" name="Google Shape;153;p15"/>
          <p:cNvSpPr/>
          <p:nvPr/>
        </p:nvSpPr>
        <p:spPr>
          <a:xfrm>
            <a:off x="9121603" y="5737772"/>
            <a:ext cx="5199117" cy="4549228"/>
          </a:xfrm>
          <a:custGeom>
            <a:rect b="b" l="l" r="r" t="t"/>
            <a:pathLst>
              <a:path extrusionOk="0" h="4549228" w="5199117">
                <a:moveTo>
                  <a:pt x="0" y="0"/>
                </a:moveTo>
                <a:lnTo>
                  <a:pt x="5199117" y="0"/>
                </a:lnTo>
                <a:lnTo>
                  <a:pt x="5199117" y="4549228"/>
                </a:lnTo>
                <a:lnTo>
                  <a:pt x="0" y="4549228"/>
                </a:lnTo>
                <a:lnTo>
                  <a:pt x="0" y="0"/>
                </a:lnTo>
                <a:close/>
              </a:path>
            </a:pathLst>
          </a:custGeom>
          <a:blipFill rotWithShape="1">
            <a:blip r:embed="rId5">
              <a:alphaModFix/>
            </a:blip>
            <a:stretch>
              <a:fillRect b="0" l="0" r="0" t="0"/>
            </a:stretch>
          </a:blipFill>
          <a:ln>
            <a:noFill/>
          </a:ln>
        </p:spPr>
      </p:sp>
      <p:sp>
        <p:nvSpPr>
          <p:cNvPr id="154" name="Google Shape;154;p15"/>
          <p:cNvSpPr txBox="1"/>
          <p:nvPr/>
        </p:nvSpPr>
        <p:spPr>
          <a:xfrm>
            <a:off x="7315200" y="2540878"/>
            <a:ext cx="8643900" cy="2851500"/>
          </a:xfrm>
          <a:prstGeom prst="rect">
            <a:avLst/>
          </a:prstGeom>
          <a:noFill/>
          <a:ln>
            <a:noFill/>
          </a:ln>
        </p:spPr>
        <p:txBody>
          <a:bodyPr anchorCtr="0" anchor="t" bIns="0" lIns="0" spcFirstLastPara="1" rIns="0" wrap="square" tIns="0">
            <a:spAutoFit/>
          </a:bodyPr>
          <a:lstStyle/>
          <a:p>
            <a:pPr indent="0" lvl="0" marL="0" rtl="0" algn="ctr">
              <a:lnSpc>
                <a:spcPct val="110511"/>
              </a:lnSpc>
              <a:spcBef>
                <a:spcPts val="0"/>
              </a:spcBef>
              <a:spcAft>
                <a:spcPts val="0"/>
              </a:spcAft>
              <a:buSzPts val="1100"/>
              <a:buNone/>
            </a:pPr>
            <a:r>
              <a:rPr b="1" lang="en-US" sz="8800">
                <a:solidFill>
                  <a:srgbClr val="018345"/>
                </a:solidFill>
                <a:latin typeface="Montserrat"/>
                <a:ea typeface="Montserrat"/>
                <a:cs typeface="Montserrat"/>
                <a:sym typeface="Montserrat"/>
              </a:rPr>
              <a:t>Giới thiệu các dạng bài</a:t>
            </a:r>
            <a:endParaRPr b="1" sz="8800">
              <a:solidFill>
                <a:srgbClr val="018345"/>
              </a:solidFill>
              <a:latin typeface="Montserrat"/>
              <a:ea typeface="Montserrat"/>
              <a:cs typeface="Montserrat"/>
              <a:sym typeface="Montserrat"/>
            </a:endParaRPr>
          </a:p>
        </p:txBody>
      </p:sp>
      <p:sp>
        <p:nvSpPr>
          <p:cNvPr id="155" name="Google Shape;155;p15"/>
          <p:cNvSpPr txBox="1"/>
          <p:nvPr/>
        </p:nvSpPr>
        <p:spPr>
          <a:xfrm>
            <a:off x="10210111" y="339710"/>
            <a:ext cx="214672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01</a:t>
            </a:r>
            <a:endParaRPr/>
          </a:p>
        </p:txBody>
      </p:sp>
      <p:sp>
        <p:nvSpPr>
          <p:cNvPr id="156" name="Google Shape;156;p15"/>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157" name="Google Shape;157;p15"/>
          <p:cNvGrpSpPr/>
          <p:nvPr/>
        </p:nvGrpSpPr>
        <p:grpSpPr>
          <a:xfrm>
            <a:off x="-2718010" y="9274528"/>
            <a:ext cx="7950400" cy="1707231"/>
            <a:chOff x="0" y="-384762"/>
            <a:chExt cx="10600533" cy="2276307"/>
          </a:xfrm>
        </p:grpSpPr>
        <p:grpSp>
          <p:nvGrpSpPr>
            <p:cNvPr id="158" name="Google Shape;158;p15"/>
            <p:cNvGrpSpPr/>
            <p:nvPr/>
          </p:nvGrpSpPr>
          <p:grpSpPr>
            <a:xfrm>
              <a:off x="0" y="-384762"/>
              <a:ext cx="10600533" cy="2276307"/>
              <a:chOff x="0" y="-38100"/>
              <a:chExt cx="1049690" cy="225405"/>
            </a:xfrm>
          </p:grpSpPr>
          <p:sp>
            <p:nvSpPr>
              <p:cNvPr id="159" name="Google Shape;159;p1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60" name="Google Shape;160;p1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61" name="Google Shape;161;p1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55"/>
                                        </p:tgtEl>
                                        <p:attrNameLst>
                                          <p:attrName>style.visibility</p:attrName>
                                        </p:attrNameLst>
                                      </p:cBhvr>
                                      <p:to>
                                        <p:strVal val="visible"/>
                                      </p:to>
                                    </p:set>
                                    <p:anim calcmode="lin" valueType="num">
                                      <p:cBhvr additive="base">
                                        <p:cTn dur="500"/>
                                        <p:tgtEl>
                                          <p:spTgt spid="155"/>
                                        </p:tgtEl>
                                        <p:attrNameLst>
                                          <p:attrName>ppt_w</p:attrName>
                                        </p:attrNameLst>
                                      </p:cBhvr>
                                      <p:tavLst>
                                        <p:tav fmla="" tm="0">
                                          <p:val>
                                            <p:strVal val="0"/>
                                          </p:val>
                                        </p:tav>
                                        <p:tav fmla="" tm="100000">
                                          <p:val>
                                            <p:strVal val="#ppt_w"/>
                                          </p:val>
                                        </p:tav>
                                      </p:tavLst>
                                    </p:anim>
                                    <p:anim calcmode="lin" valueType="num">
                                      <p:cBhvr additive="base">
                                        <p:cTn dur="500"/>
                                        <p:tgtEl>
                                          <p:spTgt spid="15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ppt_w</p:attrName>
                                        </p:attrNameLst>
                                      </p:cBhvr>
                                      <p:tavLst>
                                        <p:tav fmla="" tm="0">
                                          <p:val>
                                            <p:strVal val="0"/>
                                          </p:val>
                                        </p:tav>
                                        <p:tav fmla="" tm="100000">
                                          <p:val>
                                            <p:strVal val="#ppt_w"/>
                                          </p:val>
                                        </p:tav>
                                      </p:tavLst>
                                    </p:anim>
                                    <p:anim calcmode="lin" valueType="num">
                                      <p:cBhvr additive="base">
                                        <p:cTn dur="500"/>
                                        <p:tgtEl>
                                          <p:spTgt spid="15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cxnSp>
        <p:nvCxnSpPr>
          <p:cNvPr id="167" name="Google Shape;167;p16"/>
          <p:cNvCxnSpPr/>
          <p:nvPr/>
        </p:nvCxnSpPr>
        <p:spPr>
          <a:xfrm flipH="1" rot="10800000">
            <a:off x="7543801" y="1599849"/>
            <a:ext cx="9909107" cy="50383"/>
          </a:xfrm>
          <a:prstGeom prst="straightConnector1">
            <a:avLst/>
          </a:prstGeom>
          <a:noFill/>
          <a:ln cap="flat" cmpd="sng" w="38100">
            <a:solidFill>
              <a:srgbClr val="018345"/>
            </a:solidFill>
            <a:prstDash val="solid"/>
            <a:round/>
            <a:headEnd len="sm" w="sm" type="none"/>
            <a:tailEnd len="sm" w="sm" type="none"/>
          </a:ln>
        </p:spPr>
      </p:cxnSp>
      <p:cxnSp>
        <p:nvCxnSpPr>
          <p:cNvPr id="168" name="Google Shape;168;p16"/>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69" name="Google Shape;169;p16"/>
          <p:cNvGrpSpPr/>
          <p:nvPr/>
        </p:nvGrpSpPr>
        <p:grpSpPr>
          <a:xfrm rot="10800000">
            <a:off x="15785091" y="-536942"/>
            <a:ext cx="7681766" cy="4260610"/>
            <a:chOff x="0" y="-38100"/>
            <a:chExt cx="406400" cy="225405"/>
          </a:xfrm>
        </p:grpSpPr>
        <p:sp>
          <p:nvSpPr>
            <p:cNvPr id="170" name="Google Shape;170;p1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71" name="Google Shape;171;p1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2" name="Google Shape;172;p1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173" name="Google Shape;173;p16"/>
          <p:cNvGrpSpPr/>
          <p:nvPr/>
        </p:nvGrpSpPr>
        <p:grpSpPr>
          <a:xfrm>
            <a:off x="-2718010" y="9274528"/>
            <a:ext cx="7950400" cy="1707231"/>
            <a:chOff x="0" y="-384762"/>
            <a:chExt cx="10600533" cy="2276307"/>
          </a:xfrm>
        </p:grpSpPr>
        <p:grpSp>
          <p:nvGrpSpPr>
            <p:cNvPr id="174" name="Google Shape;174;p16"/>
            <p:cNvGrpSpPr/>
            <p:nvPr/>
          </p:nvGrpSpPr>
          <p:grpSpPr>
            <a:xfrm>
              <a:off x="0" y="-384762"/>
              <a:ext cx="10600533" cy="2276307"/>
              <a:chOff x="0" y="-38100"/>
              <a:chExt cx="1049690" cy="225405"/>
            </a:xfrm>
          </p:grpSpPr>
          <p:sp>
            <p:nvSpPr>
              <p:cNvPr id="175" name="Google Shape;175;p1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76" name="Google Shape;176;p1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7" name="Google Shape;177;p1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8" name="Google Shape;178;p16"/>
          <p:cNvSpPr txBox="1"/>
          <p:nvPr/>
        </p:nvSpPr>
        <p:spPr>
          <a:xfrm>
            <a:off x="6293296" y="622074"/>
            <a:ext cx="11880900" cy="738900"/>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T</a:t>
            </a:r>
            <a:r>
              <a:rPr b="1" lang="en-US" sz="4800">
                <a:solidFill>
                  <a:srgbClr val="018345"/>
                </a:solidFill>
                <a:latin typeface="Montserrat"/>
                <a:ea typeface="Montserrat"/>
                <a:cs typeface="Montserrat"/>
                <a:sym typeface="Montserrat"/>
              </a:rPr>
              <a:t>ổng quan phần Speaking Aptis</a:t>
            </a:r>
            <a:endParaRPr b="1" sz="4800">
              <a:solidFill>
                <a:srgbClr val="018345"/>
              </a:solidFill>
              <a:latin typeface="Montserrat"/>
              <a:ea typeface="Montserrat"/>
              <a:cs typeface="Montserrat"/>
              <a:sym typeface="Montserrat"/>
            </a:endParaRPr>
          </a:p>
        </p:txBody>
      </p:sp>
      <p:grpSp>
        <p:nvGrpSpPr>
          <p:cNvPr id="179" name="Google Shape;179;p16"/>
          <p:cNvGrpSpPr/>
          <p:nvPr/>
        </p:nvGrpSpPr>
        <p:grpSpPr>
          <a:xfrm>
            <a:off x="7810502" y="2279932"/>
            <a:ext cx="7889409" cy="6330432"/>
            <a:chOff x="7810502" y="2279932"/>
            <a:chExt cx="7889409" cy="6330432"/>
          </a:xfrm>
        </p:grpSpPr>
        <p:grpSp>
          <p:nvGrpSpPr>
            <p:cNvPr id="180" name="Google Shape;180;p16"/>
            <p:cNvGrpSpPr/>
            <p:nvPr/>
          </p:nvGrpSpPr>
          <p:grpSpPr>
            <a:xfrm>
              <a:off x="7810502" y="2279932"/>
              <a:ext cx="7889409" cy="6330432"/>
              <a:chOff x="695515" y="76899"/>
              <a:chExt cx="7889409" cy="6330432"/>
            </a:xfrm>
          </p:grpSpPr>
          <p:sp>
            <p:nvSpPr>
              <p:cNvPr id="181" name="Google Shape;181;p16"/>
              <p:cNvSpPr/>
              <p:nvPr/>
            </p:nvSpPr>
            <p:spPr>
              <a:xfrm>
                <a:off x="2991522" y="3659524"/>
                <a:ext cx="228000" cy="22800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6"/>
              <p:cNvSpPr/>
              <p:nvPr/>
            </p:nvSpPr>
            <p:spPr>
              <a:xfrm>
                <a:off x="2791890" y="3979444"/>
                <a:ext cx="228000" cy="22800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6"/>
              <p:cNvSpPr/>
              <p:nvPr/>
            </p:nvSpPr>
            <p:spPr>
              <a:xfrm>
                <a:off x="2553972" y="4256426"/>
                <a:ext cx="228000" cy="22800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6"/>
              <p:cNvSpPr/>
              <p:nvPr/>
            </p:nvSpPr>
            <p:spPr>
              <a:xfrm>
                <a:off x="2838380" y="439758"/>
                <a:ext cx="228000" cy="22800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
              <p:cNvSpPr/>
              <p:nvPr/>
            </p:nvSpPr>
            <p:spPr>
              <a:xfrm>
                <a:off x="3142841" y="258329"/>
                <a:ext cx="228000" cy="22800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6"/>
              <p:cNvSpPr/>
              <p:nvPr/>
            </p:nvSpPr>
            <p:spPr>
              <a:xfrm>
                <a:off x="3446391" y="76899"/>
                <a:ext cx="228000" cy="22800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6"/>
              <p:cNvSpPr/>
              <p:nvPr/>
            </p:nvSpPr>
            <p:spPr>
              <a:xfrm>
                <a:off x="3749941" y="258329"/>
                <a:ext cx="228000" cy="22800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6"/>
              <p:cNvSpPr/>
              <p:nvPr/>
            </p:nvSpPr>
            <p:spPr>
              <a:xfrm>
                <a:off x="4054402" y="439758"/>
                <a:ext cx="228000" cy="22800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6"/>
              <p:cNvSpPr/>
              <p:nvPr/>
            </p:nvSpPr>
            <p:spPr>
              <a:xfrm>
                <a:off x="3446391" y="459715"/>
                <a:ext cx="228000" cy="22800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6"/>
              <p:cNvSpPr/>
              <p:nvPr/>
            </p:nvSpPr>
            <p:spPr>
              <a:xfrm>
                <a:off x="3446391" y="842531"/>
                <a:ext cx="228000" cy="22800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6"/>
              <p:cNvSpPr/>
              <p:nvPr/>
            </p:nvSpPr>
            <p:spPr>
              <a:xfrm>
                <a:off x="1592275" y="5088831"/>
                <a:ext cx="4915200" cy="131850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6"/>
              <p:cNvSpPr txBox="1"/>
              <p:nvPr/>
            </p:nvSpPr>
            <p:spPr>
              <a:xfrm>
                <a:off x="1656633" y="5153189"/>
                <a:ext cx="4786500" cy="1189800"/>
              </a:xfrm>
              <a:prstGeom prst="rect">
                <a:avLst/>
              </a:prstGeom>
              <a:noFill/>
              <a:ln>
                <a:noFill/>
              </a:ln>
            </p:spPr>
            <p:txBody>
              <a:bodyPr anchorCtr="0" anchor="ctr" bIns="182875" lIns="1040350" spcFirstLastPara="1" rIns="182875" wrap="square" tIns="182875">
                <a:noAutofit/>
              </a:bodyPr>
              <a:lstStyle/>
              <a:p>
                <a:pPr indent="0" lvl="0" marL="0" marR="0" rtl="0" algn="l">
                  <a:lnSpc>
                    <a:spcPct val="90000"/>
                  </a:lnSpc>
                  <a:spcBef>
                    <a:spcPts val="0"/>
                  </a:spcBef>
                  <a:spcAft>
                    <a:spcPts val="0"/>
                  </a:spcAft>
                  <a:buClr>
                    <a:schemeClr val="lt1"/>
                  </a:buClr>
                  <a:buSzPts val="4800"/>
                  <a:buFont typeface="Roboto"/>
                  <a:buNone/>
                </a:pPr>
                <a:r>
                  <a:rPr b="1" lang="en-US" sz="4800">
                    <a:solidFill>
                      <a:schemeClr val="lt1"/>
                    </a:solidFill>
                    <a:latin typeface="Roboto"/>
                    <a:ea typeface="Roboto"/>
                    <a:cs typeface="Roboto"/>
                    <a:sym typeface="Roboto"/>
                  </a:rPr>
                  <a:t>12 phút</a:t>
                </a:r>
                <a:endParaRPr b="1" sz="4800">
                  <a:solidFill>
                    <a:schemeClr val="lt1"/>
                  </a:solidFill>
                  <a:latin typeface="Roboto"/>
                  <a:ea typeface="Roboto"/>
                  <a:cs typeface="Roboto"/>
                  <a:sym typeface="Roboto"/>
                </a:endParaRPr>
              </a:p>
            </p:txBody>
          </p:sp>
          <p:sp>
            <p:nvSpPr>
              <p:cNvPr id="193" name="Google Shape;193;p16"/>
              <p:cNvSpPr/>
              <p:nvPr/>
            </p:nvSpPr>
            <p:spPr>
              <a:xfrm>
                <a:off x="695515" y="4108036"/>
                <a:ext cx="1676400" cy="1630500"/>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6"/>
              <p:cNvSpPr/>
              <p:nvPr/>
            </p:nvSpPr>
            <p:spPr>
              <a:xfrm>
                <a:off x="3669724" y="2510116"/>
                <a:ext cx="4915200" cy="131850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6"/>
              <p:cNvSpPr txBox="1"/>
              <p:nvPr/>
            </p:nvSpPr>
            <p:spPr>
              <a:xfrm>
                <a:off x="3734082" y="2574474"/>
                <a:ext cx="4786500" cy="1189800"/>
              </a:xfrm>
              <a:prstGeom prst="rect">
                <a:avLst/>
              </a:prstGeom>
              <a:noFill/>
              <a:ln>
                <a:noFill/>
              </a:ln>
            </p:spPr>
            <p:txBody>
              <a:bodyPr anchorCtr="0" anchor="ctr" bIns="182875" lIns="1040350" spcFirstLastPara="1" rIns="182875" wrap="square" tIns="182875">
                <a:noAutofit/>
              </a:bodyPr>
              <a:lstStyle/>
              <a:p>
                <a:pPr indent="0" lvl="0" marL="0" marR="0" rtl="0" algn="l">
                  <a:lnSpc>
                    <a:spcPct val="90000"/>
                  </a:lnSpc>
                  <a:spcBef>
                    <a:spcPts val="0"/>
                  </a:spcBef>
                  <a:spcAft>
                    <a:spcPts val="0"/>
                  </a:spcAft>
                  <a:buClr>
                    <a:schemeClr val="lt1"/>
                  </a:buClr>
                  <a:buSzPts val="4800"/>
                  <a:buFont typeface="Roboto"/>
                  <a:buNone/>
                </a:pPr>
                <a:r>
                  <a:rPr b="1" lang="en-US" sz="4800">
                    <a:solidFill>
                      <a:schemeClr val="lt1"/>
                    </a:solidFill>
                    <a:latin typeface="Roboto"/>
                    <a:ea typeface="Roboto"/>
                    <a:cs typeface="Roboto"/>
                    <a:sym typeface="Roboto"/>
                  </a:rPr>
                  <a:t>4 phần thi</a:t>
                </a:r>
                <a:endParaRPr b="1" sz="4800">
                  <a:solidFill>
                    <a:schemeClr val="lt1"/>
                  </a:solidFill>
                  <a:latin typeface="Roboto"/>
                  <a:ea typeface="Roboto"/>
                  <a:cs typeface="Roboto"/>
                  <a:sym typeface="Roboto"/>
                </a:endParaRPr>
              </a:p>
            </p:txBody>
          </p:sp>
          <p:sp>
            <p:nvSpPr>
              <p:cNvPr id="196" name="Google Shape;196;p16"/>
              <p:cNvSpPr/>
              <p:nvPr/>
            </p:nvSpPr>
            <p:spPr>
              <a:xfrm>
                <a:off x="2564182" y="1520638"/>
                <a:ext cx="1764300" cy="1674300"/>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Bullseye with solid fill" id="197" name="Google Shape;197;p16"/>
            <p:cNvPicPr preferRelativeResize="0"/>
            <p:nvPr/>
          </p:nvPicPr>
          <p:blipFill rotWithShape="1">
            <a:blip r:embed="rId4">
              <a:alphaModFix/>
            </a:blip>
            <a:srcRect b="0" l="0" r="0" t="0"/>
            <a:stretch/>
          </p:blipFill>
          <p:spPr>
            <a:xfrm>
              <a:off x="8077200" y="6515100"/>
              <a:ext cx="1219200" cy="1219200"/>
            </a:xfrm>
            <a:prstGeom prst="rect">
              <a:avLst/>
            </a:prstGeom>
            <a:noFill/>
            <a:ln>
              <a:noFill/>
            </a:ln>
          </p:spPr>
        </p:pic>
        <p:pic>
          <p:nvPicPr>
            <p:cNvPr descr="Lightbulb and gear with solid fill" id="198" name="Google Shape;198;p16"/>
            <p:cNvPicPr preferRelativeResize="0"/>
            <p:nvPr/>
          </p:nvPicPr>
          <p:blipFill rotWithShape="1">
            <a:blip r:embed="rId5">
              <a:alphaModFix/>
            </a:blip>
            <a:srcRect b="0" l="0" r="0" t="0"/>
            <a:stretch/>
          </p:blipFill>
          <p:spPr>
            <a:xfrm>
              <a:off x="10001250" y="3943350"/>
              <a:ext cx="1200150" cy="120015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5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cxnSp>
        <p:nvCxnSpPr>
          <p:cNvPr id="203" name="Google Shape;203;p17"/>
          <p:cNvCxnSpPr/>
          <p:nvPr/>
        </p:nvCxnSpPr>
        <p:spPr>
          <a:xfrm>
            <a:off x="6075677" y="2456269"/>
            <a:ext cx="11196300" cy="0"/>
          </a:xfrm>
          <a:prstGeom prst="straightConnector1">
            <a:avLst/>
          </a:prstGeom>
          <a:noFill/>
          <a:ln cap="flat" cmpd="sng" w="38100">
            <a:solidFill>
              <a:srgbClr val="018345"/>
            </a:solidFill>
            <a:prstDash val="solid"/>
            <a:round/>
            <a:headEnd len="sm" w="sm" type="none"/>
            <a:tailEnd len="sm" w="sm" type="none"/>
          </a:ln>
        </p:spPr>
      </p:cxnSp>
      <p:grpSp>
        <p:nvGrpSpPr>
          <p:cNvPr id="204" name="Google Shape;204;p17"/>
          <p:cNvGrpSpPr/>
          <p:nvPr/>
        </p:nvGrpSpPr>
        <p:grpSpPr>
          <a:xfrm rot="10800000">
            <a:off x="15044545" y="-741517"/>
            <a:ext cx="7681773" cy="4260605"/>
            <a:chOff x="0" y="-38100"/>
            <a:chExt cx="406400" cy="225405"/>
          </a:xfrm>
        </p:grpSpPr>
        <p:sp>
          <p:nvSpPr>
            <p:cNvPr id="205" name="Google Shape;205;p1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06" name="Google Shape;206;p17"/>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7" name="Google Shape;207;p17"/>
          <p:cNvSpPr txBox="1"/>
          <p:nvPr/>
        </p:nvSpPr>
        <p:spPr>
          <a:xfrm>
            <a:off x="5830114" y="465464"/>
            <a:ext cx="11687400" cy="1990800"/>
          </a:xfrm>
          <a:prstGeom prst="rect">
            <a:avLst/>
          </a:prstGeom>
          <a:noFill/>
          <a:ln>
            <a:noFill/>
          </a:ln>
        </p:spPr>
        <p:txBody>
          <a:bodyPr anchorCtr="0" anchor="t" bIns="0" lIns="0" spcFirstLastPara="1" rIns="0" wrap="square" tIns="0">
            <a:spAutoFit/>
          </a:bodyPr>
          <a:lstStyle/>
          <a:p>
            <a:pPr indent="0" lvl="0" marL="0" marR="0" rtl="0" algn="ctr">
              <a:lnSpc>
                <a:spcPct val="134992"/>
              </a:lnSpc>
              <a:spcBef>
                <a:spcPts val="0"/>
              </a:spcBef>
              <a:spcAft>
                <a:spcPts val="0"/>
              </a:spcAft>
              <a:buClr>
                <a:srgbClr val="000000"/>
              </a:buClr>
              <a:buSzPts val="5504"/>
              <a:buFont typeface="Arial"/>
              <a:buNone/>
            </a:pPr>
            <a:r>
              <a:rPr b="1" lang="en-US" sz="5504">
                <a:solidFill>
                  <a:srgbClr val="018345"/>
                </a:solidFill>
                <a:latin typeface="Montserrat"/>
                <a:ea typeface="Montserrat"/>
                <a:cs typeface="Montserrat"/>
                <a:sym typeface="Montserrat"/>
              </a:rPr>
              <a:t>Cấu trúc bài thi</a:t>
            </a:r>
            <a:endParaRPr b="1" sz="5504">
              <a:solidFill>
                <a:srgbClr val="018345"/>
              </a:solidFill>
              <a:latin typeface="Montserrat"/>
              <a:ea typeface="Montserrat"/>
              <a:cs typeface="Montserrat"/>
              <a:sym typeface="Montserrat"/>
            </a:endParaRPr>
          </a:p>
          <a:p>
            <a:pPr indent="0" lvl="0" marL="0" marR="0" rtl="0" algn="ctr">
              <a:lnSpc>
                <a:spcPct val="134992"/>
              </a:lnSpc>
              <a:spcBef>
                <a:spcPts val="0"/>
              </a:spcBef>
              <a:spcAft>
                <a:spcPts val="0"/>
              </a:spcAft>
              <a:buClr>
                <a:srgbClr val="000000"/>
              </a:buClr>
              <a:buSzPts val="5504"/>
              <a:buFont typeface="Arial"/>
              <a:buNone/>
            </a:pPr>
            <a:r>
              <a:rPr b="1" lang="en-US" sz="5504">
                <a:solidFill>
                  <a:srgbClr val="018345"/>
                </a:solidFill>
                <a:latin typeface="Montserrat"/>
                <a:ea typeface="Montserrat"/>
                <a:cs typeface="Montserrat"/>
                <a:sym typeface="Montserrat"/>
              </a:rPr>
              <a:t>Speaking Aptis</a:t>
            </a:r>
            <a:endParaRPr b="1" i="0" sz="5504" u="none" cap="none" strike="noStrike">
              <a:solidFill>
                <a:srgbClr val="018345"/>
              </a:solidFill>
              <a:latin typeface="Montserrat"/>
              <a:ea typeface="Montserrat"/>
              <a:cs typeface="Montserrat"/>
              <a:sym typeface="Montserrat"/>
            </a:endParaRPr>
          </a:p>
        </p:txBody>
      </p:sp>
      <p:sp>
        <p:nvSpPr>
          <p:cNvPr descr="Books with solid fill" id="208" name="Google Shape;208;p17"/>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09" name="Google Shape;209;p17"/>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10" name="Google Shape;210;p17"/>
          <p:cNvSpPr txBox="1"/>
          <p:nvPr/>
        </p:nvSpPr>
        <p:spPr>
          <a:xfrm>
            <a:off x="-10653311" y="9715322"/>
            <a:ext cx="13923300" cy="288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Roboto"/>
                <a:ea typeface="Roboto"/>
                <a:cs typeface="Roboto"/>
                <a:sym typeface="Roboto"/>
              </a:rPr>
              <a:t>https://edulife.com.vn/</a:t>
            </a:r>
            <a:endParaRPr b="0" i="0" sz="1400" u="none" cap="none" strike="noStrike">
              <a:solidFill>
                <a:srgbClr val="000000"/>
              </a:solidFill>
              <a:latin typeface="Arial"/>
              <a:ea typeface="Arial"/>
              <a:cs typeface="Arial"/>
              <a:sym typeface="Arial"/>
            </a:endParaRPr>
          </a:p>
        </p:txBody>
      </p:sp>
      <p:grpSp>
        <p:nvGrpSpPr>
          <p:cNvPr id="211" name="Google Shape;211;p17"/>
          <p:cNvGrpSpPr/>
          <p:nvPr/>
        </p:nvGrpSpPr>
        <p:grpSpPr>
          <a:xfrm>
            <a:off x="-2718010" y="9274529"/>
            <a:ext cx="7950378" cy="1707223"/>
            <a:chOff x="0" y="-384760"/>
            <a:chExt cx="10600504" cy="2276297"/>
          </a:xfrm>
        </p:grpSpPr>
        <p:grpSp>
          <p:nvGrpSpPr>
            <p:cNvPr id="212" name="Google Shape;212;p17"/>
            <p:cNvGrpSpPr/>
            <p:nvPr/>
          </p:nvGrpSpPr>
          <p:grpSpPr>
            <a:xfrm>
              <a:off x="0" y="-384760"/>
              <a:ext cx="10600504" cy="2276297"/>
              <a:chOff x="0" y="-38100"/>
              <a:chExt cx="1049690" cy="225405"/>
            </a:xfrm>
          </p:grpSpPr>
          <p:sp>
            <p:nvSpPr>
              <p:cNvPr id="213" name="Google Shape;213;p1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14" name="Google Shape;214;p17"/>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5" name="Google Shape;215;p17"/>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6" name="Google Shape;216;p17"/>
          <p:cNvSpPr/>
          <p:nvPr/>
        </p:nvSpPr>
        <p:spPr>
          <a:xfrm>
            <a:off x="6068918" y="3202043"/>
            <a:ext cx="2923200" cy="1173900"/>
          </a:xfrm>
          <a:prstGeom prst="roundRect">
            <a:avLst>
              <a:gd fmla="val 16667" name="adj"/>
            </a:avLst>
          </a:prstGeom>
          <a:solidFill>
            <a:srgbClr val="006600"/>
          </a:solidFill>
          <a:ln cap="flat" cmpd="sng" w="28575">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3900">
                <a:solidFill>
                  <a:schemeClr val="lt1"/>
                </a:solidFill>
                <a:latin typeface="Roboto"/>
                <a:ea typeface="Roboto"/>
                <a:cs typeface="Roboto"/>
                <a:sym typeface="Roboto"/>
              </a:rPr>
              <a:t>PART 1</a:t>
            </a:r>
            <a:endParaRPr/>
          </a:p>
        </p:txBody>
      </p:sp>
      <p:sp>
        <p:nvSpPr>
          <p:cNvPr id="217" name="Google Shape;217;p17"/>
          <p:cNvSpPr/>
          <p:nvPr/>
        </p:nvSpPr>
        <p:spPr>
          <a:xfrm>
            <a:off x="6068932" y="5043924"/>
            <a:ext cx="2923200" cy="1173900"/>
          </a:xfrm>
          <a:prstGeom prst="roundRect">
            <a:avLst>
              <a:gd fmla="val 16667" name="adj"/>
            </a:avLst>
          </a:prstGeom>
          <a:solidFill>
            <a:srgbClr val="006600"/>
          </a:solidFill>
          <a:ln cap="flat" cmpd="sng" w="28575">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3900">
                <a:solidFill>
                  <a:schemeClr val="lt1"/>
                </a:solidFill>
                <a:latin typeface="Roboto"/>
                <a:ea typeface="Roboto"/>
                <a:cs typeface="Roboto"/>
                <a:sym typeface="Roboto"/>
              </a:rPr>
              <a:t>PART 2</a:t>
            </a:r>
            <a:endParaRPr b="1" sz="3900">
              <a:solidFill>
                <a:schemeClr val="lt1"/>
              </a:solidFill>
              <a:latin typeface="Roboto"/>
              <a:ea typeface="Roboto"/>
              <a:cs typeface="Roboto"/>
              <a:sym typeface="Roboto"/>
            </a:endParaRPr>
          </a:p>
        </p:txBody>
      </p:sp>
      <p:sp>
        <p:nvSpPr>
          <p:cNvPr id="218" name="Google Shape;218;p17"/>
          <p:cNvSpPr/>
          <p:nvPr/>
        </p:nvSpPr>
        <p:spPr>
          <a:xfrm>
            <a:off x="6090191" y="6884472"/>
            <a:ext cx="2923200" cy="1173900"/>
          </a:xfrm>
          <a:prstGeom prst="roundRect">
            <a:avLst>
              <a:gd fmla="val 16667" name="adj"/>
            </a:avLst>
          </a:prstGeom>
          <a:solidFill>
            <a:srgbClr val="006600"/>
          </a:solidFill>
          <a:ln cap="flat" cmpd="sng" w="28575">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3900">
                <a:solidFill>
                  <a:schemeClr val="lt1"/>
                </a:solidFill>
                <a:latin typeface="Roboto"/>
                <a:ea typeface="Roboto"/>
                <a:cs typeface="Roboto"/>
                <a:sym typeface="Roboto"/>
              </a:rPr>
              <a:t>PART 3</a:t>
            </a:r>
            <a:endParaRPr/>
          </a:p>
        </p:txBody>
      </p:sp>
      <p:sp>
        <p:nvSpPr>
          <p:cNvPr id="219" name="Google Shape;219;p17"/>
          <p:cNvSpPr/>
          <p:nvPr/>
        </p:nvSpPr>
        <p:spPr>
          <a:xfrm>
            <a:off x="6090191" y="8686489"/>
            <a:ext cx="2923200" cy="1173900"/>
          </a:xfrm>
          <a:prstGeom prst="roundRect">
            <a:avLst>
              <a:gd fmla="val 16667" name="adj"/>
            </a:avLst>
          </a:prstGeom>
          <a:solidFill>
            <a:srgbClr val="006600"/>
          </a:solidFill>
          <a:ln cap="flat" cmpd="sng" w="28575">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3900">
                <a:solidFill>
                  <a:schemeClr val="lt1"/>
                </a:solidFill>
                <a:latin typeface="Roboto"/>
                <a:ea typeface="Roboto"/>
                <a:cs typeface="Roboto"/>
                <a:sym typeface="Roboto"/>
              </a:rPr>
              <a:t>PART 4</a:t>
            </a:r>
            <a:endParaRPr/>
          </a:p>
        </p:txBody>
      </p:sp>
      <p:sp>
        <p:nvSpPr>
          <p:cNvPr id="220" name="Google Shape;220;p17"/>
          <p:cNvSpPr txBox="1"/>
          <p:nvPr/>
        </p:nvSpPr>
        <p:spPr>
          <a:xfrm>
            <a:off x="9463300" y="3102153"/>
            <a:ext cx="7083000" cy="1323600"/>
          </a:xfrm>
          <a:prstGeom prst="rect">
            <a:avLst/>
          </a:prstGeom>
          <a:noFill/>
          <a:ln>
            <a:noFill/>
          </a:ln>
        </p:spPr>
        <p:txBody>
          <a:bodyPr anchorCtr="0" anchor="t" bIns="45700" lIns="91425" spcFirstLastPara="1" rIns="91425" wrap="square" tIns="45700">
            <a:spAutoFit/>
          </a:bodyPr>
          <a:lstStyle/>
          <a:p>
            <a:pPr indent="-336550" lvl="0" marL="285750" marR="0" rtl="0" algn="l">
              <a:lnSpc>
                <a:spcPct val="150000"/>
              </a:lnSpc>
              <a:spcBef>
                <a:spcPts val="0"/>
              </a:spcBef>
              <a:spcAft>
                <a:spcPts val="0"/>
              </a:spcAft>
              <a:buClr>
                <a:srgbClr val="000000"/>
              </a:buClr>
              <a:buSzPts val="3200"/>
              <a:buFont typeface="Calibri"/>
              <a:buChar char="•"/>
            </a:pPr>
            <a:r>
              <a:rPr lang="en-US" sz="3200">
                <a:latin typeface="Calibri"/>
                <a:ea typeface="Calibri"/>
                <a:cs typeface="Calibri"/>
                <a:sym typeface="Calibri"/>
              </a:rPr>
              <a:t>Trả lời 3 câu hỏi về thông tin cá nhân</a:t>
            </a:r>
            <a:endParaRPr i="0" sz="3200" u="none" cap="none" strike="noStrike">
              <a:solidFill>
                <a:srgbClr val="000000"/>
              </a:solidFill>
              <a:latin typeface="Calibri"/>
              <a:ea typeface="Calibri"/>
              <a:cs typeface="Calibri"/>
              <a:sym typeface="Calibri"/>
            </a:endParaRPr>
          </a:p>
          <a:p>
            <a:pPr indent="-336550" lvl="0" marL="285750" marR="0" rtl="0" algn="l">
              <a:lnSpc>
                <a:spcPct val="150000"/>
              </a:lnSpc>
              <a:spcBef>
                <a:spcPts val="0"/>
              </a:spcBef>
              <a:spcAft>
                <a:spcPts val="0"/>
              </a:spcAft>
              <a:buClr>
                <a:srgbClr val="000000"/>
              </a:buClr>
              <a:buSzPts val="3200"/>
              <a:buFont typeface="Calibri"/>
              <a:buChar char="•"/>
            </a:pPr>
            <a:r>
              <a:rPr lang="en-US" sz="3200">
                <a:latin typeface="Calibri"/>
                <a:ea typeface="Calibri"/>
                <a:cs typeface="Calibri"/>
                <a:sym typeface="Calibri"/>
              </a:rPr>
              <a:t>30 giây/ câu trả lời.</a:t>
            </a:r>
            <a:endParaRPr sz="3200">
              <a:latin typeface="Calibri"/>
              <a:ea typeface="Calibri"/>
              <a:cs typeface="Calibri"/>
              <a:sym typeface="Calibri"/>
            </a:endParaRPr>
          </a:p>
        </p:txBody>
      </p:sp>
      <p:sp>
        <p:nvSpPr>
          <p:cNvPr id="221" name="Google Shape;221;p17"/>
          <p:cNvSpPr txBox="1"/>
          <p:nvPr/>
        </p:nvSpPr>
        <p:spPr>
          <a:xfrm>
            <a:off x="9448800" y="4829675"/>
            <a:ext cx="8287800" cy="1323600"/>
          </a:xfrm>
          <a:prstGeom prst="rect">
            <a:avLst/>
          </a:prstGeom>
          <a:noFill/>
          <a:ln>
            <a:noFill/>
          </a:ln>
        </p:spPr>
        <p:txBody>
          <a:bodyPr anchorCtr="0" anchor="t" bIns="45700" lIns="91425" spcFirstLastPara="1" rIns="91425" wrap="square" tIns="45700">
            <a:spAutoFit/>
          </a:bodyPr>
          <a:lstStyle/>
          <a:p>
            <a:pPr indent="-336550" lvl="0" marL="285750" marR="0" rtl="0" algn="l">
              <a:lnSpc>
                <a:spcPct val="150000"/>
              </a:lnSpc>
              <a:spcBef>
                <a:spcPts val="0"/>
              </a:spcBef>
              <a:spcAft>
                <a:spcPts val="0"/>
              </a:spcAft>
              <a:buClr>
                <a:srgbClr val="000000"/>
              </a:buClr>
              <a:buSzPts val="3200"/>
              <a:buFont typeface="Calibri"/>
              <a:buChar char="•"/>
            </a:pPr>
            <a:r>
              <a:rPr lang="en-US" sz="3200">
                <a:latin typeface="Calibri"/>
                <a:ea typeface="Calibri"/>
                <a:cs typeface="Calibri"/>
                <a:sym typeface="Calibri"/>
              </a:rPr>
              <a:t>Mô tả hình ảnh, trả lời 2 câu hỏi </a:t>
            </a:r>
            <a:endParaRPr sz="3200">
              <a:latin typeface="Calibri"/>
              <a:ea typeface="Calibri"/>
              <a:cs typeface="Calibri"/>
              <a:sym typeface="Calibri"/>
            </a:endParaRPr>
          </a:p>
          <a:p>
            <a:pPr indent="-336550" lvl="0" marL="285750" marR="0" rtl="0" algn="l">
              <a:lnSpc>
                <a:spcPct val="150000"/>
              </a:lnSpc>
              <a:spcBef>
                <a:spcPts val="0"/>
              </a:spcBef>
              <a:spcAft>
                <a:spcPts val="0"/>
              </a:spcAft>
              <a:buClr>
                <a:srgbClr val="000000"/>
              </a:buClr>
              <a:buSzPts val="3200"/>
              <a:buFont typeface="Calibri"/>
              <a:buChar char="•"/>
            </a:pPr>
            <a:r>
              <a:rPr lang="en-US" sz="3200">
                <a:latin typeface="Calibri"/>
                <a:ea typeface="Calibri"/>
                <a:cs typeface="Calibri"/>
                <a:sym typeface="Calibri"/>
              </a:rPr>
              <a:t>45 giây/ câu trả lời.</a:t>
            </a:r>
            <a:endParaRPr sz="3200">
              <a:latin typeface="Calibri"/>
              <a:ea typeface="Calibri"/>
              <a:cs typeface="Calibri"/>
              <a:sym typeface="Calibri"/>
            </a:endParaRPr>
          </a:p>
        </p:txBody>
      </p:sp>
      <p:sp>
        <p:nvSpPr>
          <p:cNvPr id="222" name="Google Shape;222;p17"/>
          <p:cNvSpPr txBox="1"/>
          <p:nvPr/>
        </p:nvSpPr>
        <p:spPr>
          <a:xfrm>
            <a:off x="9448800" y="6621750"/>
            <a:ext cx="7823100" cy="1323600"/>
          </a:xfrm>
          <a:prstGeom prst="rect">
            <a:avLst/>
          </a:prstGeom>
          <a:noFill/>
          <a:ln>
            <a:noFill/>
          </a:ln>
        </p:spPr>
        <p:txBody>
          <a:bodyPr anchorCtr="0" anchor="t" bIns="45700" lIns="91425" spcFirstLastPara="1" rIns="91425" wrap="square" tIns="45700">
            <a:spAutoFit/>
          </a:bodyPr>
          <a:lstStyle/>
          <a:p>
            <a:pPr indent="-336550" lvl="0" marL="285750" marR="0" rtl="0" algn="l">
              <a:lnSpc>
                <a:spcPct val="150000"/>
              </a:lnSpc>
              <a:spcBef>
                <a:spcPts val="0"/>
              </a:spcBef>
              <a:spcAft>
                <a:spcPts val="0"/>
              </a:spcAft>
              <a:buClr>
                <a:srgbClr val="000000"/>
              </a:buClr>
              <a:buSzPts val="3200"/>
              <a:buFont typeface="Calibri"/>
              <a:buChar char="•"/>
            </a:pPr>
            <a:r>
              <a:rPr lang="en-US" sz="3200">
                <a:latin typeface="Calibri"/>
                <a:ea typeface="Calibri"/>
                <a:cs typeface="Calibri"/>
                <a:sym typeface="Calibri"/>
              </a:rPr>
              <a:t>Mô tả 2 hình ảnh đối lập, trả lời 2 câu hỏi</a:t>
            </a:r>
            <a:endParaRPr sz="3200">
              <a:latin typeface="Calibri"/>
              <a:ea typeface="Calibri"/>
              <a:cs typeface="Calibri"/>
              <a:sym typeface="Calibri"/>
            </a:endParaRPr>
          </a:p>
          <a:p>
            <a:pPr indent="-336550" lvl="0" marL="285750" marR="0" rtl="0" algn="l">
              <a:lnSpc>
                <a:spcPct val="150000"/>
              </a:lnSpc>
              <a:spcBef>
                <a:spcPts val="0"/>
              </a:spcBef>
              <a:spcAft>
                <a:spcPts val="0"/>
              </a:spcAft>
              <a:buSzPts val="3200"/>
              <a:buFont typeface="Calibri"/>
              <a:buChar char="•"/>
            </a:pPr>
            <a:r>
              <a:rPr lang="en-US" sz="3200">
                <a:latin typeface="Calibri"/>
                <a:ea typeface="Calibri"/>
                <a:cs typeface="Calibri"/>
                <a:sym typeface="Calibri"/>
              </a:rPr>
              <a:t>45 giây/ câu trả lời.</a:t>
            </a:r>
            <a:endParaRPr sz="3200">
              <a:latin typeface="Calibri"/>
              <a:ea typeface="Calibri"/>
              <a:cs typeface="Calibri"/>
              <a:sym typeface="Calibri"/>
            </a:endParaRPr>
          </a:p>
        </p:txBody>
      </p:sp>
      <p:sp>
        <p:nvSpPr>
          <p:cNvPr id="223" name="Google Shape;223;p17"/>
          <p:cNvSpPr txBox="1"/>
          <p:nvPr/>
        </p:nvSpPr>
        <p:spPr>
          <a:xfrm>
            <a:off x="9448800" y="8413814"/>
            <a:ext cx="8287800" cy="1323600"/>
          </a:xfrm>
          <a:prstGeom prst="rect">
            <a:avLst/>
          </a:prstGeom>
          <a:noFill/>
          <a:ln>
            <a:noFill/>
          </a:ln>
        </p:spPr>
        <p:txBody>
          <a:bodyPr anchorCtr="0" anchor="t" bIns="45700" lIns="91425" spcFirstLastPara="1" rIns="91425" wrap="square" tIns="45700">
            <a:spAutoFit/>
          </a:bodyPr>
          <a:lstStyle/>
          <a:p>
            <a:pPr indent="-336550" lvl="0" marL="285750" marR="0" rtl="0" algn="l">
              <a:lnSpc>
                <a:spcPct val="150000"/>
              </a:lnSpc>
              <a:spcBef>
                <a:spcPts val="0"/>
              </a:spcBef>
              <a:spcAft>
                <a:spcPts val="0"/>
              </a:spcAft>
              <a:buClr>
                <a:srgbClr val="000000"/>
              </a:buClr>
              <a:buSzPts val="3200"/>
              <a:buFont typeface="Calibri"/>
              <a:buChar char="•"/>
            </a:pPr>
            <a:r>
              <a:rPr lang="en-US" sz="3200">
                <a:latin typeface="Calibri"/>
                <a:ea typeface="Calibri"/>
                <a:cs typeface="Calibri"/>
                <a:sym typeface="Calibri"/>
              </a:rPr>
              <a:t>Trả lời 3 câu hỏi liên quan đến một chủ đề</a:t>
            </a:r>
            <a:endParaRPr i="0" sz="3200" u="none" cap="none" strike="noStrike">
              <a:solidFill>
                <a:srgbClr val="000000"/>
              </a:solidFill>
              <a:latin typeface="Calibri"/>
              <a:ea typeface="Calibri"/>
              <a:cs typeface="Calibri"/>
              <a:sym typeface="Calibri"/>
            </a:endParaRPr>
          </a:p>
          <a:p>
            <a:pPr indent="-336550" lvl="0" marL="285750" marR="0" rtl="0" algn="l">
              <a:lnSpc>
                <a:spcPct val="150000"/>
              </a:lnSpc>
              <a:spcBef>
                <a:spcPts val="0"/>
              </a:spcBef>
              <a:spcAft>
                <a:spcPts val="0"/>
              </a:spcAft>
              <a:buClr>
                <a:srgbClr val="000000"/>
              </a:buClr>
              <a:buSzPts val="3200"/>
              <a:buFont typeface="Calibri"/>
              <a:buChar char="•"/>
            </a:pPr>
            <a:r>
              <a:rPr lang="en-US" sz="3200">
                <a:latin typeface="Calibri"/>
                <a:ea typeface="Calibri"/>
                <a:cs typeface="Calibri"/>
                <a:sym typeface="Calibri"/>
              </a:rPr>
              <a:t>1 phút chuẩn bị, 2 phút trả lời.</a:t>
            </a:r>
            <a:endParaRPr i="0" sz="32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500"/>
                                        <p:tgtEl>
                                          <p:spTgt spid="2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500"/>
                                        <p:tgtEl>
                                          <p:spTgt spid="2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500"/>
                                        <p:tgtEl>
                                          <p:spTgt spid="2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500"/>
                                        <p:tgtEl>
                                          <p:spTgt spid="2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500"/>
                                        <p:tgtEl>
                                          <p:spTgt spid="2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500"/>
                                        <p:tgtEl>
                                          <p:spTgt spid="2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cxnSp>
        <p:nvCxnSpPr>
          <p:cNvPr id="228" name="Google Shape;228;p18"/>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29" name="Google Shape;229;p18"/>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30" name="Google Shape;230;p18"/>
          <p:cNvGrpSpPr/>
          <p:nvPr/>
        </p:nvGrpSpPr>
        <p:grpSpPr>
          <a:xfrm rot="10800000">
            <a:off x="15044552" y="-741521"/>
            <a:ext cx="7681766" cy="4260610"/>
            <a:chOff x="0" y="-38100"/>
            <a:chExt cx="406400" cy="225405"/>
          </a:xfrm>
        </p:grpSpPr>
        <p:sp>
          <p:nvSpPr>
            <p:cNvPr id="231" name="Google Shape;231;p1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32" name="Google Shape;232;p1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33" name="Google Shape;233;p18"/>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34" name="Google Shape;234;p18"/>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35" name="Google Shape;235;p18"/>
          <p:cNvSpPr txBox="1"/>
          <p:nvPr/>
        </p:nvSpPr>
        <p:spPr>
          <a:xfrm>
            <a:off x="5511794" y="2502271"/>
            <a:ext cx="11760300" cy="1015800"/>
          </a:xfrm>
          <a:prstGeom prst="rect">
            <a:avLst/>
          </a:prstGeom>
          <a:noFill/>
          <a:ln>
            <a:noFill/>
          </a:ln>
        </p:spPr>
        <p:txBody>
          <a:bodyPr anchorCtr="0" anchor="t" bIns="0" lIns="0" spcFirstLastPara="1" rIns="0" wrap="square" tIns="0">
            <a:spAutoFit/>
          </a:bodyPr>
          <a:lstStyle/>
          <a:p>
            <a:pPr indent="0" lvl="0" marL="0" rtl="0" algn="ctr">
              <a:lnSpc>
                <a:spcPct val="147348"/>
              </a:lnSpc>
              <a:spcBef>
                <a:spcPts val="0"/>
              </a:spcBef>
              <a:spcAft>
                <a:spcPts val="0"/>
              </a:spcAft>
              <a:buSzPts val="1100"/>
              <a:buNone/>
            </a:pPr>
            <a:r>
              <a:rPr b="1" lang="en-US" sz="6600">
                <a:solidFill>
                  <a:srgbClr val="018345"/>
                </a:solidFill>
                <a:latin typeface="Montserrat"/>
                <a:ea typeface="Montserrat"/>
                <a:cs typeface="Montserrat"/>
                <a:sym typeface="Montserrat"/>
              </a:rPr>
              <a:t>Part 1 bài thi nói Aptis</a:t>
            </a:r>
            <a:endParaRPr b="1" sz="6600">
              <a:solidFill>
                <a:srgbClr val="018345"/>
              </a:solidFill>
              <a:latin typeface="Montserrat"/>
              <a:ea typeface="Montserrat"/>
              <a:cs typeface="Montserrat"/>
              <a:sym typeface="Montserrat"/>
            </a:endParaRPr>
          </a:p>
        </p:txBody>
      </p:sp>
      <p:sp>
        <p:nvSpPr>
          <p:cNvPr id="236" name="Google Shape;236;p18"/>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02</a:t>
            </a:r>
            <a:endParaRPr/>
          </a:p>
        </p:txBody>
      </p:sp>
      <p:sp>
        <p:nvSpPr>
          <p:cNvPr id="237" name="Google Shape;237;p18"/>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38" name="Google Shape;238;p18"/>
          <p:cNvGrpSpPr/>
          <p:nvPr/>
        </p:nvGrpSpPr>
        <p:grpSpPr>
          <a:xfrm>
            <a:off x="-2718010" y="9274528"/>
            <a:ext cx="7950400" cy="1707231"/>
            <a:chOff x="0" y="-384762"/>
            <a:chExt cx="10600533" cy="2276307"/>
          </a:xfrm>
        </p:grpSpPr>
        <p:grpSp>
          <p:nvGrpSpPr>
            <p:cNvPr id="239" name="Google Shape;239;p18"/>
            <p:cNvGrpSpPr/>
            <p:nvPr/>
          </p:nvGrpSpPr>
          <p:grpSpPr>
            <a:xfrm>
              <a:off x="0" y="-384762"/>
              <a:ext cx="10600533" cy="2276307"/>
              <a:chOff x="0" y="-38100"/>
              <a:chExt cx="1049690" cy="225405"/>
            </a:xfrm>
          </p:grpSpPr>
          <p:sp>
            <p:nvSpPr>
              <p:cNvPr id="240" name="Google Shape;240;p1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41" name="Google Shape;241;p1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2" name="Google Shape;242;p1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Stressed Out Woman Cartoon Images – Browse 1,008 Stock Photos, Vectors, and  Video | Adobe Stock" id="243" name="Google Shape;243;p18"/>
          <p:cNvPicPr preferRelativeResize="0"/>
          <p:nvPr/>
        </p:nvPicPr>
        <p:blipFill rotWithShape="1">
          <a:blip r:embed="rId5">
            <a:alphaModFix/>
          </a:blip>
          <a:srcRect b="0" l="0" r="0" t="0"/>
          <a:stretch/>
        </p:blipFill>
        <p:spPr>
          <a:xfrm>
            <a:off x="8305800" y="4969014"/>
            <a:ext cx="7127824" cy="39906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36"/>
                                        </p:tgtEl>
                                        <p:attrNameLst>
                                          <p:attrName>style.visibility</p:attrName>
                                        </p:attrNameLst>
                                      </p:cBhvr>
                                      <p:to>
                                        <p:strVal val="visible"/>
                                      </p:to>
                                    </p:set>
                                    <p:anim calcmode="lin" valueType="num">
                                      <p:cBhvr additive="base">
                                        <p:cTn dur="500"/>
                                        <p:tgtEl>
                                          <p:spTgt spid="236"/>
                                        </p:tgtEl>
                                        <p:attrNameLst>
                                          <p:attrName>ppt_w</p:attrName>
                                        </p:attrNameLst>
                                      </p:cBhvr>
                                      <p:tavLst>
                                        <p:tav fmla="" tm="0">
                                          <p:val>
                                            <p:strVal val="0"/>
                                          </p:val>
                                        </p:tav>
                                        <p:tav fmla="" tm="100000">
                                          <p:val>
                                            <p:strVal val="#ppt_w"/>
                                          </p:val>
                                        </p:tav>
                                      </p:tavLst>
                                    </p:anim>
                                    <p:anim calcmode="lin" valueType="num">
                                      <p:cBhvr additive="base">
                                        <p:cTn dur="500"/>
                                        <p:tgtEl>
                                          <p:spTgt spid="23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35"/>
                                        </p:tgtEl>
                                        <p:attrNameLst>
                                          <p:attrName>style.visibility</p:attrName>
                                        </p:attrNameLst>
                                      </p:cBhvr>
                                      <p:to>
                                        <p:strVal val="visible"/>
                                      </p:to>
                                    </p:set>
                                    <p:anim calcmode="lin" valueType="num">
                                      <p:cBhvr additive="base">
                                        <p:cTn dur="500"/>
                                        <p:tgtEl>
                                          <p:spTgt spid="235"/>
                                        </p:tgtEl>
                                        <p:attrNameLst>
                                          <p:attrName>ppt_w</p:attrName>
                                        </p:attrNameLst>
                                      </p:cBhvr>
                                      <p:tavLst>
                                        <p:tav fmla="" tm="0">
                                          <p:val>
                                            <p:strVal val="0"/>
                                          </p:val>
                                        </p:tav>
                                        <p:tav fmla="" tm="100000">
                                          <p:val>
                                            <p:strVal val="#ppt_w"/>
                                          </p:val>
                                        </p:tav>
                                      </p:tavLst>
                                    </p:anim>
                                    <p:anim calcmode="lin" valueType="num">
                                      <p:cBhvr additive="base">
                                        <p:cTn dur="500"/>
                                        <p:tgtEl>
                                          <p:spTgt spid="23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cxnSp>
        <p:nvCxnSpPr>
          <p:cNvPr id="249" name="Google Shape;249;p19"/>
          <p:cNvCxnSpPr/>
          <p:nvPr/>
        </p:nvCxnSpPr>
        <p:spPr>
          <a:xfrm flipH="1" rot="10800000">
            <a:off x="7543801" y="1816517"/>
            <a:ext cx="9909107" cy="50383"/>
          </a:xfrm>
          <a:prstGeom prst="straightConnector1">
            <a:avLst/>
          </a:prstGeom>
          <a:noFill/>
          <a:ln cap="flat" cmpd="sng" w="38100">
            <a:solidFill>
              <a:srgbClr val="018345"/>
            </a:solidFill>
            <a:prstDash val="solid"/>
            <a:round/>
            <a:headEnd len="sm" w="sm" type="none"/>
            <a:tailEnd len="sm" w="sm" type="none"/>
          </a:ln>
        </p:spPr>
      </p:cxnSp>
      <p:grpSp>
        <p:nvGrpSpPr>
          <p:cNvPr id="250" name="Google Shape;250;p19"/>
          <p:cNvGrpSpPr/>
          <p:nvPr/>
        </p:nvGrpSpPr>
        <p:grpSpPr>
          <a:xfrm rot="10800000">
            <a:off x="15785091" y="-536942"/>
            <a:ext cx="7681766" cy="4260610"/>
            <a:chOff x="0" y="-38100"/>
            <a:chExt cx="406400" cy="225405"/>
          </a:xfrm>
        </p:grpSpPr>
        <p:sp>
          <p:nvSpPr>
            <p:cNvPr id="251" name="Google Shape;251;p1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52" name="Google Shape;252;p1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3" name="Google Shape;253;p19"/>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254" name="Google Shape;254;p19"/>
          <p:cNvGrpSpPr/>
          <p:nvPr/>
        </p:nvGrpSpPr>
        <p:grpSpPr>
          <a:xfrm>
            <a:off x="-2718010" y="9274528"/>
            <a:ext cx="7950400" cy="1707231"/>
            <a:chOff x="0" y="-384762"/>
            <a:chExt cx="10600533" cy="2276307"/>
          </a:xfrm>
        </p:grpSpPr>
        <p:grpSp>
          <p:nvGrpSpPr>
            <p:cNvPr id="255" name="Google Shape;255;p19"/>
            <p:cNvGrpSpPr/>
            <p:nvPr/>
          </p:nvGrpSpPr>
          <p:grpSpPr>
            <a:xfrm>
              <a:off x="0" y="-384762"/>
              <a:ext cx="10600533" cy="2276307"/>
              <a:chOff x="0" y="-38100"/>
              <a:chExt cx="1049690" cy="225405"/>
            </a:xfrm>
          </p:grpSpPr>
          <p:sp>
            <p:nvSpPr>
              <p:cNvPr id="256" name="Google Shape;256;p1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57" name="Google Shape;257;p19"/>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8" name="Google Shape;258;p19"/>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9" name="Google Shape;259;p19"/>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Giao diện máy tính</a:t>
            </a:r>
            <a:endParaRPr b="1" sz="6000">
              <a:solidFill>
                <a:srgbClr val="018345"/>
              </a:solidFill>
              <a:latin typeface="Montserrat"/>
              <a:ea typeface="Montserrat"/>
              <a:cs typeface="Montserrat"/>
              <a:sym typeface="Montserrat"/>
            </a:endParaRPr>
          </a:p>
        </p:txBody>
      </p:sp>
      <p:pic>
        <p:nvPicPr>
          <p:cNvPr id="260" name="Google Shape;260;p19"/>
          <p:cNvPicPr preferRelativeResize="0"/>
          <p:nvPr/>
        </p:nvPicPr>
        <p:blipFill>
          <a:blip r:embed="rId4">
            <a:alphaModFix/>
          </a:blip>
          <a:stretch>
            <a:fillRect/>
          </a:stretch>
        </p:blipFill>
        <p:spPr>
          <a:xfrm>
            <a:off x="9396450" y="2121316"/>
            <a:ext cx="6273805" cy="2377075"/>
          </a:xfrm>
          <a:prstGeom prst="rect">
            <a:avLst/>
          </a:prstGeom>
          <a:noFill/>
          <a:ln>
            <a:noFill/>
          </a:ln>
        </p:spPr>
      </p:pic>
      <p:pic>
        <p:nvPicPr>
          <p:cNvPr id="261" name="Google Shape;261;p19"/>
          <p:cNvPicPr preferRelativeResize="0"/>
          <p:nvPr/>
        </p:nvPicPr>
        <p:blipFill>
          <a:blip r:embed="rId5">
            <a:alphaModFix/>
          </a:blip>
          <a:stretch>
            <a:fillRect/>
          </a:stretch>
        </p:blipFill>
        <p:spPr>
          <a:xfrm>
            <a:off x="9396450" y="4871977"/>
            <a:ext cx="6273800" cy="2416218"/>
          </a:xfrm>
          <a:prstGeom prst="rect">
            <a:avLst/>
          </a:prstGeom>
          <a:noFill/>
          <a:ln>
            <a:noFill/>
          </a:ln>
        </p:spPr>
      </p:pic>
      <p:pic>
        <p:nvPicPr>
          <p:cNvPr id="262" name="Google Shape;262;p19"/>
          <p:cNvPicPr preferRelativeResize="0"/>
          <p:nvPr/>
        </p:nvPicPr>
        <p:blipFill>
          <a:blip r:embed="rId6">
            <a:alphaModFix/>
          </a:blip>
          <a:stretch>
            <a:fillRect/>
          </a:stretch>
        </p:blipFill>
        <p:spPr>
          <a:xfrm>
            <a:off x="9396450" y="7512700"/>
            <a:ext cx="6273800" cy="246746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cxnSp>
        <p:nvCxnSpPr>
          <p:cNvPr id="268" name="Google Shape;268;p20"/>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269" name="Google Shape;269;p20"/>
          <p:cNvGrpSpPr/>
          <p:nvPr/>
        </p:nvGrpSpPr>
        <p:grpSpPr>
          <a:xfrm rot="10800000">
            <a:off x="15785084" y="-536938"/>
            <a:ext cx="7681773" cy="4260605"/>
            <a:chOff x="0" y="-38100"/>
            <a:chExt cx="406400" cy="225405"/>
          </a:xfrm>
        </p:grpSpPr>
        <p:sp>
          <p:nvSpPr>
            <p:cNvPr id="270" name="Google Shape;270;p2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71" name="Google Shape;271;p20"/>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2" name="Google Shape;272;p20"/>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273" name="Google Shape;273;p20"/>
          <p:cNvGrpSpPr/>
          <p:nvPr/>
        </p:nvGrpSpPr>
        <p:grpSpPr>
          <a:xfrm>
            <a:off x="-2718010" y="9274530"/>
            <a:ext cx="7950378" cy="1707223"/>
            <a:chOff x="0" y="-384760"/>
            <a:chExt cx="10600504" cy="2276297"/>
          </a:xfrm>
        </p:grpSpPr>
        <p:grpSp>
          <p:nvGrpSpPr>
            <p:cNvPr id="274" name="Google Shape;274;p20"/>
            <p:cNvGrpSpPr/>
            <p:nvPr/>
          </p:nvGrpSpPr>
          <p:grpSpPr>
            <a:xfrm>
              <a:off x="0" y="-384760"/>
              <a:ext cx="10600504" cy="2276297"/>
              <a:chOff x="0" y="-38100"/>
              <a:chExt cx="1049690" cy="225405"/>
            </a:xfrm>
          </p:grpSpPr>
          <p:sp>
            <p:nvSpPr>
              <p:cNvPr id="275" name="Google Shape;275;p2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76" name="Google Shape;276;p20"/>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7" name="Google Shape;277;p20"/>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8" name="Google Shape;278;p20"/>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279" name="Google Shape;279;p20"/>
          <p:cNvSpPr/>
          <p:nvPr/>
        </p:nvSpPr>
        <p:spPr>
          <a:xfrm>
            <a:off x="8305800" y="3003502"/>
            <a:ext cx="8915400" cy="1378200"/>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800">
                <a:solidFill>
                  <a:schemeClr val="dk1"/>
                </a:solidFill>
                <a:latin typeface="Calibri"/>
                <a:ea typeface="Calibri"/>
                <a:cs typeface="Calibri"/>
                <a:sym typeface="Calibri"/>
              </a:rPr>
              <a:t>Please tell me about your family.</a:t>
            </a:r>
            <a:endParaRPr/>
          </a:p>
        </p:txBody>
      </p:sp>
      <p:sp>
        <p:nvSpPr>
          <p:cNvPr id="280" name="Google Shape;280;p20"/>
          <p:cNvSpPr/>
          <p:nvPr/>
        </p:nvSpPr>
        <p:spPr>
          <a:xfrm>
            <a:off x="8328498" y="7213361"/>
            <a:ext cx="8915400" cy="1378200"/>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800">
                <a:solidFill>
                  <a:schemeClr val="dk1"/>
                </a:solidFill>
                <a:latin typeface="Calibri"/>
                <a:ea typeface="Calibri"/>
                <a:cs typeface="Calibri"/>
                <a:sym typeface="Calibri"/>
              </a:rPr>
              <a:t>What’s weather like today?</a:t>
            </a:r>
            <a:endParaRPr/>
          </a:p>
        </p:txBody>
      </p:sp>
      <p:sp>
        <p:nvSpPr>
          <p:cNvPr id="281" name="Google Shape;281;p20"/>
          <p:cNvSpPr/>
          <p:nvPr/>
        </p:nvSpPr>
        <p:spPr>
          <a:xfrm>
            <a:off x="8305800" y="5143500"/>
            <a:ext cx="8915400" cy="1378200"/>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800">
                <a:solidFill>
                  <a:schemeClr val="dk1"/>
                </a:solidFill>
                <a:latin typeface="Calibri"/>
                <a:ea typeface="Calibri"/>
                <a:cs typeface="Calibri"/>
                <a:sym typeface="Calibri"/>
              </a:rPr>
              <a:t>What do you like doing in your free time?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500"/>
                                        <p:tgtEl>
                                          <p:spTgt spid="2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79"/>
                                        </p:tgtEl>
                                        <p:attrNameLst>
                                          <p:attrName>style.visibility</p:attrName>
                                        </p:attrNameLst>
                                      </p:cBhvr>
                                      <p:to>
                                        <p:strVal val="visible"/>
                                      </p:to>
                                    </p:set>
                                    <p:anim calcmode="lin" valueType="num">
                                      <p:cBhvr additive="base">
                                        <p:cTn dur="500"/>
                                        <p:tgtEl>
                                          <p:spTgt spid="27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81"/>
                                        </p:tgtEl>
                                        <p:attrNameLst>
                                          <p:attrName>style.visibility</p:attrName>
                                        </p:attrNameLst>
                                      </p:cBhvr>
                                      <p:to>
                                        <p:strVal val="visible"/>
                                      </p:to>
                                    </p:set>
                                    <p:anim calcmode="lin" valueType="num">
                                      <p:cBhvr additive="base">
                                        <p:cTn dur="500"/>
                                        <p:tgtEl>
                                          <p:spTgt spid="28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80"/>
                                        </p:tgtEl>
                                        <p:attrNameLst>
                                          <p:attrName>style.visibility</p:attrName>
                                        </p:attrNameLst>
                                      </p:cBhvr>
                                      <p:to>
                                        <p:strVal val="visible"/>
                                      </p:to>
                                    </p:set>
                                    <p:anim calcmode="lin" valueType="num">
                                      <p:cBhvr additive="base">
                                        <p:cTn dur="500"/>
                                        <p:tgtEl>
                                          <p:spTgt spid="28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cxnSp>
        <p:nvCxnSpPr>
          <p:cNvPr id="287" name="Google Shape;287;p21"/>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288" name="Google Shape;288;p21"/>
          <p:cNvGrpSpPr/>
          <p:nvPr/>
        </p:nvGrpSpPr>
        <p:grpSpPr>
          <a:xfrm rot="10800000">
            <a:off x="15785084" y="-536938"/>
            <a:ext cx="7681773" cy="4260605"/>
            <a:chOff x="0" y="-38100"/>
            <a:chExt cx="406400" cy="225405"/>
          </a:xfrm>
        </p:grpSpPr>
        <p:sp>
          <p:nvSpPr>
            <p:cNvPr id="289" name="Google Shape;289;p2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90" name="Google Shape;290;p21"/>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1" name="Google Shape;291;p21"/>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292" name="Google Shape;292;p21"/>
          <p:cNvGrpSpPr/>
          <p:nvPr/>
        </p:nvGrpSpPr>
        <p:grpSpPr>
          <a:xfrm>
            <a:off x="-2718010" y="9274530"/>
            <a:ext cx="7950378" cy="1707223"/>
            <a:chOff x="0" y="-384760"/>
            <a:chExt cx="10600504" cy="2276297"/>
          </a:xfrm>
        </p:grpSpPr>
        <p:grpSp>
          <p:nvGrpSpPr>
            <p:cNvPr id="293" name="Google Shape;293;p21"/>
            <p:cNvGrpSpPr/>
            <p:nvPr/>
          </p:nvGrpSpPr>
          <p:grpSpPr>
            <a:xfrm>
              <a:off x="0" y="-384760"/>
              <a:ext cx="10600504" cy="2276297"/>
              <a:chOff x="0" y="-38100"/>
              <a:chExt cx="1049690" cy="225405"/>
            </a:xfrm>
          </p:grpSpPr>
          <p:sp>
            <p:nvSpPr>
              <p:cNvPr id="294" name="Google Shape;294;p2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95" name="Google Shape;295;p21"/>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6" name="Google Shape;296;p21"/>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7" name="Google Shape;297;p21"/>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Lưu ý</a:t>
            </a:r>
            <a:endParaRPr b="1" sz="6000">
              <a:solidFill>
                <a:srgbClr val="018345"/>
              </a:solidFill>
              <a:latin typeface="Montserrat"/>
              <a:ea typeface="Montserrat"/>
              <a:cs typeface="Montserrat"/>
              <a:sym typeface="Montserrat"/>
            </a:endParaRPr>
          </a:p>
        </p:txBody>
      </p:sp>
      <p:sp>
        <p:nvSpPr>
          <p:cNvPr id="298" name="Google Shape;298;p21"/>
          <p:cNvSpPr/>
          <p:nvPr/>
        </p:nvSpPr>
        <p:spPr>
          <a:xfrm>
            <a:off x="8305800" y="3003502"/>
            <a:ext cx="8915400" cy="1378200"/>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45700" lIns="91425" spcFirstLastPara="1" rIns="91425" wrap="square" tIns="45700">
            <a:noAutofit/>
          </a:bodyPr>
          <a:lstStyle/>
          <a:p>
            <a:pPr indent="0" lvl="0" marL="0" rtl="0" algn="l">
              <a:spcBef>
                <a:spcPts val="0"/>
              </a:spcBef>
              <a:spcAft>
                <a:spcPts val="0"/>
              </a:spcAft>
              <a:buSzPts val="1100"/>
              <a:buNone/>
            </a:pPr>
            <a:r>
              <a:rPr lang="en-US" sz="3800">
                <a:solidFill>
                  <a:schemeClr val="dk1"/>
                </a:solidFill>
                <a:latin typeface="Calibri"/>
                <a:ea typeface="Calibri"/>
                <a:cs typeface="Calibri"/>
                <a:sym typeface="Calibri"/>
              </a:rPr>
              <a:t>Nói ngay sau khi có tiếp bíp.</a:t>
            </a:r>
            <a:endParaRPr sz="3800">
              <a:solidFill>
                <a:schemeClr val="dk1"/>
              </a:solidFill>
              <a:latin typeface="Calibri"/>
              <a:ea typeface="Calibri"/>
              <a:cs typeface="Calibri"/>
              <a:sym typeface="Calibri"/>
            </a:endParaRPr>
          </a:p>
        </p:txBody>
      </p:sp>
      <p:sp>
        <p:nvSpPr>
          <p:cNvPr id="299" name="Google Shape;299;p21"/>
          <p:cNvSpPr/>
          <p:nvPr/>
        </p:nvSpPr>
        <p:spPr>
          <a:xfrm>
            <a:off x="8328498" y="7213361"/>
            <a:ext cx="8915400" cy="1378200"/>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45700" lIns="91425" spcFirstLastPara="1" rIns="91425" wrap="square" tIns="45700">
            <a:noAutofit/>
          </a:bodyPr>
          <a:lstStyle/>
          <a:p>
            <a:pPr indent="0" lvl="0" marL="0" rtl="0" algn="l">
              <a:spcBef>
                <a:spcPts val="0"/>
              </a:spcBef>
              <a:spcAft>
                <a:spcPts val="0"/>
              </a:spcAft>
              <a:buSzPts val="1100"/>
              <a:buNone/>
            </a:pPr>
            <a:r>
              <a:rPr lang="en-US" sz="3800">
                <a:solidFill>
                  <a:schemeClr val="dk1"/>
                </a:solidFill>
                <a:latin typeface="Calibri"/>
                <a:ea typeface="Calibri"/>
                <a:cs typeface="Calibri"/>
                <a:sym typeface="Calibri"/>
              </a:rPr>
              <a:t>Luyện tập thường xuyên với chủ đề quen thuộc.</a:t>
            </a:r>
            <a:endParaRPr sz="3800">
              <a:solidFill>
                <a:schemeClr val="dk1"/>
              </a:solidFill>
              <a:latin typeface="Calibri"/>
              <a:ea typeface="Calibri"/>
              <a:cs typeface="Calibri"/>
              <a:sym typeface="Calibri"/>
            </a:endParaRPr>
          </a:p>
        </p:txBody>
      </p:sp>
      <p:sp>
        <p:nvSpPr>
          <p:cNvPr id="300" name="Google Shape;300;p21"/>
          <p:cNvSpPr/>
          <p:nvPr/>
        </p:nvSpPr>
        <p:spPr>
          <a:xfrm>
            <a:off x="8305800" y="5143500"/>
            <a:ext cx="8915400" cy="1378200"/>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45700" lIns="91425" spcFirstLastPara="1" rIns="91425" wrap="square" tIns="45700">
            <a:noAutofit/>
          </a:bodyPr>
          <a:lstStyle/>
          <a:p>
            <a:pPr indent="0" lvl="0" marL="0" rtl="0" algn="l">
              <a:spcBef>
                <a:spcPts val="0"/>
              </a:spcBef>
              <a:spcAft>
                <a:spcPts val="0"/>
              </a:spcAft>
              <a:buSzPts val="1100"/>
              <a:buNone/>
            </a:pPr>
            <a:r>
              <a:rPr lang="en-US" sz="3800">
                <a:solidFill>
                  <a:schemeClr val="dk1"/>
                </a:solidFill>
                <a:latin typeface="Calibri"/>
                <a:ea typeface="Calibri"/>
                <a:cs typeface="Calibri"/>
                <a:sym typeface="Calibri"/>
              </a:rPr>
              <a:t>Sử dụng từ liên kết, câu phức và ngữ pháp thật đa dạng.</a:t>
            </a:r>
            <a:endParaRPr sz="3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500"/>
                                        <p:tgtEl>
                                          <p:spTgt spid="2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98"/>
                                        </p:tgtEl>
                                        <p:attrNameLst>
                                          <p:attrName>style.visibility</p:attrName>
                                        </p:attrNameLst>
                                      </p:cBhvr>
                                      <p:to>
                                        <p:strVal val="visible"/>
                                      </p:to>
                                    </p:set>
                                    <p:anim calcmode="lin" valueType="num">
                                      <p:cBhvr additive="base">
                                        <p:cTn dur="500"/>
                                        <p:tgtEl>
                                          <p:spTgt spid="29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00"/>
                                        </p:tgtEl>
                                        <p:attrNameLst>
                                          <p:attrName>style.visibility</p:attrName>
                                        </p:attrNameLst>
                                      </p:cBhvr>
                                      <p:to>
                                        <p:strVal val="visible"/>
                                      </p:to>
                                    </p:set>
                                    <p:anim calcmode="lin" valueType="num">
                                      <p:cBhvr additive="base">
                                        <p:cTn dur="500"/>
                                        <p:tgtEl>
                                          <p:spTgt spid="30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99"/>
                                        </p:tgtEl>
                                        <p:attrNameLst>
                                          <p:attrName>style.visibility</p:attrName>
                                        </p:attrNameLst>
                                      </p:cBhvr>
                                      <p:to>
                                        <p:strVal val="visible"/>
                                      </p:to>
                                    </p:set>
                                    <p:anim calcmode="lin" valueType="num">
                                      <p:cBhvr additive="base">
                                        <p:cTn dur="500"/>
                                        <p:tgtEl>
                                          <p:spTgt spid="29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cxnSp>
        <p:nvCxnSpPr>
          <p:cNvPr id="305" name="Google Shape;305;p22"/>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306" name="Google Shape;306;p22"/>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07" name="Google Shape;307;p22"/>
          <p:cNvGrpSpPr/>
          <p:nvPr/>
        </p:nvGrpSpPr>
        <p:grpSpPr>
          <a:xfrm rot="10800000">
            <a:off x="15044552" y="-741521"/>
            <a:ext cx="7681766" cy="4260610"/>
            <a:chOff x="0" y="-38100"/>
            <a:chExt cx="406400" cy="225405"/>
          </a:xfrm>
        </p:grpSpPr>
        <p:sp>
          <p:nvSpPr>
            <p:cNvPr id="308" name="Google Shape;308;p2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09" name="Google Shape;309;p22"/>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310" name="Google Shape;310;p22"/>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11" name="Google Shape;311;p22"/>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312" name="Google Shape;312;p22"/>
          <p:cNvSpPr txBox="1"/>
          <p:nvPr/>
        </p:nvSpPr>
        <p:spPr>
          <a:xfrm>
            <a:off x="5511794" y="2502271"/>
            <a:ext cx="11760300" cy="1015800"/>
          </a:xfrm>
          <a:prstGeom prst="rect">
            <a:avLst/>
          </a:prstGeom>
          <a:noFill/>
          <a:ln>
            <a:noFill/>
          </a:ln>
        </p:spPr>
        <p:txBody>
          <a:bodyPr anchorCtr="0" anchor="t" bIns="0" lIns="0" spcFirstLastPara="1" rIns="0" wrap="square" tIns="0">
            <a:spAutoFit/>
          </a:bodyPr>
          <a:lstStyle/>
          <a:p>
            <a:pPr indent="0" lvl="0" marL="0" rtl="0" algn="ctr">
              <a:lnSpc>
                <a:spcPct val="147348"/>
              </a:lnSpc>
              <a:spcBef>
                <a:spcPts val="0"/>
              </a:spcBef>
              <a:spcAft>
                <a:spcPts val="0"/>
              </a:spcAft>
              <a:buSzPts val="1100"/>
              <a:buNone/>
            </a:pPr>
            <a:r>
              <a:rPr b="1" lang="en-US" sz="6600">
                <a:solidFill>
                  <a:srgbClr val="018345"/>
                </a:solidFill>
                <a:latin typeface="Montserrat"/>
                <a:ea typeface="Montserrat"/>
                <a:cs typeface="Montserrat"/>
                <a:sym typeface="Montserrat"/>
              </a:rPr>
              <a:t>Part 2 bài thi nói Aptis</a:t>
            </a:r>
            <a:endParaRPr b="1" sz="6600">
              <a:solidFill>
                <a:srgbClr val="018345"/>
              </a:solidFill>
              <a:latin typeface="Montserrat"/>
              <a:ea typeface="Montserrat"/>
              <a:cs typeface="Montserrat"/>
              <a:sym typeface="Montserrat"/>
            </a:endParaRPr>
          </a:p>
        </p:txBody>
      </p:sp>
      <p:sp>
        <p:nvSpPr>
          <p:cNvPr id="313" name="Google Shape;313;p22"/>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03</a:t>
            </a:r>
            <a:endParaRPr/>
          </a:p>
        </p:txBody>
      </p:sp>
      <p:sp>
        <p:nvSpPr>
          <p:cNvPr id="314" name="Google Shape;314;p22"/>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315" name="Google Shape;315;p22"/>
          <p:cNvGrpSpPr/>
          <p:nvPr/>
        </p:nvGrpSpPr>
        <p:grpSpPr>
          <a:xfrm>
            <a:off x="-2718010" y="9274528"/>
            <a:ext cx="7950400" cy="1707231"/>
            <a:chOff x="0" y="-384762"/>
            <a:chExt cx="10600533" cy="2276307"/>
          </a:xfrm>
        </p:grpSpPr>
        <p:grpSp>
          <p:nvGrpSpPr>
            <p:cNvPr id="316" name="Google Shape;316;p22"/>
            <p:cNvGrpSpPr/>
            <p:nvPr/>
          </p:nvGrpSpPr>
          <p:grpSpPr>
            <a:xfrm>
              <a:off x="0" y="-384762"/>
              <a:ext cx="10600533" cy="2276307"/>
              <a:chOff x="0" y="-38100"/>
              <a:chExt cx="1049690" cy="225405"/>
            </a:xfrm>
          </p:grpSpPr>
          <p:sp>
            <p:nvSpPr>
              <p:cNvPr id="317" name="Google Shape;317;p2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18" name="Google Shape;318;p22"/>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9" name="Google Shape;319;p22"/>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320" name="Google Shape;320;p22"/>
          <p:cNvPicPr preferRelativeResize="0"/>
          <p:nvPr/>
        </p:nvPicPr>
        <p:blipFill rotWithShape="1">
          <a:blip r:embed="rId5">
            <a:alphaModFix/>
          </a:blip>
          <a:srcRect b="10096" l="0" r="0" t="10547"/>
          <a:stretch/>
        </p:blipFill>
        <p:spPr>
          <a:xfrm>
            <a:off x="7772400" y="4099418"/>
            <a:ext cx="6391277" cy="50719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13"/>
                                        </p:tgtEl>
                                        <p:attrNameLst>
                                          <p:attrName>style.visibility</p:attrName>
                                        </p:attrNameLst>
                                      </p:cBhvr>
                                      <p:to>
                                        <p:strVal val="visible"/>
                                      </p:to>
                                    </p:set>
                                    <p:anim calcmode="lin" valueType="num">
                                      <p:cBhvr additive="base">
                                        <p:cTn dur="500"/>
                                        <p:tgtEl>
                                          <p:spTgt spid="313"/>
                                        </p:tgtEl>
                                        <p:attrNameLst>
                                          <p:attrName>ppt_w</p:attrName>
                                        </p:attrNameLst>
                                      </p:cBhvr>
                                      <p:tavLst>
                                        <p:tav fmla="" tm="0">
                                          <p:val>
                                            <p:strVal val="0"/>
                                          </p:val>
                                        </p:tav>
                                        <p:tav fmla="" tm="100000">
                                          <p:val>
                                            <p:strVal val="#ppt_w"/>
                                          </p:val>
                                        </p:tav>
                                      </p:tavLst>
                                    </p:anim>
                                    <p:anim calcmode="lin" valueType="num">
                                      <p:cBhvr additive="base">
                                        <p:cTn dur="500"/>
                                        <p:tgtEl>
                                          <p:spTgt spid="31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312"/>
                                        </p:tgtEl>
                                        <p:attrNameLst>
                                          <p:attrName>style.visibility</p:attrName>
                                        </p:attrNameLst>
                                      </p:cBhvr>
                                      <p:to>
                                        <p:strVal val="visible"/>
                                      </p:to>
                                    </p:set>
                                    <p:anim calcmode="lin" valueType="num">
                                      <p:cBhvr additive="base">
                                        <p:cTn dur="500"/>
                                        <p:tgtEl>
                                          <p:spTgt spid="312"/>
                                        </p:tgtEl>
                                        <p:attrNameLst>
                                          <p:attrName>ppt_w</p:attrName>
                                        </p:attrNameLst>
                                      </p:cBhvr>
                                      <p:tavLst>
                                        <p:tav fmla="" tm="0">
                                          <p:val>
                                            <p:strVal val="0"/>
                                          </p:val>
                                        </p:tav>
                                        <p:tav fmla="" tm="100000">
                                          <p:val>
                                            <p:strVal val="#ppt_w"/>
                                          </p:val>
                                        </p:tav>
                                      </p:tavLst>
                                    </p:anim>
                                    <p:anim calcmode="lin" valueType="num">
                                      <p:cBhvr additive="base">
                                        <p:cTn dur="500"/>
                                        <p:tgtEl>
                                          <p:spTgt spid="31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cxnSp>
        <p:nvCxnSpPr>
          <p:cNvPr id="326" name="Google Shape;326;p23"/>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327" name="Google Shape;327;p23"/>
          <p:cNvGrpSpPr/>
          <p:nvPr/>
        </p:nvGrpSpPr>
        <p:grpSpPr>
          <a:xfrm rot="10800000">
            <a:off x="15785084" y="-536938"/>
            <a:ext cx="7681773" cy="4260605"/>
            <a:chOff x="0" y="-38100"/>
            <a:chExt cx="406400" cy="225405"/>
          </a:xfrm>
        </p:grpSpPr>
        <p:sp>
          <p:nvSpPr>
            <p:cNvPr id="328" name="Google Shape;328;p2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29" name="Google Shape;329;p23"/>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0" name="Google Shape;330;p23"/>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331" name="Google Shape;331;p23"/>
          <p:cNvGrpSpPr/>
          <p:nvPr/>
        </p:nvGrpSpPr>
        <p:grpSpPr>
          <a:xfrm>
            <a:off x="-2718010" y="9274530"/>
            <a:ext cx="7950378" cy="1707223"/>
            <a:chOff x="0" y="-384760"/>
            <a:chExt cx="10600504" cy="2276297"/>
          </a:xfrm>
        </p:grpSpPr>
        <p:grpSp>
          <p:nvGrpSpPr>
            <p:cNvPr id="332" name="Google Shape;332;p23"/>
            <p:cNvGrpSpPr/>
            <p:nvPr/>
          </p:nvGrpSpPr>
          <p:grpSpPr>
            <a:xfrm>
              <a:off x="0" y="-384760"/>
              <a:ext cx="10600504" cy="2276297"/>
              <a:chOff x="0" y="-38100"/>
              <a:chExt cx="1049690" cy="225405"/>
            </a:xfrm>
          </p:grpSpPr>
          <p:sp>
            <p:nvSpPr>
              <p:cNvPr id="333" name="Google Shape;333;p2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34" name="Google Shape;334;p23"/>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5" name="Google Shape;335;p23"/>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6" name="Google Shape;336;p23"/>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Giao diện máy tính</a:t>
            </a:r>
            <a:endParaRPr b="1" sz="6000">
              <a:solidFill>
                <a:srgbClr val="018345"/>
              </a:solidFill>
              <a:latin typeface="Montserrat"/>
              <a:ea typeface="Montserrat"/>
              <a:cs typeface="Montserrat"/>
              <a:sym typeface="Montserrat"/>
            </a:endParaRPr>
          </a:p>
        </p:txBody>
      </p:sp>
      <p:pic>
        <p:nvPicPr>
          <p:cNvPr id="337" name="Google Shape;337;p23"/>
          <p:cNvPicPr preferRelativeResize="0"/>
          <p:nvPr/>
        </p:nvPicPr>
        <p:blipFill>
          <a:blip r:embed="rId4">
            <a:alphaModFix/>
          </a:blip>
          <a:stretch>
            <a:fillRect/>
          </a:stretch>
        </p:blipFill>
        <p:spPr>
          <a:xfrm>
            <a:off x="9056263" y="2099743"/>
            <a:ext cx="6954075" cy="8009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500"/>
                                        <p:tgtEl>
                                          <p:spTgt spid="3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cxnSp>
        <p:nvCxnSpPr>
          <p:cNvPr id="343" name="Google Shape;343;p24"/>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344" name="Google Shape;344;p24"/>
          <p:cNvGrpSpPr/>
          <p:nvPr/>
        </p:nvGrpSpPr>
        <p:grpSpPr>
          <a:xfrm rot="10800000">
            <a:off x="15785084" y="-536938"/>
            <a:ext cx="7681773" cy="4260605"/>
            <a:chOff x="0" y="-38100"/>
            <a:chExt cx="406400" cy="225405"/>
          </a:xfrm>
        </p:grpSpPr>
        <p:sp>
          <p:nvSpPr>
            <p:cNvPr id="345" name="Google Shape;345;p2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46" name="Google Shape;346;p24"/>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7" name="Google Shape;347;p24"/>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348" name="Google Shape;348;p24"/>
          <p:cNvGrpSpPr/>
          <p:nvPr/>
        </p:nvGrpSpPr>
        <p:grpSpPr>
          <a:xfrm>
            <a:off x="-2718010" y="9274530"/>
            <a:ext cx="7950378" cy="1707223"/>
            <a:chOff x="0" y="-384760"/>
            <a:chExt cx="10600504" cy="2276297"/>
          </a:xfrm>
        </p:grpSpPr>
        <p:grpSp>
          <p:nvGrpSpPr>
            <p:cNvPr id="349" name="Google Shape;349;p24"/>
            <p:cNvGrpSpPr/>
            <p:nvPr/>
          </p:nvGrpSpPr>
          <p:grpSpPr>
            <a:xfrm>
              <a:off x="0" y="-384760"/>
              <a:ext cx="10600504" cy="2276297"/>
              <a:chOff x="0" y="-38100"/>
              <a:chExt cx="1049690" cy="225405"/>
            </a:xfrm>
          </p:grpSpPr>
          <p:sp>
            <p:nvSpPr>
              <p:cNvPr id="350" name="Google Shape;350;p2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51" name="Google Shape;351;p24"/>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2" name="Google Shape;352;p24"/>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3" name="Google Shape;353;p24"/>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pic>
        <p:nvPicPr>
          <p:cNvPr id="354" name="Google Shape;354;p24"/>
          <p:cNvPicPr preferRelativeResize="0"/>
          <p:nvPr/>
        </p:nvPicPr>
        <p:blipFill>
          <a:blip r:embed="rId4">
            <a:alphaModFix/>
          </a:blip>
          <a:stretch>
            <a:fillRect/>
          </a:stretch>
        </p:blipFill>
        <p:spPr>
          <a:xfrm>
            <a:off x="10333975" y="2910528"/>
            <a:ext cx="4863300" cy="4225490"/>
          </a:xfrm>
          <a:prstGeom prst="rect">
            <a:avLst/>
          </a:prstGeom>
          <a:noFill/>
          <a:ln>
            <a:noFill/>
          </a:ln>
        </p:spPr>
      </p:pic>
      <p:sp>
        <p:nvSpPr>
          <p:cNvPr id="355" name="Google Shape;355;p24"/>
          <p:cNvSpPr txBox="1"/>
          <p:nvPr/>
        </p:nvSpPr>
        <p:spPr>
          <a:xfrm>
            <a:off x="7543800" y="1987125"/>
            <a:ext cx="5459400" cy="9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Describe the picture</a:t>
            </a:r>
            <a:endParaRPr sz="3200">
              <a:solidFill>
                <a:schemeClr val="dk1"/>
              </a:solidFill>
              <a:latin typeface="Calibri"/>
              <a:ea typeface="Calibri"/>
              <a:cs typeface="Calibri"/>
              <a:sym typeface="Calibri"/>
            </a:endParaRPr>
          </a:p>
        </p:txBody>
      </p:sp>
      <p:sp>
        <p:nvSpPr>
          <p:cNvPr id="356" name="Google Shape;356;p24"/>
          <p:cNvSpPr txBox="1"/>
          <p:nvPr/>
        </p:nvSpPr>
        <p:spPr>
          <a:xfrm>
            <a:off x="7543800" y="7506050"/>
            <a:ext cx="9448800" cy="22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Tell me about a time you visited a museum.</a:t>
            </a:r>
            <a:endParaRPr sz="3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dk1"/>
                </a:solidFill>
                <a:latin typeface="Calibri"/>
                <a:ea typeface="Calibri"/>
                <a:cs typeface="Calibri"/>
                <a:sym typeface="Calibri"/>
              </a:rPr>
              <a:t>Do you think people should pay to visit museums, or should they be free?</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500"/>
                                        <p:tgtEl>
                                          <p:spTgt spid="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cxnSp>
        <p:nvCxnSpPr>
          <p:cNvPr id="362" name="Google Shape;362;p25"/>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363" name="Google Shape;363;p25"/>
          <p:cNvGrpSpPr/>
          <p:nvPr/>
        </p:nvGrpSpPr>
        <p:grpSpPr>
          <a:xfrm rot="10800000">
            <a:off x="15785084" y="-536938"/>
            <a:ext cx="7681773" cy="4260605"/>
            <a:chOff x="0" y="-38100"/>
            <a:chExt cx="406400" cy="225405"/>
          </a:xfrm>
        </p:grpSpPr>
        <p:sp>
          <p:nvSpPr>
            <p:cNvPr id="364" name="Google Shape;364;p2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65" name="Google Shape;365;p25"/>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66" name="Google Shape;366;p25"/>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367" name="Google Shape;367;p25"/>
          <p:cNvGrpSpPr/>
          <p:nvPr/>
        </p:nvGrpSpPr>
        <p:grpSpPr>
          <a:xfrm>
            <a:off x="-2718010" y="9274530"/>
            <a:ext cx="7950378" cy="1707223"/>
            <a:chOff x="0" y="-384760"/>
            <a:chExt cx="10600504" cy="2276297"/>
          </a:xfrm>
        </p:grpSpPr>
        <p:grpSp>
          <p:nvGrpSpPr>
            <p:cNvPr id="368" name="Google Shape;368;p25"/>
            <p:cNvGrpSpPr/>
            <p:nvPr/>
          </p:nvGrpSpPr>
          <p:grpSpPr>
            <a:xfrm>
              <a:off x="0" y="-384760"/>
              <a:ext cx="10600504" cy="2276297"/>
              <a:chOff x="0" y="-38100"/>
              <a:chExt cx="1049690" cy="225405"/>
            </a:xfrm>
          </p:grpSpPr>
          <p:sp>
            <p:nvSpPr>
              <p:cNvPr id="369" name="Google Shape;369;p2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70" name="Google Shape;370;p25"/>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1" name="Google Shape;371;p25"/>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2" name="Google Shape;372;p25"/>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Lưu ý</a:t>
            </a:r>
            <a:endParaRPr b="1" sz="6000">
              <a:solidFill>
                <a:srgbClr val="018345"/>
              </a:solidFill>
              <a:latin typeface="Montserrat"/>
              <a:ea typeface="Montserrat"/>
              <a:cs typeface="Montserrat"/>
              <a:sym typeface="Montserrat"/>
            </a:endParaRPr>
          </a:p>
        </p:txBody>
      </p:sp>
      <p:sp>
        <p:nvSpPr>
          <p:cNvPr id="373" name="Google Shape;373;p25"/>
          <p:cNvSpPr/>
          <p:nvPr/>
        </p:nvSpPr>
        <p:spPr>
          <a:xfrm>
            <a:off x="8305800" y="3003502"/>
            <a:ext cx="8915400" cy="1378200"/>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45700" lIns="91425" spcFirstLastPara="1" rIns="91425" wrap="square" tIns="45700">
            <a:noAutofit/>
          </a:bodyPr>
          <a:lstStyle/>
          <a:p>
            <a:pPr indent="0" lvl="0" marL="0" rtl="0" algn="l">
              <a:spcBef>
                <a:spcPts val="0"/>
              </a:spcBef>
              <a:spcAft>
                <a:spcPts val="0"/>
              </a:spcAft>
              <a:buSzPts val="1100"/>
              <a:buNone/>
            </a:pPr>
            <a:r>
              <a:rPr lang="en-US" sz="3800">
                <a:solidFill>
                  <a:schemeClr val="dk1"/>
                </a:solidFill>
                <a:latin typeface="Calibri"/>
                <a:ea typeface="Calibri"/>
                <a:cs typeface="Calibri"/>
                <a:sym typeface="Calibri"/>
              </a:rPr>
              <a:t>Cố gắng nói thật trôi chảy và liền mạch</a:t>
            </a:r>
            <a:endParaRPr sz="3800">
              <a:solidFill>
                <a:schemeClr val="dk1"/>
              </a:solidFill>
              <a:latin typeface="Calibri"/>
              <a:ea typeface="Calibri"/>
              <a:cs typeface="Calibri"/>
              <a:sym typeface="Calibri"/>
            </a:endParaRPr>
          </a:p>
          <a:p>
            <a:pPr indent="0" lvl="0" marL="0" rtl="0" algn="l">
              <a:spcBef>
                <a:spcPts val="0"/>
              </a:spcBef>
              <a:spcAft>
                <a:spcPts val="0"/>
              </a:spcAft>
              <a:buSzPts val="1100"/>
              <a:buNone/>
            </a:pPr>
            <a:r>
              <a:rPr lang="en-US" sz="3800">
                <a:solidFill>
                  <a:schemeClr val="dk1"/>
                </a:solidFill>
                <a:latin typeface="Calibri"/>
                <a:ea typeface="Calibri"/>
                <a:cs typeface="Calibri"/>
                <a:sym typeface="Calibri"/>
              </a:rPr>
              <a:t>nhất.</a:t>
            </a:r>
            <a:endParaRPr sz="3800">
              <a:solidFill>
                <a:schemeClr val="dk1"/>
              </a:solidFill>
              <a:latin typeface="Calibri"/>
              <a:ea typeface="Calibri"/>
              <a:cs typeface="Calibri"/>
              <a:sym typeface="Calibri"/>
            </a:endParaRPr>
          </a:p>
        </p:txBody>
      </p:sp>
      <p:sp>
        <p:nvSpPr>
          <p:cNvPr id="374" name="Google Shape;374;p25"/>
          <p:cNvSpPr/>
          <p:nvPr/>
        </p:nvSpPr>
        <p:spPr>
          <a:xfrm>
            <a:off x="8328498" y="7213361"/>
            <a:ext cx="8915400" cy="1378200"/>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45700" lIns="91425" spcFirstLastPara="1" rIns="91425" wrap="square" tIns="45700">
            <a:noAutofit/>
          </a:bodyPr>
          <a:lstStyle/>
          <a:p>
            <a:pPr indent="0" lvl="0" marL="0" rtl="0" algn="l">
              <a:spcBef>
                <a:spcPts val="0"/>
              </a:spcBef>
              <a:spcAft>
                <a:spcPts val="0"/>
              </a:spcAft>
              <a:buSzPts val="1100"/>
              <a:buNone/>
            </a:pPr>
            <a:r>
              <a:rPr lang="en-US" sz="3800">
                <a:solidFill>
                  <a:schemeClr val="dk1"/>
                </a:solidFill>
                <a:latin typeface="Calibri"/>
                <a:ea typeface="Calibri"/>
                <a:cs typeface="Calibri"/>
                <a:sym typeface="Calibri"/>
              </a:rPr>
              <a:t>Đảm bảo bạn trả lời hết cả ba câu hỏi đề bài đưa ra.</a:t>
            </a:r>
            <a:endParaRPr sz="3800">
              <a:solidFill>
                <a:schemeClr val="dk1"/>
              </a:solidFill>
              <a:latin typeface="Calibri"/>
              <a:ea typeface="Calibri"/>
              <a:cs typeface="Calibri"/>
              <a:sym typeface="Calibri"/>
            </a:endParaRPr>
          </a:p>
        </p:txBody>
      </p:sp>
      <p:sp>
        <p:nvSpPr>
          <p:cNvPr id="375" name="Google Shape;375;p25"/>
          <p:cNvSpPr/>
          <p:nvPr/>
        </p:nvSpPr>
        <p:spPr>
          <a:xfrm>
            <a:off x="8305800" y="5143500"/>
            <a:ext cx="8915400" cy="1378200"/>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45700" lIns="91425" spcFirstLastPara="1" rIns="91425" wrap="square" tIns="45700">
            <a:noAutofit/>
          </a:bodyPr>
          <a:lstStyle/>
          <a:p>
            <a:pPr indent="0" lvl="0" marL="0" rtl="0" algn="l">
              <a:spcBef>
                <a:spcPts val="0"/>
              </a:spcBef>
              <a:spcAft>
                <a:spcPts val="0"/>
              </a:spcAft>
              <a:buSzPts val="1100"/>
              <a:buNone/>
            </a:pPr>
            <a:r>
              <a:rPr lang="en-US" sz="3800">
                <a:solidFill>
                  <a:schemeClr val="dk1"/>
                </a:solidFill>
                <a:latin typeface="Calibri"/>
                <a:ea typeface="Calibri"/>
                <a:cs typeface="Calibri"/>
                <a:sym typeface="Calibri"/>
              </a:rPr>
              <a:t>Nói một cách thật tự tin và thoải mái.</a:t>
            </a:r>
            <a:endParaRPr sz="3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500"/>
                                        <p:tgtEl>
                                          <p:spTgt spid="3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73"/>
                                        </p:tgtEl>
                                        <p:attrNameLst>
                                          <p:attrName>style.visibility</p:attrName>
                                        </p:attrNameLst>
                                      </p:cBhvr>
                                      <p:to>
                                        <p:strVal val="visible"/>
                                      </p:to>
                                    </p:set>
                                    <p:anim calcmode="lin" valueType="num">
                                      <p:cBhvr additive="base">
                                        <p:cTn dur="500"/>
                                        <p:tgtEl>
                                          <p:spTgt spid="37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75"/>
                                        </p:tgtEl>
                                        <p:attrNameLst>
                                          <p:attrName>style.visibility</p:attrName>
                                        </p:attrNameLst>
                                      </p:cBhvr>
                                      <p:to>
                                        <p:strVal val="visible"/>
                                      </p:to>
                                    </p:set>
                                    <p:anim calcmode="lin" valueType="num">
                                      <p:cBhvr additive="base">
                                        <p:cTn dur="500"/>
                                        <p:tgtEl>
                                          <p:spTgt spid="37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74"/>
                                        </p:tgtEl>
                                        <p:attrNameLst>
                                          <p:attrName>style.visibility</p:attrName>
                                        </p:attrNameLst>
                                      </p:cBhvr>
                                      <p:to>
                                        <p:strVal val="visible"/>
                                      </p:to>
                                    </p:set>
                                    <p:anim calcmode="lin" valueType="num">
                                      <p:cBhvr additive="base">
                                        <p:cTn dur="500"/>
                                        <p:tgtEl>
                                          <p:spTgt spid="37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cxnSp>
        <p:nvCxnSpPr>
          <p:cNvPr id="380" name="Google Shape;380;p26"/>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381" name="Google Shape;381;p26"/>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82" name="Google Shape;382;p26"/>
          <p:cNvGrpSpPr/>
          <p:nvPr/>
        </p:nvGrpSpPr>
        <p:grpSpPr>
          <a:xfrm rot="10800000">
            <a:off x="15044552" y="-741521"/>
            <a:ext cx="7681766" cy="4260610"/>
            <a:chOff x="0" y="-38100"/>
            <a:chExt cx="406400" cy="225405"/>
          </a:xfrm>
        </p:grpSpPr>
        <p:sp>
          <p:nvSpPr>
            <p:cNvPr id="383" name="Google Shape;383;p2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84" name="Google Shape;384;p2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385" name="Google Shape;385;p26"/>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86" name="Google Shape;386;p26"/>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387" name="Google Shape;387;p26"/>
          <p:cNvSpPr txBox="1"/>
          <p:nvPr/>
        </p:nvSpPr>
        <p:spPr>
          <a:xfrm>
            <a:off x="5232390" y="2564021"/>
            <a:ext cx="11760300" cy="831300"/>
          </a:xfrm>
          <a:prstGeom prst="rect">
            <a:avLst/>
          </a:prstGeom>
          <a:noFill/>
          <a:ln>
            <a:noFill/>
          </a:ln>
        </p:spPr>
        <p:txBody>
          <a:bodyPr anchorCtr="0" anchor="t" bIns="0" lIns="0" spcFirstLastPara="1" rIns="0" wrap="square" tIns="0">
            <a:spAutoFit/>
          </a:bodyPr>
          <a:lstStyle/>
          <a:p>
            <a:pPr indent="0" lvl="0" marL="0" rtl="0" algn="ctr">
              <a:lnSpc>
                <a:spcPct val="180092"/>
              </a:lnSpc>
              <a:spcBef>
                <a:spcPts val="0"/>
              </a:spcBef>
              <a:spcAft>
                <a:spcPts val="0"/>
              </a:spcAft>
              <a:buSzPts val="1100"/>
              <a:buNone/>
            </a:pPr>
            <a:r>
              <a:rPr b="1" lang="en-US" sz="5400">
                <a:solidFill>
                  <a:srgbClr val="018345"/>
                </a:solidFill>
                <a:latin typeface="Montserrat"/>
                <a:ea typeface="Montserrat"/>
                <a:cs typeface="Montserrat"/>
                <a:sym typeface="Montserrat"/>
              </a:rPr>
              <a:t>Part 3 bài thi nói Aptis</a:t>
            </a:r>
            <a:endParaRPr b="1" sz="5400">
              <a:solidFill>
                <a:srgbClr val="018345"/>
              </a:solidFill>
              <a:latin typeface="Montserrat"/>
              <a:ea typeface="Montserrat"/>
              <a:cs typeface="Montserrat"/>
              <a:sym typeface="Montserrat"/>
            </a:endParaRPr>
          </a:p>
        </p:txBody>
      </p:sp>
      <p:sp>
        <p:nvSpPr>
          <p:cNvPr id="388" name="Google Shape;388;p26"/>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04</a:t>
            </a:r>
            <a:endParaRPr/>
          </a:p>
        </p:txBody>
      </p:sp>
      <p:sp>
        <p:nvSpPr>
          <p:cNvPr id="389" name="Google Shape;389;p26"/>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390" name="Google Shape;390;p26"/>
          <p:cNvGrpSpPr/>
          <p:nvPr/>
        </p:nvGrpSpPr>
        <p:grpSpPr>
          <a:xfrm>
            <a:off x="-2718010" y="9274528"/>
            <a:ext cx="7950400" cy="1707231"/>
            <a:chOff x="0" y="-384762"/>
            <a:chExt cx="10600533" cy="2276307"/>
          </a:xfrm>
        </p:grpSpPr>
        <p:grpSp>
          <p:nvGrpSpPr>
            <p:cNvPr id="391" name="Google Shape;391;p26"/>
            <p:cNvGrpSpPr/>
            <p:nvPr/>
          </p:nvGrpSpPr>
          <p:grpSpPr>
            <a:xfrm>
              <a:off x="0" y="-384762"/>
              <a:ext cx="10600533" cy="2276307"/>
              <a:chOff x="0" y="-38100"/>
              <a:chExt cx="1049690" cy="225405"/>
            </a:xfrm>
          </p:grpSpPr>
          <p:sp>
            <p:nvSpPr>
              <p:cNvPr id="392" name="Google Shape;392;p2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93" name="Google Shape;393;p2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94" name="Google Shape;394;p2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95" name="Google Shape;395;p26"/>
          <p:cNvSpPr/>
          <p:nvPr/>
        </p:nvSpPr>
        <p:spPr>
          <a:xfrm>
            <a:off x="9563099" y="4749873"/>
            <a:ext cx="3276055" cy="3301942"/>
          </a:xfrm>
          <a:custGeom>
            <a:rect b="b" l="l" r="r" t="t"/>
            <a:pathLst>
              <a:path extrusionOk="0" h="4310632" w="4025053">
                <a:moveTo>
                  <a:pt x="0" y="0"/>
                </a:moveTo>
                <a:lnTo>
                  <a:pt x="4025053" y="0"/>
                </a:lnTo>
                <a:lnTo>
                  <a:pt x="4025053" y="4310632"/>
                </a:lnTo>
                <a:lnTo>
                  <a:pt x="0" y="4310632"/>
                </a:lnTo>
                <a:lnTo>
                  <a:pt x="0" y="0"/>
                </a:lnTo>
                <a:close/>
              </a:path>
            </a:pathLst>
          </a:custGeom>
          <a:blipFill rotWithShape="1">
            <a:blip r:embed="rId5">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88"/>
                                        </p:tgtEl>
                                        <p:attrNameLst>
                                          <p:attrName>style.visibility</p:attrName>
                                        </p:attrNameLst>
                                      </p:cBhvr>
                                      <p:to>
                                        <p:strVal val="visible"/>
                                      </p:to>
                                    </p:set>
                                    <p:anim calcmode="lin" valueType="num">
                                      <p:cBhvr additive="base">
                                        <p:cTn dur="500"/>
                                        <p:tgtEl>
                                          <p:spTgt spid="388"/>
                                        </p:tgtEl>
                                        <p:attrNameLst>
                                          <p:attrName>ppt_w</p:attrName>
                                        </p:attrNameLst>
                                      </p:cBhvr>
                                      <p:tavLst>
                                        <p:tav fmla="" tm="0">
                                          <p:val>
                                            <p:strVal val="0"/>
                                          </p:val>
                                        </p:tav>
                                        <p:tav fmla="" tm="100000">
                                          <p:val>
                                            <p:strVal val="#ppt_w"/>
                                          </p:val>
                                        </p:tav>
                                      </p:tavLst>
                                    </p:anim>
                                    <p:anim calcmode="lin" valueType="num">
                                      <p:cBhvr additive="base">
                                        <p:cTn dur="500"/>
                                        <p:tgtEl>
                                          <p:spTgt spid="38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387"/>
                                        </p:tgtEl>
                                        <p:attrNameLst>
                                          <p:attrName>style.visibility</p:attrName>
                                        </p:attrNameLst>
                                      </p:cBhvr>
                                      <p:to>
                                        <p:strVal val="visible"/>
                                      </p:to>
                                    </p:set>
                                    <p:anim calcmode="lin" valueType="num">
                                      <p:cBhvr additive="base">
                                        <p:cTn dur="500"/>
                                        <p:tgtEl>
                                          <p:spTgt spid="387"/>
                                        </p:tgtEl>
                                        <p:attrNameLst>
                                          <p:attrName>ppt_w</p:attrName>
                                        </p:attrNameLst>
                                      </p:cBhvr>
                                      <p:tavLst>
                                        <p:tav fmla="" tm="0">
                                          <p:val>
                                            <p:strVal val="0"/>
                                          </p:val>
                                        </p:tav>
                                        <p:tav fmla="" tm="100000">
                                          <p:val>
                                            <p:strVal val="#ppt_w"/>
                                          </p:val>
                                        </p:tav>
                                      </p:tavLst>
                                    </p:anim>
                                    <p:anim calcmode="lin" valueType="num">
                                      <p:cBhvr additive="base">
                                        <p:cTn dur="500"/>
                                        <p:tgtEl>
                                          <p:spTgt spid="38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cxnSp>
        <p:nvCxnSpPr>
          <p:cNvPr id="401" name="Google Shape;401;p27"/>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402" name="Google Shape;402;p27"/>
          <p:cNvGrpSpPr/>
          <p:nvPr/>
        </p:nvGrpSpPr>
        <p:grpSpPr>
          <a:xfrm rot="10800000">
            <a:off x="15785084" y="-536938"/>
            <a:ext cx="7681773" cy="4260605"/>
            <a:chOff x="0" y="-38100"/>
            <a:chExt cx="406400" cy="225405"/>
          </a:xfrm>
        </p:grpSpPr>
        <p:sp>
          <p:nvSpPr>
            <p:cNvPr id="403" name="Google Shape;403;p2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04" name="Google Shape;404;p27"/>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5" name="Google Shape;405;p27"/>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406" name="Google Shape;406;p27"/>
          <p:cNvGrpSpPr/>
          <p:nvPr/>
        </p:nvGrpSpPr>
        <p:grpSpPr>
          <a:xfrm>
            <a:off x="-2718010" y="9274530"/>
            <a:ext cx="7950378" cy="1707223"/>
            <a:chOff x="0" y="-384760"/>
            <a:chExt cx="10600504" cy="2276297"/>
          </a:xfrm>
        </p:grpSpPr>
        <p:grpSp>
          <p:nvGrpSpPr>
            <p:cNvPr id="407" name="Google Shape;407;p27"/>
            <p:cNvGrpSpPr/>
            <p:nvPr/>
          </p:nvGrpSpPr>
          <p:grpSpPr>
            <a:xfrm>
              <a:off x="0" y="-384760"/>
              <a:ext cx="10600504" cy="2276297"/>
              <a:chOff x="0" y="-38100"/>
              <a:chExt cx="1049690" cy="225405"/>
            </a:xfrm>
          </p:grpSpPr>
          <p:sp>
            <p:nvSpPr>
              <p:cNvPr id="408" name="Google Shape;408;p2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09" name="Google Shape;409;p27"/>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0" name="Google Shape;410;p27"/>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1" name="Google Shape;411;p27"/>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Giao diện máy tính</a:t>
            </a:r>
            <a:endParaRPr b="1" sz="6000">
              <a:solidFill>
                <a:srgbClr val="018345"/>
              </a:solidFill>
              <a:latin typeface="Montserrat"/>
              <a:ea typeface="Montserrat"/>
              <a:cs typeface="Montserrat"/>
              <a:sym typeface="Montserrat"/>
            </a:endParaRPr>
          </a:p>
        </p:txBody>
      </p:sp>
      <p:pic>
        <p:nvPicPr>
          <p:cNvPr id="412" name="Google Shape;412;p27"/>
          <p:cNvPicPr preferRelativeResize="0"/>
          <p:nvPr/>
        </p:nvPicPr>
        <p:blipFill>
          <a:blip r:embed="rId4">
            <a:alphaModFix/>
          </a:blip>
          <a:stretch>
            <a:fillRect/>
          </a:stretch>
        </p:blipFill>
        <p:spPr>
          <a:xfrm>
            <a:off x="9370925" y="1994217"/>
            <a:ext cx="6826868" cy="80443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500"/>
                                        <p:tgtEl>
                                          <p:spTgt spid="4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cxnSp>
        <p:nvCxnSpPr>
          <p:cNvPr id="418" name="Google Shape;418;p28"/>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419" name="Google Shape;419;p28"/>
          <p:cNvGrpSpPr/>
          <p:nvPr/>
        </p:nvGrpSpPr>
        <p:grpSpPr>
          <a:xfrm rot="10800000">
            <a:off x="15785084" y="-536938"/>
            <a:ext cx="7681773" cy="4260605"/>
            <a:chOff x="0" y="-38100"/>
            <a:chExt cx="406400" cy="225405"/>
          </a:xfrm>
        </p:grpSpPr>
        <p:sp>
          <p:nvSpPr>
            <p:cNvPr id="420" name="Google Shape;420;p2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21" name="Google Shape;421;p28"/>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2" name="Google Shape;422;p28"/>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423" name="Google Shape;423;p28"/>
          <p:cNvGrpSpPr/>
          <p:nvPr/>
        </p:nvGrpSpPr>
        <p:grpSpPr>
          <a:xfrm>
            <a:off x="-2718010" y="9274530"/>
            <a:ext cx="7950378" cy="1707223"/>
            <a:chOff x="0" y="-384760"/>
            <a:chExt cx="10600504" cy="2276297"/>
          </a:xfrm>
        </p:grpSpPr>
        <p:grpSp>
          <p:nvGrpSpPr>
            <p:cNvPr id="424" name="Google Shape;424;p28"/>
            <p:cNvGrpSpPr/>
            <p:nvPr/>
          </p:nvGrpSpPr>
          <p:grpSpPr>
            <a:xfrm>
              <a:off x="0" y="-384760"/>
              <a:ext cx="10600504" cy="2276297"/>
              <a:chOff x="0" y="-38100"/>
              <a:chExt cx="1049690" cy="225405"/>
            </a:xfrm>
          </p:grpSpPr>
          <p:sp>
            <p:nvSpPr>
              <p:cNvPr id="425" name="Google Shape;425;p2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26" name="Google Shape;426;p28"/>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7" name="Google Shape;427;p28"/>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8" name="Google Shape;428;p28"/>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429" name="Google Shape;429;p28"/>
          <p:cNvSpPr txBox="1"/>
          <p:nvPr/>
        </p:nvSpPr>
        <p:spPr>
          <a:xfrm>
            <a:off x="7543800" y="1987125"/>
            <a:ext cx="8241300" cy="9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Tell me what you see in the two pictures.</a:t>
            </a:r>
            <a:endParaRPr sz="3200">
              <a:solidFill>
                <a:schemeClr val="dk1"/>
              </a:solidFill>
              <a:latin typeface="Calibri"/>
              <a:ea typeface="Calibri"/>
              <a:cs typeface="Calibri"/>
              <a:sym typeface="Calibri"/>
            </a:endParaRPr>
          </a:p>
        </p:txBody>
      </p:sp>
      <p:sp>
        <p:nvSpPr>
          <p:cNvPr id="430" name="Google Shape;430;p28"/>
          <p:cNvSpPr txBox="1"/>
          <p:nvPr/>
        </p:nvSpPr>
        <p:spPr>
          <a:xfrm>
            <a:off x="7543800" y="7506050"/>
            <a:ext cx="9909000" cy="22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3300">
                <a:solidFill>
                  <a:schemeClr val="dk1"/>
                </a:solidFill>
                <a:latin typeface="Calibri"/>
                <a:ea typeface="Calibri"/>
                <a:cs typeface="Calibri"/>
                <a:sym typeface="Calibri"/>
              </a:rPr>
              <a:t>What kind of people play these two sports?</a:t>
            </a:r>
            <a:endParaRPr sz="33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3300">
              <a:solidFill>
                <a:schemeClr val="dk1"/>
              </a:solidFill>
              <a:latin typeface="Calibri"/>
              <a:ea typeface="Calibri"/>
              <a:cs typeface="Calibri"/>
              <a:sym typeface="Calibri"/>
            </a:endParaRPr>
          </a:p>
          <a:p>
            <a:pPr indent="0" lvl="0" marL="0" rtl="0" algn="l">
              <a:spcBef>
                <a:spcPts val="0"/>
              </a:spcBef>
              <a:spcAft>
                <a:spcPts val="0"/>
              </a:spcAft>
              <a:buNone/>
            </a:pPr>
            <a:r>
              <a:rPr lang="en-US" sz="3300">
                <a:solidFill>
                  <a:schemeClr val="dk1"/>
                </a:solidFill>
                <a:latin typeface="Calibri"/>
                <a:ea typeface="Calibri"/>
                <a:cs typeface="Calibri"/>
                <a:sym typeface="Calibri"/>
              </a:rPr>
              <a:t>Which of these two sports is more difficult to play? Why?</a:t>
            </a:r>
            <a:endParaRPr sz="3300">
              <a:solidFill>
                <a:schemeClr val="dk1"/>
              </a:solidFill>
              <a:latin typeface="Calibri"/>
              <a:ea typeface="Calibri"/>
              <a:cs typeface="Calibri"/>
              <a:sym typeface="Calibri"/>
            </a:endParaRPr>
          </a:p>
        </p:txBody>
      </p:sp>
      <p:pic>
        <p:nvPicPr>
          <p:cNvPr id="431" name="Google Shape;431;p28"/>
          <p:cNvPicPr preferRelativeResize="0"/>
          <p:nvPr/>
        </p:nvPicPr>
        <p:blipFill>
          <a:blip r:embed="rId4">
            <a:alphaModFix/>
          </a:blip>
          <a:stretch>
            <a:fillRect/>
          </a:stretch>
        </p:blipFill>
        <p:spPr>
          <a:xfrm>
            <a:off x="7689213" y="3191050"/>
            <a:ext cx="8239125" cy="2990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28"/>
                                        </p:tgtEl>
                                        <p:attrNameLst>
                                          <p:attrName>style.visibility</p:attrName>
                                        </p:attrNameLst>
                                      </p:cBhvr>
                                      <p:to>
                                        <p:strVal val="visible"/>
                                      </p:to>
                                    </p:set>
                                    <p:animEffect filter="fade" transition="in">
                                      <p:cBhvr>
                                        <p:cTn dur="500"/>
                                        <p:tgtEl>
                                          <p:spTgt spid="4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cxnSp>
        <p:nvCxnSpPr>
          <p:cNvPr id="437" name="Google Shape;437;p29"/>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438" name="Google Shape;438;p29"/>
          <p:cNvGrpSpPr/>
          <p:nvPr/>
        </p:nvGrpSpPr>
        <p:grpSpPr>
          <a:xfrm rot="10800000">
            <a:off x="15785084" y="-536938"/>
            <a:ext cx="7681773" cy="4260605"/>
            <a:chOff x="0" y="-38100"/>
            <a:chExt cx="406400" cy="225405"/>
          </a:xfrm>
        </p:grpSpPr>
        <p:sp>
          <p:nvSpPr>
            <p:cNvPr id="439" name="Google Shape;439;p2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40" name="Google Shape;440;p29"/>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41" name="Google Shape;441;p29"/>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442" name="Google Shape;442;p29"/>
          <p:cNvGrpSpPr/>
          <p:nvPr/>
        </p:nvGrpSpPr>
        <p:grpSpPr>
          <a:xfrm>
            <a:off x="-2718010" y="9274530"/>
            <a:ext cx="7950378" cy="1707223"/>
            <a:chOff x="0" y="-384760"/>
            <a:chExt cx="10600504" cy="2276297"/>
          </a:xfrm>
        </p:grpSpPr>
        <p:grpSp>
          <p:nvGrpSpPr>
            <p:cNvPr id="443" name="Google Shape;443;p29"/>
            <p:cNvGrpSpPr/>
            <p:nvPr/>
          </p:nvGrpSpPr>
          <p:grpSpPr>
            <a:xfrm>
              <a:off x="0" y="-384760"/>
              <a:ext cx="10600504" cy="2276297"/>
              <a:chOff x="0" y="-38100"/>
              <a:chExt cx="1049690" cy="225405"/>
            </a:xfrm>
          </p:grpSpPr>
          <p:sp>
            <p:nvSpPr>
              <p:cNvPr id="444" name="Google Shape;444;p2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45" name="Google Shape;445;p29"/>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46" name="Google Shape;446;p29"/>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47" name="Google Shape;447;p29"/>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Lưu ý</a:t>
            </a:r>
            <a:endParaRPr b="1" sz="6000">
              <a:solidFill>
                <a:srgbClr val="018345"/>
              </a:solidFill>
              <a:latin typeface="Montserrat"/>
              <a:ea typeface="Montserrat"/>
              <a:cs typeface="Montserrat"/>
              <a:sym typeface="Montserrat"/>
            </a:endParaRPr>
          </a:p>
        </p:txBody>
      </p:sp>
      <p:sp>
        <p:nvSpPr>
          <p:cNvPr id="448" name="Google Shape;448;p29"/>
          <p:cNvSpPr/>
          <p:nvPr/>
        </p:nvSpPr>
        <p:spPr>
          <a:xfrm>
            <a:off x="8305800" y="3003502"/>
            <a:ext cx="8915400" cy="1378200"/>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45700" lIns="91425" spcFirstLastPara="1" rIns="91425" wrap="square" tIns="45700">
            <a:noAutofit/>
          </a:bodyPr>
          <a:lstStyle/>
          <a:p>
            <a:pPr indent="0" lvl="0" marL="0" rtl="0" algn="l">
              <a:spcBef>
                <a:spcPts val="0"/>
              </a:spcBef>
              <a:spcAft>
                <a:spcPts val="0"/>
              </a:spcAft>
              <a:buSzPts val="1100"/>
              <a:buNone/>
            </a:pPr>
            <a:r>
              <a:rPr lang="en-US" sz="3800">
                <a:solidFill>
                  <a:schemeClr val="dk1"/>
                </a:solidFill>
                <a:latin typeface="Calibri"/>
                <a:ea typeface="Calibri"/>
                <a:cs typeface="Calibri"/>
                <a:sym typeface="Calibri"/>
              </a:rPr>
              <a:t>Nên luyện tập so sánh hai đồ vật khác nhau.</a:t>
            </a:r>
            <a:endParaRPr sz="3800">
              <a:solidFill>
                <a:schemeClr val="dk1"/>
              </a:solidFill>
              <a:latin typeface="Calibri"/>
              <a:ea typeface="Calibri"/>
              <a:cs typeface="Calibri"/>
              <a:sym typeface="Calibri"/>
            </a:endParaRPr>
          </a:p>
        </p:txBody>
      </p:sp>
      <p:sp>
        <p:nvSpPr>
          <p:cNvPr id="449" name="Google Shape;449;p29"/>
          <p:cNvSpPr/>
          <p:nvPr/>
        </p:nvSpPr>
        <p:spPr>
          <a:xfrm>
            <a:off x="8328498" y="7213361"/>
            <a:ext cx="8915400" cy="1378200"/>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45700" lIns="91425" spcFirstLastPara="1" rIns="91425" wrap="square" tIns="45700">
            <a:noAutofit/>
          </a:bodyPr>
          <a:lstStyle/>
          <a:p>
            <a:pPr indent="0" lvl="0" marL="0" rtl="0" algn="l">
              <a:spcBef>
                <a:spcPts val="0"/>
              </a:spcBef>
              <a:spcAft>
                <a:spcPts val="0"/>
              </a:spcAft>
              <a:buSzPts val="1100"/>
              <a:buNone/>
            </a:pPr>
            <a:r>
              <a:rPr lang="en-US" sz="3800">
                <a:solidFill>
                  <a:schemeClr val="dk1"/>
                </a:solidFill>
                <a:latin typeface="Calibri"/>
                <a:ea typeface="Calibri"/>
                <a:cs typeface="Calibri"/>
                <a:sym typeface="Calibri"/>
              </a:rPr>
              <a:t>Với các câu thể hiện sự suy đoán, hãy nhớ sử dụng đúng cấu trúc ngữ pháp. </a:t>
            </a:r>
            <a:endParaRPr sz="3800">
              <a:solidFill>
                <a:schemeClr val="dk1"/>
              </a:solidFill>
              <a:latin typeface="Calibri"/>
              <a:ea typeface="Calibri"/>
              <a:cs typeface="Calibri"/>
              <a:sym typeface="Calibri"/>
            </a:endParaRPr>
          </a:p>
        </p:txBody>
      </p:sp>
      <p:sp>
        <p:nvSpPr>
          <p:cNvPr id="450" name="Google Shape;450;p29"/>
          <p:cNvSpPr/>
          <p:nvPr/>
        </p:nvSpPr>
        <p:spPr>
          <a:xfrm>
            <a:off x="8305800" y="5143500"/>
            <a:ext cx="8915400" cy="1378200"/>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45700" lIns="91425" spcFirstLastPara="1" rIns="91425" wrap="square" tIns="45700">
            <a:noAutofit/>
          </a:bodyPr>
          <a:lstStyle/>
          <a:p>
            <a:pPr indent="0" lvl="0" marL="0" rtl="0" algn="l">
              <a:spcBef>
                <a:spcPts val="0"/>
              </a:spcBef>
              <a:spcAft>
                <a:spcPts val="0"/>
              </a:spcAft>
              <a:buSzPts val="1100"/>
              <a:buNone/>
            </a:pPr>
            <a:r>
              <a:rPr lang="en-US" sz="3800">
                <a:solidFill>
                  <a:schemeClr val="dk1"/>
                </a:solidFill>
                <a:latin typeface="Calibri"/>
                <a:ea typeface="Calibri"/>
                <a:cs typeface="Calibri"/>
                <a:sym typeface="Calibri"/>
              </a:rPr>
              <a:t>Tập trung miêu tả những ưu, nhược điểm.</a:t>
            </a:r>
            <a:endParaRPr sz="3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500"/>
                                        <p:tgtEl>
                                          <p:spTgt spid="4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48"/>
                                        </p:tgtEl>
                                        <p:attrNameLst>
                                          <p:attrName>style.visibility</p:attrName>
                                        </p:attrNameLst>
                                      </p:cBhvr>
                                      <p:to>
                                        <p:strVal val="visible"/>
                                      </p:to>
                                    </p:set>
                                    <p:anim calcmode="lin" valueType="num">
                                      <p:cBhvr additive="base">
                                        <p:cTn dur="500"/>
                                        <p:tgtEl>
                                          <p:spTgt spid="44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50"/>
                                        </p:tgtEl>
                                        <p:attrNameLst>
                                          <p:attrName>style.visibility</p:attrName>
                                        </p:attrNameLst>
                                      </p:cBhvr>
                                      <p:to>
                                        <p:strVal val="visible"/>
                                      </p:to>
                                    </p:set>
                                    <p:anim calcmode="lin" valueType="num">
                                      <p:cBhvr additive="base">
                                        <p:cTn dur="500"/>
                                        <p:tgtEl>
                                          <p:spTgt spid="45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49"/>
                                        </p:tgtEl>
                                        <p:attrNameLst>
                                          <p:attrName>style.visibility</p:attrName>
                                        </p:attrNameLst>
                                      </p:cBhvr>
                                      <p:to>
                                        <p:strVal val="visible"/>
                                      </p:to>
                                    </p:set>
                                    <p:anim calcmode="lin" valueType="num">
                                      <p:cBhvr additive="base">
                                        <p:cTn dur="500"/>
                                        <p:tgtEl>
                                          <p:spTgt spid="44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cxnSp>
        <p:nvCxnSpPr>
          <p:cNvPr id="455" name="Google Shape;455;p30"/>
          <p:cNvCxnSpPr/>
          <p:nvPr/>
        </p:nvCxnSpPr>
        <p:spPr>
          <a:xfrm>
            <a:off x="5693855" y="2235185"/>
            <a:ext cx="11307300" cy="0"/>
          </a:xfrm>
          <a:prstGeom prst="straightConnector1">
            <a:avLst/>
          </a:prstGeom>
          <a:noFill/>
          <a:ln cap="flat" cmpd="sng" w="38100">
            <a:solidFill>
              <a:srgbClr val="018345"/>
            </a:solidFill>
            <a:prstDash val="solid"/>
            <a:round/>
            <a:headEnd len="sm" w="sm" type="none"/>
            <a:tailEnd len="sm" w="sm" type="none"/>
          </a:ln>
        </p:spPr>
      </p:cxnSp>
      <p:cxnSp>
        <p:nvCxnSpPr>
          <p:cNvPr id="456" name="Google Shape;456;p30"/>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457" name="Google Shape;457;p30"/>
          <p:cNvGrpSpPr/>
          <p:nvPr/>
        </p:nvGrpSpPr>
        <p:grpSpPr>
          <a:xfrm rot="10800000">
            <a:off x="15044545" y="-741517"/>
            <a:ext cx="7681773" cy="4260605"/>
            <a:chOff x="0" y="-38100"/>
            <a:chExt cx="406400" cy="225405"/>
          </a:xfrm>
        </p:grpSpPr>
        <p:sp>
          <p:nvSpPr>
            <p:cNvPr id="458" name="Google Shape;458;p3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59" name="Google Shape;459;p30"/>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460" name="Google Shape;460;p30"/>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461" name="Google Shape;461;p30"/>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462" name="Google Shape;462;p30"/>
          <p:cNvSpPr txBox="1"/>
          <p:nvPr/>
        </p:nvSpPr>
        <p:spPr>
          <a:xfrm>
            <a:off x="6705600" y="2324100"/>
            <a:ext cx="11045400" cy="831300"/>
          </a:xfrm>
          <a:prstGeom prst="rect">
            <a:avLst/>
          </a:prstGeom>
          <a:noFill/>
          <a:ln>
            <a:noFill/>
          </a:ln>
        </p:spPr>
        <p:txBody>
          <a:bodyPr anchorCtr="0" anchor="t" bIns="0" lIns="0" spcFirstLastPara="1" rIns="0" wrap="square" tIns="0">
            <a:spAutoFit/>
          </a:bodyPr>
          <a:lstStyle/>
          <a:p>
            <a:pPr indent="0" lvl="0" marL="0" rtl="0" algn="ctr">
              <a:lnSpc>
                <a:spcPct val="180092"/>
              </a:lnSpc>
              <a:spcBef>
                <a:spcPts val="0"/>
              </a:spcBef>
              <a:spcAft>
                <a:spcPts val="0"/>
              </a:spcAft>
              <a:buSzPts val="1100"/>
              <a:buNone/>
            </a:pPr>
            <a:r>
              <a:rPr b="1" lang="en-US" sz="5400">
                <a:solidFill>
                  <a:srgbClr val="018345"/>
                </a:solidFill>
                <a:latin typeface="Montserrat"/>
                <a:ea typeface="Montserrat"/>
                <a:cs typeface="Montserrat"/>
                <a:sym typeface="Montserrat"/>
              </a:rPr>
              <a:t>Part 4 bài thi nói Aptis</a:t>
            </a:r>
            <a:endParaRPr b="1" sz="7200">
              <a:solidFill>
                <a:srgbClr val="018345"/>
              </a:solidFill>
              <a:latin typeface="Montserrat"/>
              <a:ea typeface="Montserrat"/>
              <a:cs typeface="Montserrat"/>
              <a:sym typeface="Montserrat"/>
            </a:endParaRPr>
          </a:p>
        </p:txBody>
      </p:sp>
      <p:sp>
        <p:nvSpPr>
          <p:cNvPr id="463" name="Google Shape;463;p30"/>
          <p:cNvSpPr txBox="1"/>
          <p:nvPr/>
        </p:nvSpPr>
        <p:spPr>
          <a:xfrm>
            <a:off x="10182106" y="339710"/>
            <a:ext cx="2202600" cy="1917900"/>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05</a:t>
            </a:r>
            <a:endParaRPr/>
          </a:p>
        </p:txBody>
      </p:sp>
      <p:grpSp>
        <p:nvGrpSpPr>
          <p:cNvPr id="464" name="Google Shape;464;p30"/>
          <p:cNvGrpSpPr/>
          <p:nvPr/>
        </p:nvGrpSpPr>
        <p:grpSpPr>
          <a:xfrm>
            <a:off x="-2718010" y="9274530"/>
            <a:ext cx="7950378" cy="1707223"/>
            <a:chOff x="0" y="-384760"/>
            <a:chExt cx="10600504" cy="2276297"/>
          </a:xfrm>
        </p:grpSpPr>
        <p:grpSp>
          <p:nvGrpSpPr>
            <p:cNvPr id="465" name="Google Shape;465;p30"/>
            <p:cNvGrpSpPr/>
            <p:nvPr/>
          </p:nvGrpSpPr>
          <p:grpSpPr>
            <a:xfrm>
              <a:off x="0" y="-384760"/>
              <a:ext cx="10600504" cy="2276297"/>
              <a:chOff x="0" y="-38100"/>
              <a:chExt cx="1049690" cy="225405"/>
            </a:xfrm>
          </p:grpSpPr>
          <p:sp>
            <p:nvSpPr>
              <p:cNvPr id="466" name="Google Shape;466;p3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67" name="Google Shape;467;p30"/>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8" name="Google Shape;468;p30"/>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469" name="Google Shape;469;p30"/>
          <p:cNvPicPr preferRelativeResize="0"/>
          <p:nvPr/>
        </p:nvPicPr>
        <p:blipFill rotWithShape="1">
          <a:blip r:embed="rId5">
            <a:alphaModFix/>
          </a:blip>
          <a:srcRect b="0" l="0" r="0" t="0"/>
          <a:stretch/>
        </p:blipFill>
        <p:spPr>
          <a:xfrm>
            <a:off x="8915400" y="3956510"/>
            <a:ext cx="5962650" cy="5962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463"/>
                                        </p:tgtEl>
                                        <p:attrNameLst>
                                          <p:attrName>style.visibility</p:attrName>
                                        </p:attrNameLst>
                                      </p:cBhvr>
                                      <p:to>
                                        <p:strVal val="visible"/>
                                      </p:to>
                                    </p:set>
                                    <p:anim calcmode="lin" valueType="num">
                                      <p:cBhvr additive="base">
                                        <p:cTn dur="500"/>
                                        <p:tgtEl>
                                          <p:spTgt spid="463"/>
                                        </p:tgtEl>
                                        <p:attrNameLst>
                                          <p:attrName>ppt_w</p:attrName>
                                        </p:attrNameLst>
                                      </p:cBhvr>
                                      <p:tavLst>
                                        <p:tav fmla="" tm="0">
                                          <p:val>
                                            <p:strVal val="0"/>
                                          </p:val>
                                        </p:tav>
                                        <p:tav fmla="" tm="100000">
                                          <p:val>
                                            <p:strVal val="#ppt_w"/>
                                          </p:val>
                                        </p:tav>
                                      </p:tavLst>
                                    </p:anim>
                                    <p:anim calcmode="lin" valueType="num">
                                      <p:cBhvr additive="base">
                                        <p:cTn dur="500"/>
                                        <p:tgtEl>
                                          <p:spTgt spid="46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62"/>
                                        </p:tgtEl>
                                        <p:attrNameLst>
                                          <p:attrName>style.visibility</p:attrName>
                                        </p:attrNameLst>
                                      </p:cBhvr>
                                      <p:to>
                                        <p:strVal val="visible"/>
                                      </p:to>
                                    </p:set>
                                    <p:anim calcmode="lin" valueType="num">
                                      <p:cBhvr additive="base">
                                        <p:cTn dur="500"/>
                                        <p:tgtEl>
                                          <p:spTgt spid="462"/>
                                        </p:tgtEl>
                                        <p:attrNameLst>
                                          <p:attrName>ppt_w</p:attrName>
                                        </p:attrNameLst>
                                      </p:cBhvr>
                                      <p:tavLst>
                                        <p:tav fmla="" tm="0">
                                          <p:val>
                                            <p:strVal val="0"/>
                                          </p:val>
                                        </p:tav>
                                        <p:tav fmla="" tm="100000">
                                          <p:val>
                                            <p:strVal val="#ppt_w"/>
                                          </p:val>
                                        </p:tav>
                                      </p:tavLst>
                                    </p:anim>
                                    <p:anim calcmode="lin" valueType="num">
                                      <p:cBhvr additive="base">
                                        <p:cTn dur="500"/>
                                        <p:tgtEl>
                                          <p:spTgt spid="46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cxnSp>
        <p:nvCxnSpPr>
          <p:cNvPr id="475" name="Google Shape;475;p31"/>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476" name="Google Shape;476;p31"/>
          <p:cNvGrpSpPr/>
          <p:nvPr/>
        </p:nvGrpSpPr>
        <p:grpSpPr>
          <a:xfrm rot="10800000">
            <a:off x="15785084" y="-536938"/>
            <a:ext cx="7681773" cy="4260605"/>
            <a:chOff x="0" y="-38100"/>
            <a:chExt cx="406400" cy="225405"/>
          </a:xfrm>
        </p:grpSpPr>
        <p:sp>
          <p:nvSpPr>
            <p:cNvPr id="477" name="Google Shape;477;p3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78" name="Google Shape;478;p31"/>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9" name="Google Shape;479;p31"/>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480" name="Google Shape;480;p31"/>
          <p:cNvGrpSpPr/>
          <p:nvPr/>
        </p:nvGrpSpPr>
        <p:grpSpPr>
          <a:xfrm>
            <a:off x="-2718010" y="9274530"/>
            <a:ext cx="7950378" cy="1707223"/>
            <a:chOff x="0" y="-384760"/>
            <a:chExt cx="10600504" cy="2276297"/>
          </a:xfrm>
        </p:grpSpPr>
        <p:grpSp>
          <p:nvGrpSpPr>
            <p:cNvPr id="481" name="Google Shape;481;p31"/>
            <p:cNvGrpSpPr/>
            <p:nvPr/>
          </p:nvGrpSpPr>
          <p:grpSpPr>
            <a:xfrm>
              <a:off x="0" y="-384760"/>
              <a:ext cx="10600504" cy="2276297"/>
              <a:chOff x="0" y="-38100"/>
              <a:chExt cx="1049690" cy="225405"/>
            </a:xfrm>
          </p:grpSpPr>
          <p:sp>
            <p:nvSpPr>
              <p:cNvPr id="482" name="Google Shape;482;p3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83" name="Google Shape;483;p31"/>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4" name="Google Shape;484;p31"/>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5" name="Google Shape;485;p31"/>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Giao diện máy tính</a:t>
            </a:r>
            <a:endParaRPr b="1" sz="6000">
              <a:solidFill>
                <a:srgbClr val="018345"/>
              </a:solidFill>
              <a:latin typeface="Montserrat"/>
              <a:ea typeface="Montserrat"/>
              <a:cs typeface="Montserrat"/>
              <a:sym typeface="Montserrat"/>
            </a:endParaRPr>
          </a:p>
        </p:txBody>
      </p:sp>
      <p:grpSp>
        <p:nvGrpSpPr>
          <p:cNvPr id="486" name="Google Shape;486;p31"/>
          <p:cNvGrpSpPr/>
          <p:nvPr/>
        </p:nvGrpSpPr>
        <p:grpSpPr>
          <a:xfrm>
            <a:off x="8290975" y="1947350"/>
            <a:ext cx="7370550" cy="7890924"/>
            <a:chOff x="8290975" y="1947350"/>
            <a:chExt cx="7370550" cy="7890924"/>
          </a:xfrm>
        </p:grpSpPr>
        <p:pic>
          <p:nvPicPr>
            <p:cNvPr id="487" name="Google Shape;487;p31"/>
            <p:cNvPicPr preferRelativeResize="0"/>
            <p:nvPr/>
          </p:nvPicPr>
          <p:blipFill>
            <a:blip r:embed="rId4">
              <a:alphaModFix/>
            </a:blip>
            <a:stretch>
              <a:fillRect/>
            </a:stretch>
          </p:blipFill>
          <p:spPr>
            <a:xfrm>
              <a:off x="8290975" y="5885225"/>
              <a:ext cx="7333146" cy="3953049"/>
            </a:xfrm>
            <a:prstGeom prst="rect">
              <a:avLst/>
            </a:prstGeom>
            <a:noFill/>
            <a:ln>
              <a:noFill/>
            </a:ln>
          </p:spPr>
        </p:pic>
        <p:pic>
          <p:nvPicPr>
            <p:cNvPr id="488" name="Google Shape;488;p31"/>
            <p:cNvPicPr preferRelativeResize="0"/>
            <p:nvPr/>
          </p:nvPicPr>
          <p:blipFill>
            <a:blip r:embed="rId5">
              <a:alphaModFix/>
            </a:blip>
            <a:stretch>
              <a:fillRect/>
            </a:stretch>
          </p:blipFill>
          <p:spPr>
            <a:xfrm>
              <a:off x="8328349" y="1947350"/>
              <a:ext cx="7333176" cy="3953049"/>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500"/>
                                        <p:tgtEl>
                                          <p:spTgt spid="4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cxnSp>
        <p:nvCxnSpPr>
          <p:cNvPr id="494" name="Google Shape;494;p32"/>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495" name="Google Shape;495;p32"/>
          <p:cNvGrpSpPr/>
          <p:nvPr/>
        </p:nvGrpSpPr>
        <p:grpSpPr>
          <a:xfrm rot="10800000">
            <a:off x="15785084" y="-536938"/>
            <a:ext cx="7681773" cy="4260605"/>
            <a:chOff x="0" y="-38100"/>
            <a:chExt cx="406400" cy="225405"/>
          </a:xfrm>
        </p:grpSpPr>
        <p:sp>
          <p:nvSpPr>
            <p:cNvPr id="496" name="Google Shape;496;p3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97" name="Google Shape;497;p32"/>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98" name="Google Shape;498;p32"/>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499" name="Google Shape;499;p32"/>
          <p:cNvGrpSpPr/>
          <p:nvPr/>
        </p:nvGrpSpPr>
        <p:grpSpPr>
          <a:xfrm>
            <a:off x="-2718010" y="9274530"/>
            <a:ext cx="7950378" cy="1707223"/>
            <a:chOff x="0" y="-384760"/>
            <a:chExt cx="10600504" cy="2276297"/>
          </a:xfrm>
        </p:grpSpPr>
        <p:grpSp>
          <p:nvGrpSpPr>
            <p:cNvPr id="500" name="Google Shape;500;p32"/>
            <p:cNvGrpSpPr/>
            <p:nvPr/>
          </p:nvGrpSpPr>
          <p:grpSpPr>
            <a:xfrm>
              <a:off x="0" y="-384760"/>
              <a:ext cx="10600504" cy="2276297"/>
              <a:chOff x="0" y="-38100"/>
              <a:chExt cx="1049690" cy="225405"/>
            </a:xfrm>
          </p:grpSpPr>
          <p:sp>
            <p:nvSpPr>
              <p:cNvPr id="501" name="Google Shape;501;p3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02" name="Google Shape;502;p32"/>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3" name="Google Shape;503;p32"/>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4" name="Google Shape;504;p32"/>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505" name="Google Shape;505;p32"/>
          <p:cNvSpPr txBox="1"/>
          <p:nvPr/>
        </p:nvSpPr>
        <p:spPr>
          <a:xfrm>
            <a:off x="7543800" y="6976825"/>
            <a:ext cx="10265100" cy="2981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400">
                <a:solidFill>
                  <a:schemeClr val="dk1"/>
                </a:solidFill>
                <a:latin typeface="Calibri"/>
                <a:ea typeface="Calibri"/>
                <a:cs typeface="Calibri"/>
                <a:sym typeface="Calibri"/>
              </a:rPr>
              <a:t>Tell me a time when you were on your own.</a:t>
            </a:r>
            <a:endParaRPr sz="34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400">
                <a:solidFill>
                  <a:schemeClr val="dk1"/>
                </a:solidFill>
                <a:latin typeface="Calibri"/>
                <a:ea typeface="Calibri"/>
                <a:cs typeface="Calibri"/>
                <a:sym typeface="Calibri"/>
              </a:rPr>
              <a:t>How did you feel about it?</a:t>
            </a:r>
            <a:endParaRPr sz="34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400">
                <a:solidFill>
                  <a:schemeClr val="dk1"/>
                </a:solidFill>
                <a:latin typeface="Calibri"/>
                <a:ea typeface="Calibri"/>
                <a:cs typeface="Calibri"/>
                <a:sym typeface="Calibri"/>
              </a:rPr>
              <a:t>What are some of the ways of passing time on your own?</a:t>
            </a:r>
            <a:endParaRPr sz="3400">
              <a:solidFill>
                <a:schemeClr val="dk1"/>
              </a:solidFill>
              <a:latin typeface="Calibri"/>
              <a:ea typeface="Calibri"/>
              <a:cs typeface="Calibri"/>
              <a:sym typeface="Calibri"/>
            </a:endParaRPr>
          </a:p>
        </p:txBody>
      </p:sp>
      <p:pic>
        <p:nvPicPr>
          <p:cNvPr id="506" name="Google Shape;506;p32"/>
          <p:cNvPicPr preferRelativeResize="0"/>
          <p:nvPr/>
        </p:nvPicPr>
        <p:blipFill>
          <a:blip r:embed="rId4">
            <a:alphaModFix/>
          </a:blip>
          <a:stretch>
            <a:fillRect/>
          </a:stretch>
        </p:blipFill>
        <p:spPr>
          <a:xfrm>
            <a:off x="7543800" y="3010075"/>
            <a:ext cx="5019675" cy="3352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04"/>
                                        </p:tgtEl>
                                        <p:attrNameLst>
                                          <p:attrName>style.visibility</p:attrName>
                                        </p:attrNameLst>
                                      </p:cBhvr>
                                      <p:to>
                                        <p:strVal val="visible"/>
                                      </p:to>
                                    </p:set>
                                    <p:animEffect filter="fade" transition="in">
                                      <p:cBhvr>
                                        <p:cTn dur="500"/>
                                        <p:tgtEl>
                                          <p:spTgt spid="5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cxnSp>
        <p:nvCxnSpPr>
          <p:cNvPr id="512" name="Google Shape;512;p33"/>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513" name="Google Shape;513;p33"/>
          <p:cNvGrpSpPr/>
          <p:nvPr/>
        </p:nvGrpSpPr>
        <p:grpSpPr>
          <a:xfrm rot="10800000">
            <a:off x="15785084" y="-536938"/>
            <a:ext cx="7681773" cy="4260605"/>
            <a:chOff x="0" y="-38100"/>
            <a:chExt cx="406400" cy="225405"/>
          </a:xfrm>
        </p:grpSpPr>
        <p:sp>
          <p:nvSpPr>
            <p:cNvPr id="514" name="Google Shape;514;p3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15" name="Google Shape;515;p33"/>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6" name="Google Shape;516;p33"/>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517" name="Google Shape;517;p33"/>
          <p:cNvGrpSpPr/>
          <p:nvPr/>
        </p:nvGrpSpPr>
        <p:grpSpPr>
          <a:xfrm>
            <a:off x="-2718010" y="9274530"/>
            <a:ext cx="7950378" cy="1707223"/>
            <a:chOff x="0" y="-384760"/>
            <a:chExt cx="10600504" cy="2276297"/>
          </a:xfrm>
        </p:grpSpPr>
        <p:grpSp>
          <p:nvGrpSpPr>
            <p:cNvPr id="518" name="Google Shape;518;p33"/>
            <p:cNvGrpSpPr/>
            <p:nvPr/>
          </p:nvGrpSpPr>
          <p:grpSpPr>
            <a:xfrm>
              <a:off x="0" y="-384760"/>
              <a:ext cx="10600504" cy="2276297"/>
              <a:chOff x="0" y="-38100"/>
              <a:chExt cx="1049690" cy="225405"/>
            </a:xfrm>
          </p:grpSpPr>
          <p:sp>
            <p:nvSpPr>
              <p:cNvPr id="519" name="Google Shape;519;p3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20" name="Google Shape;520;p33"/>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21" name="Google Shape;521;p33"/>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22" name="Google Shape;522;p33"/>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Lưu ý</a:t>
            </a:r>
            <a:endParaRPr b="1" sz="6000">
              <a:solidFill>
                <a:srgbClr val="018345"/>
              </a:solidFill>
              <a:latin typeface="Montserrat"/>
              <a:ea typeface="Montserrat"/>
              <a:cs typeface="Montserrat"/>
              <a:sym typeface="Montserrat"/>
            </a:endParaRPr>
          </a:p>
        </p:txBody>
      </p:sp>
      <p:sp>
        <p:nvSpPr>
          <p:cNvPr id="523" name="Google Shape;523;p33"/>
          <p:cNvSpPr/>
          <p:nvPr/>
        </p:nvSpPr>
        <p:spPr>
          <a:xfrm>
            <a:off x="8305800" y="2333700"/>
            <a:ext cx="8915400" cy="2048100"/>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45700" lIns="91425" spcFirstLastPara="1" rIns="91425" wrap="square" tIns="45700">
            <a:noAutofit/>
          </a:bodyPr>
          <a:lstStyle/>
          <a:p>
            <a:pPr indent="0" lvl="0" marL="0" rtl="0" algn="l">
              <a:spcBef>
                <a:spcPts val="0"/>
              </a:spcBef>
              <a:spcAft>
                <a:spcPts val="0"/>
              </a:spcAft>
              <a:buSzPts val="1100"/>
              <a:buNone/>
            </a:pPr>
            <a:r>
              <a:rPr lang="en-US" sz="3800">
                <a:solidFill>
                  <a:schemeClr val="dk1"/>
                </a:solidFill>
                <a:latin typeface="Calibri"/>
                <a:ea typeface="Calibri"/>
                <a:cs typeface="Calibri"/>
                <a:sym typeface="Calibri"/>
              </a:rPr>
              <a:t>Một lỗi phổ biến là chỉ miêu tả bức ảnh. Hãy nhớ, bạn sẽ không ghi điểm cao nếu chỉ đơn thuần miêu tả bức ảnh.</a:t>
            </a:r>
            <a:endParaRPr sz="3800">
              <a:solidFill>
                <a:schemeClr val="dk1"/>
              </a:solidFill>
              <a:latin typeface="Calibri"/>
              <a:ea typeface="Calibri"/>
              <a:cs typeface="Calibri"/>
              <a:sym typeface="Calibri"/>
            </a:endParaRPr>
          </a:p>
        </p:txBody>
      </p:sp>
      <p:sp>
        <p:nvSpPr>
          <p:cNvPr id="524" name="Google Shape;524;p33"/>
          <p:cNvSpPr/>
          <p:nvPr/>
        </p:nvSpPr>
        <p:spPr>
          <a:xfrm>
            <a:off x="8328498" y="7213361"/>
            <a:ext cx="8915400" cy="1378200"/>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45700" lIns="91425" spcFirstLastPara="1" rIns="91425" wrap="square" tIns="45700">
            <a:noAutofit/>
          </a:bodyPr>
          <a:lstStyle/>
          <a:p>
            <a:pPr indent="0" lvl="0" marL="0" rtl="0" algn="l">
              <a:spcBef>
                <a:spcPts val="0"/>
              </a:spcBef>
              <a:spcAft>
                <a:spcPts val="0"/>
              </a:spcAft>
              <a:buSzPts val="1100"/>
              <a:buNone/>
            </a:pPr>
            <a:r>
              <a:rPr lang="en-US" sz="3800">
                <a:solidFill>
                  <a:schemeClr val="dk1"/>
                </a:solidFill>
                <a:latin typeface="Calibri"/>
                <a:ea typeface="Calibri"/>
                <a:cs typeface="Calibri"/>
                <a:sym typeface="Calibri"/>
              </a:rPr>
              <a:t>Sử dụng thời gian chuẩn bị thật thông</a:t>
            </a:r>
            <a:endParaRPr sz="3800">
              <a:solidFill>
                <a:schemeClr val="dk1"/>
              </a:solidFill>
              <a:latin typeface="Calibri"/>
              <a:ea typeface="Calibri"/>
              <a:cs typeface="Calibri"/>
              <a:sym typeface="Calibri"/>
            </a:endParaRPr>
          </a:p>
          <a:p>
            <a:pPr indent="0" lvl="0" marL="0" rtl="0" algn="l">
              <a:spcBef>
                <a:spcPts val="0"/>
              </a:spcBef>
              <a:spcAft>
                <a:spcPts val="0"/>
              </a:spcAft>
              <a:buSzPts val="1100"/>
              <a:buNone/>
            </a:pPr>
            <a:r>
              <a:rPr lang="en-US" sz="3800">
                <a:solidFill>
                  <a:schemeClr val="dk1"/>
                </a:solidFill>
                <a:latin typeface="Calibri"/>
                <a:ea typeface="Calibri"/>
                <a:cs typeface="Calibri"/>
                <a:sym typeface="Calibri"/>
              </a:rPr>
              <a:t>minh.</a:t>
            </a:r>
            <a:endParaRPr sz="3800">
              <a:solidFill>
                <a:schemeClr val="dk1"/>
              </a:solidFill>
              <a:latin typeface="Calibri"/>
              <a:ea typeface="Calibri"/>
              <a:cs typeface="Calibri"/>
              <a:sym typeface="Calibri"/>
            </a:endParaRPr>
          </a:p>
        </p:txBody>
      </p:sp>
      <p:sp>
        <p:nvSpPr>
          <p:cNvPr id="525" name="Google Shape;525;p33"/>
          <p:cNvSpPr/>
          <p:nvPr/>
        </p:nvSpPr>
        <p:spPr>
          <a:xfrm>
            <a:off x="8305800" y="5143500"/>
            <a:ext cx="8915400" cy="1378200"/>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45700" lIns="91425" spcFirstLastPara="1" rIns="91425" wrap="square" tIns="45700">
            <a:noAutofit/>
          </a:bodyPr>
          <a:lstStyle/>
          <a:p>
            <a:pPr indent="0" lvl="0" marL="0" rtl="0" algn="l">
              <a:spcBef>
                <a:spcPts val="0"/>
              </a:spcBef>
              <a:spcAft>
                <a:spcPts val="0"/>
              </a:spcAft>
              <a:buSzPts val="1100"/>
              <a:buNone/>
            </a:pPr>
            <a:r>
              <a:rPr lang="en-US" sz="3800">
                <a:solidFill>
                  <a:schemeClr val="dk1"/>
                </a:solidFill>
                <a:latin typeface="Calibri"/>
                <a:ea typeface="Calibri"/>
                <a:cs typeface="Calibri"/>
                <a:sym typeface="Calibri"/>
              </a:rPr>
              <a:t>Tập trung trả lời mỗi câu hỏi một cách rõ ràng, trơn tru và có cấu trúc rõ ràng.</a:t>
            </a:r>
            <a:endParaRPr sz="3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22"/>
                                        </p:tgtEl>
                                        <p:attrNameLst>
                                          <p:attrName>style.visibility</p:attrName>
                                        </p:attrNameLst>
                                      </p:cBhvr>
                                      <p:to>
                                        <p:strVal val="visible"/>
                                      </p:to>
                                    </p:set>
                                    <p:animEffect filter="fade" transition="in">
                                      <p:cBhvr>
                                        <p:cTn dur="500"/>
                                        <p:tgtEl>
                                          <p:spTgt spid="5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23"/>
                                        </p:tgtEl>
                                        <p:attrNameLst>
                                          <p:attrName>style.visibility</p:attrName>
                                        </p:attrNameLst>
                                      </p:cBhvr>
                                      <p:to>
                                        <p:strVal val="visible"/>
                                      </p:to>
                                    </p:set>
                                    <p:anim calcmode="lin" valueType="num">
                                      <p:cBhvr additive="base">
                                        <p:cTn dur="500"/>
                                        <p:tgtEl>
                                          <p:spTgt spid="52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25"/>
                                        </p:tgtEl>
                                        <p:attrNameLst>
                                          <p:attrName>style.visibility</p:attrName>
                                        </p:attrNameLst>
                                      </p:cBhvr>
                                      <p:to>
                                        <p:strVal val="visible"/>
                                      </p:to>
                                    </p:set>
                                    <p:anim calcmode="lin" valueType="num">
                                      <p:cBhvr additive="base">
                                        <p:cTn dur="500"/>
                                        <p:tgtEl>
                                          <p:spTgt spid="52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24"/>
                                        </p:tgtEl>
                                        <p:attrNameLst>
                                          <p:attrName>style.visibility</p:attrName>
                                        </p:attrNameLst>
                                      </p:cBhvr>
                                      <p:to>
                                        <p:strVal val="visible"/>
                                      </p:to>
                                    </p:set>
                                    <p:anim calcmode="lin" valueType="num">
                                      <p:cBhvr additive="base">
                                        <p:cTn dur="500"/>
                                        <p:tgtEl>
                                          <p:spTgt spid="52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cxnSp>
        <p:nvCxnSpPr>
          <p:cNvPr id="531" name="Google Shape;531;p34"/>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532" name="Google Shape;532;p34"/>
          <p:cNvGrpSpPr/>
          <p:nvPr/>
        </p:nvGrpSpPr>
        <p:grpSpPr>
          <a:xfrm rot="10800000">
            <a:off x="15785084" y="-536938"/>
            <a:ext cx="7681773" cy="4260605"/>
            <a:chOff x="0" y="-38100"/>
            <a:chExt cx="406400" cy="225405"/>
          </a:xfrm>
        </p:grpSpPr>
        <p:sp>
          <p:nvSpPr>
            <p:cNvPr id="533" name="Google Shape;533;p3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34" name="Google Shape;534;p34"/>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35" name="Google Shape;535;p34"/>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536" name="Google Shape;536;p34"/>
          <p:cNvGrpSpPr/>
          <p:nvPr/>
        </p:nvGrpSpPr>
        <p:grpSpPr>
          <a:xfrm>
            <a:off x="-2718010" y="9274530"/>
            <a:ext cx="7950378" cy="1707223"/>
            <a:chOff x="0" y="-384760"/>
            <a:chExt cx="10600504" cy="2276297"/>
          </a:xfrm>
        </p:grpSpPr>
        <p:grpSp>
          <p:nvGrpSpPr>
            <p:cNvPr id="537" name="Google Shape;537;p34"/>
            <p:cNvGrpSpPr/>
            <p:nvPr/>
          </p:nvGrpSpPr>
          <p:grpSpPr>
            <a:xfrm>
              <a:off x="0" y="-384760"/>
              <a:ext cx="10600504" cy="2276297"/>
              <a:chOff x="0" y="-38100"/>
              <a:chExt cx="1049690" cy="225405"/>
            </a:xfrm>
          </p:grpSpPr>
          <p:sp>
            <p:nvSpPr>
              <p:cNvPr id="538" name="Google Shape;538;p3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39" name="Google Shape;539;p34"/>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40" name="Google Shape;540;p34"/>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41" name="Google Shape;541;p34"/>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Lưu ý chung</a:t>
            </a:r>
            <a:endParaRPr b="1" sz="6000">
              <a:solidFill>
                <a:srgbClr val="018345"/>
              </a:solidFill>
              <a:latin typeface="Montserrat"/>
              <a:ea typeface="Montserrat"/>
              <a:cs typeface="Montserrat"/>
              <a:sym typeface="Montserrat"/>
            </a:endParaRPr>
          </a:p>
        </p:txBody>
      </p:sp>
      <p:sp>
        <p:nvSpPr>
          <p:cNvPr id="542" name="Google Shape;542;p34"/>
          <p:cNvSpPr/>
          <p:nvPr/>
        </p:nvSpPr>
        <p:spPr>
          <a:xfrm>
            <a:off x="7372825" y="2219700"/>
            <a:ext cx="10555500" cy="7468800"/>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45700" lIns="91425" spcFirstLastPara="1" rIns="91425" wrap="square" tIns="45700">
            <a:noAutofit/>
          </a:bodyPr>
          <a:lstStyle/>
          <a:p>
            <a:pPr indent="-469900" lvl="0" marL="457200" rtl="0" algn="l">
              <a:lnSpc>
                <a:spcPct val="150000"/>
              </a:lnSpc>
              <a:spcBef>
                <a:spcPts val="0"/>
              </a:spcBef>
              <a:spcAft>
                <a:spcPts val="0"/>
              </a:spcAft>
              <a:buClr>
                <a:schemeClr val="dk1"/>
              </a:buClr>
              <a:buSzPts val="3800"/>
              <a:buFont typeface="Calibri"/>
              <a:buChar char="-"/>
            </a:pPr>
            <a:r>
              <a:rPr lang="en-US" sz="3800">
                <a:solidFill>
                  <a:schemeClr val="dk1"/>
                </a:solidFill>
                <a:latin typeface="Calibri"/>
                <a:ea typeface="Calibri"/>
                <a:cs typeface="Calibri"/>
                <a:sym typeface="Calibri"/>
              </a:rPr>
              <a:t>Hiểu câu hỏi để trả lời đầy đủ và chính xác.</a:t>
            </a:r>
            <a:endParaRPr sz="3800">
              <a:solidFill>
                <a:schemeClr val="dk1"/>
              </a:solidFill>
              <a:latin typeface="Calibri"/>
              <a:ea typeface="Calibri"/>
              <a:cs typeface="Calibri"/>
              <a:sym typeface="Calibri"/>
            </a:endParaRPr>
          </a:p>
          <a:p>
            <a:pPr indent="-469900" lvl="0" marL="457200" rtl="0" algn="l">
              <a:lnSpc>
                <a:spcPct val="150000"/>
              </a:lnSpc>
              <a:spcBef>
                <a:spcPts val="0"/>
              </a:spcBef>
              <a:spcAft>
                <a:spcPts val="0"/>
              </a:spcAft>
              <a:buClr>
                <a:schemeClr val="dk1"/>
              </a:buClr>
              <a:buSzPts val="3800"/>
              <a:buFont typeface="Calibri"/>
              <a:buChar char="-"/>
            </a:pPr>
            <a:r>
              <a:rPr lang="en-US" sz="3800">
                <a:solidFill>
                  <a:schemeClr val="dk1"/>
                </a:solidFill>
                <a:latin typeface="Calibri"/>
                <a:ea typeface="Calibri"/>
                <a:cs typeface="Calibri"/>
                <a:sym typeface="Calibri"/>
              </a:rPr>
              <a:t>Giải thích và mở rộng câu hỏi.</a:t>
            </a:r>
            <a:endParaRPr sz="3800">
              <a:solidFill>
                <a:schemeClr val="dk1"/>
              </a:solidFill>
              <a:latin typeface="Calibri"/>
              <a:ea typeface="Calibri"/>
              <a:cs typeface="Calibri"/>
              <a:sym typeface="Calibri"/>
            </a:endParaRPr>
          </a:p>
          <a:p>
            <a:pPr indent="-469900" lvl="0" marL="457200" rtl="0" algn="l">
              <a:lnSpc>
                <a:spcPct val="150000"/>
              </a:lnSpc>
              <a:spcBef>
                <a:spcPts val="0"/>
              </a:spcBef>
              <a:spcAft>
                <a:spcPts val="0"/>
              </a:spcAft>
              <a:buClr>
                <a:schemeClr val="dk1"/>
              </a:buClr>
              <a:buSzPts val="3800"/>
              <a:buFont typeface="Calibri"/>
              <a:buChar char="-"/>
            </a:pPr>
            <a:r>
              <a:rPr lang="en-US" sz="3800">
                <a:solidFill>
                  <a:schemeClr val="dk1"/>
                </a:solidFill>
                <a:latin typeface="Calibri"/>
                <a:ea typeface="Calibri"/>
                <a:cs typeface="Calibri"/>
                <a:sym typeface="Calibri"/>
              </a:rPr>
              <a:t>Tập trung vào thông điệp cần truyền tải.</a:t>
            </a:r>
            <a:endParaRPr sz="3800">
              <a:solidFill>
                <a:schemeClr val="dk1"/>
              </a:solidFill>
              <a:latin typeface="Calibri"/>
              <a:ea typeface="Calibri"/>
              <a:cs typeface="Calibri"/>
              <a:sym typeface="Calibri"/>
            </a:endParaRPr>
          </a:p>
          <a:p>
            <a:pPr indent="-469900" lvl="0" marL="457200" rtl="0" algn="l">
              <a:lnSpc>
                <a:spcPct val="150000"/>
              </a:lnSpc>
              <a:spcBef>
                <a:spcPts val="0"/>
              </a:spcBef>
              <a:spcAft>
                <a:spcPts val="0"/>
              </a:spcAft>
              <a:buClr>
                <a:schemeClr val="dk1"/>
              </a:buClr>
              <a:buSzPts val="3800"/>
              <a:buFont typeface="Calibri"/>
              <a:buChar char="-"/>
            </a:pPr>
            <a:r>
              <a:rPr lang="en-US" sz="3800">
                <a:solidFill>
                  <a:schemeClr val="dk1"/>
                </a:solidFill>
                <a:latin typeface="Calibri"/>
                <a:ea typeface="Calibri"/>
                <a:cs typeface="Calibri"/>
                <a:sym typeface="Calibri"/>
              </a:rPr>
              <a:t>Luyện tập thường xuyên và tự ghi âm, nghe lại bài để chỉnh sửa.</a:t>
            </a:r>
            <a:endParaRPr sz="3800">
              <a:solidFill>
                <a:schemeClr val="dk1"/>
              </a:solidFill>
              <a:latin typeface="Calibri"/>
              <a:ea typeface="Calibri"/>
              <a:cs typeface="Calibri"/>
              <a:sym typeface="Calibri"/>
            </a:endParaRPr>
          </a:p>
          <a:p>
            <a:pPr indent="-469900" lvl="0" marL="457200" rtl="0" algn="l">
              <a:lnSpc>
                <a:spcPct val="150000"/>
              </a:lnSpc>
              <a:spcBef>
                <a:spcPts val="0"/>
              </a:spcBef>
              <a:spcAft>
                <a:spcPts val="0"/>
              </a:spcAft>
              <a:buClr>
                <a:schemeClr val="dk1"/>
              </a:buClr>
              <a:buSzPts val="3800"/>
              <a:buFont typeface="Calibri"/>
              <a:buChar char="-"/>
            </a:pPr>
            <a:r>
              <a:rPr lang="en-US" sz="3800">
                <a:solidFill>
                  <a:schemeClr val="dk1"/>
                </a:solidFill>
                <a:latin typeface="Calibri"/>
                <a:ea typeface="Calibri"/>
                <a:cs typeface="Calibri"/>
                <a:sym typeface="Calibri"/>
              </a:rPr>
              <a:t>Sử dụng đúng ngữ pháp, từ vựng, phát âm.</a:t>
            </a:r>
            <a:endParaRPr sz="3800">
              <a:solidFill>
                <a:schemeClr val="dk1"/>
              </a:solidFill>
              <a:latin typeface="Calibri"/>
              <a:ea typeface="Calibri"/>
              <a:cs typeface="Calibri"/>
              <a:sym typeface="Calibri"/>
            </a:endParaRPr>
          </a:p>
          <a:p>
            <a:pPr indent="-469900" lvl="0" marL="457200" rtl="0" algn="l">
              <a:lnSpc>
                <a:spcPct val="150000"/>
              </a:lnSpc>
              <a:spcBef>
                <a:spcPts val="0"/>
              </a:spcBef>
              <a:spcAft>
                <a:spcPts val="0"/>
              </a:spcAft>
              <a:buClr>
                <a:schemeClr val="dk1"/>
              </a:buClr>
              <a:buSzPts val="3800"/>
              <a:buFont typeface="Calibri"/>
              <a:buChar char="-"/>
            </a:pPr>
            <a:r>
              <a:rPr lang="en-US" sz="3800">
                <a:solidFill>
                  <a:schemeClr val="dk1"/>
                </a:solidFill>
                <a:latin typeface="Calibri"/>
                <a:ea typeface="Calibri"/>
                <a:cs typeface="Calibri"/>
                <a:sym typeface="Calibri"/>
              </a:rPr>
              <a:t>Nói trôi chảy và sắp xếp ý trong bài nói hợp lý.</a:t>
            </a:r>
            <a:endParaRPr sz="3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41"/>
                                        </p:tgtEl>
                                        <p:attrNameLst>
                                          <p:attrName>style.visibility</p:attrName>
                                        </p:attrNameLst>
                                      </p:cBhvr>
                                      <p:to>
                                        <p:strVal val="visible"/>
                                      </p:to>
                                    </p:set>
                                    <p:animEffect filter="fade" transition="in">
                                      <p:cBhvr>
                                        <p:cTn dur="500"/>
                                        <p:tgtEl>
                                          <p:spTgt spid="5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42"/>
                                        </p:tgtEl>
                                        <p:attrNameLst>
                                          <p:attrName>style.visibility</p:attrName>
                                        </p:attrNameLst>
                                      </p:cBhvr>
                                      <p:to>
                                        <p:strVal val="visible"/>
                                      </p:to>
                                    </p:set>
                                    <p:anim calcmode="lin" valueType="num">
                                      <p:cBhvr additive="base">
                                        <p:cTn dur="500"/>
                                        <p:tgtEl>
                                          <p:spTgt spid="54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2">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cxnSp>
        <p:nvCxnSpPr>
          <p:cNvPr id="548" name="Google Shape;548;p35"/>
          <p:cNvCxnSpPr/>
          <p:nvPr/>
        </p:nvCxnSpPr>
        <p:spPr>
          <a:xfrm>
            <a:off x="5693855" y="2057171"/>
            <a:ext cx="11307428" cy="0"/>
          </a:xfrm>
          <a:prstGeom prst="straightConnector1">
            <a:avLst/>
          </a:prstGeom>
          <a:noFill/>
          <a:ln cap="flat" cmpd="sng" w="38100">
            <a:solidFill>
              <a:srgbClr val="018345"/>
            </a:solidFill>
            <a:prstDash val="solid"/>
            <a:round/>
            <a:headEnd len="sm" w="sm" type="none"/>
            <a:tailEnd len="sm" w="sm" type="none"/>
          </a:ln>
        </p:spPr>
      </p:cxnSp>
      <p:cxnSp>
        <p:nvCxnSpPr>
          <p:cNvPr id="549" name="Google Shape;549;p3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550" name="Google Shape;550;p35"/>
          <p:cNvGrpSpPr/>
          <p:nvPr/>
        </p:nvGrpSpPr>
        <p:grpSpPr>
          <a:xfrm rot="10800000">
            <a:off x="15044552" y="-741521"/>
            <a:ext cx="7681766" cy="4260610"/>
            <a:chOff x="0" y="-38100"/>
            <a:chExt cx="406400" cy="225405"/>
          </a:xfrm>
        </p:grpSpPr>
        <p:sp>
          <p:nvSpPr>
            <p:cNvPr id="551" name="Google Shape;551;p3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52" name="Google Shape;552;p3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553" name="Google Shape;553;p35"/>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554" name="Google Shape;554;p35"/>
          <p:cNvSpPr/>
          <p:nvPr/>
        </p:nvSpPr>
        <p:spPr>
          <a:xfrm>
            <a:off x="18157088" y="171450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555" name="Google Shape;555;p35"/>
          <p:cNvGrpSpPr/>
          <p:nvPr/>
        </p:nvGrpSpPr>
        <p:grpSpPr>
          <a:xfrm rot="10800000">
            <a:off x="15828686" y="-13843"/>
            <a:ext cx="7681766" cy="4260610"/>
            <a:chOff x="0" y="-38100"/>
            <a:chExt cx="406400" cy="225405"/>
          </a:xfrm>
        </p:grpSpPr>
        <p:sp>
          <p:nvSpPr>
            <p:cNvPr id="556" name="Google Shape;556;p3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146">
                <a:alpha val="80000"/>
              </a:srgbClr>
            </a:solidFill>
            <a:ln>
              <a:noFill/>
            </a:ln>
          </p:spPr>
        </p:sp>
        <p:sp>
          <p:nvSpPr>
            <p:cNvPr id="557" name="Google Shape;557;p3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58" name="Google Shape;558;p35"/>
          <p:cNvSpPr txBox="1"/>
          <p:nvPr/>
        </p:nvSpPr>
        <p:spPr>
          <a:xfrm>
            <a:off x="5696245" y="2603735"/>
            <a:ext cx="11565445" cy="5114861"/>
          </a:xfrm>
          <a:prstGeom prst="rect">
            <a:avLst/>
          </a:prstGeom>
          <a:noFill/>
          <a:ln>
            <a:noFill/>
          </a:ln>
        </p:spPr>
        <p:txBody>
          <a:bodyPr anchorCtr="0" anchor="t" bIns="0" lIns="0" spcFirstLastPara="1" rIns="0" wrap="square" tIns="0">
            <a:spAutoFit/>
          </a:bodyPr>
          <a:lstStyle/>
          <a:p>
            <a:pPr indent="0" lvl="0" marL="0" marR="0" rtl="0" algn="ctr">
              <a:lnSpc>
                <a:spcPct val="134999"/>
              </a:lnSpc>
              <a:spcBef>
                <a:spcPts val="0"/>
              </a:spcBef>
              <a:spcAft>
                <a:spcPts val="0"/>
              </a:spcAft>
              <a:buNone/>
            </a:pPr>
            <a:r>
              <a:rPr b="1" lang="en-US" sz="10003">
                <a:solidFill>
                  <a:srgbClr val="018345"/>
                </a:solidFill>
                <a:latin typeface="Roboto"/>
                <a:ea typeface="Roboto"/>
                <a:cs typeface="Roboto"/>
                <a:sym typeface="Roboto"/>
              </a:rPr>
              <a:t>Cảm ơn các bạn đã chú ý theo dõi!</a:t>
            </a:r>
            <a:endParaRPr/>
          </a:p>
          <a:p>
            <a:pPr indent="0" lvl="0" marL="0" marR="0" rtl="0" algn="ctr">
              <a:lnSpc>
                <a:spcPct val="134999"/>
              </a:lnSpc>
              <a:spcBef>
                <a:spcPts val="0"/>
              </a:spcBef>
              <a:spcAft>
                <a:spcPts val="0"/>
              </a:spcAft>
              <a:buNone/>
            </a:pPr>
            <a:r>
              <a:t/>
            </a:r>
            <a:endParaRPr b="1" sz="10003">
              <a:solidFill>
                <a:srgbClr val="018345"/>
              </a:solidFill>
              <a:latin typeface="Roboto"/>
              <a:ea typeface="Roboto"/>
              <a:cs typeface="Roboto"/>
              <a:sym typeface="Roboto"/>
            </a:endParaRPr>
          </a:p>
        </p:txBody>
      </p:sp>
      <p:grpSp>
        <p:nvGrpSpPr>
          <p:cNvPr id="559" name="Google Shape;559;p35"/>
          <p:cNvGrpSpPr/>
          <p:nvPr/>
        </p:nvGrpSpPr>
        <p:grpSpPr>
          <a:xfrm>
            <a:off x="5693855" y="6543482"/>
            <a:ext cx="11567835" cy="1261722"/>
            <a:chOff x="5693855" y="7590172"/>
            <a:chExt cx="11567835" cy="1261722"/>
          </a:xfrm>
        </p:grpSpPr>
        <p:grpSp>
          <p:nvGrpSpPr>
            <p:cNvPr id="560" name="Google Shape;560;p35"/>
            <p:cNvGrpSpPr/>
            <p:nvPr/>
          </p:nvGrpSpPr>
          <p:grpSpPr>
            <a:xfrm>
              <a:off x="5693855" y="7590172"/>
              <a:ext cx="11567834" cy="1261722"/>
              <a:chOff x="0" y="-38100"/>
              <a:chExt cx="3046672" cy="332305"/>
            </a:xfrm>
          </p:grpSpPr>
          <p:sp>
            <p:nvSpPr>
              <p:cNvPr id="561" name="Google Shape;561;p35"/>
              <p:cNvSpPr/>
              <p:nvPr/>
            </p:nvSpPr>
            <p:spPr>
              <a:xfrm>
                <a:off x="0" y="0"/>
                <a:ext cx="3046672" cy="294205"/>
              </a:xfrm>
              <a:custGeom>
                <a:rect b="b" l="l" r="r" t="t"/>
                <a:pathLst>
                  <a:path extrusionOk="0" h="294205" w="3046672">
                    <a:moveTo>
                      <a:pt x="0" y="0"/>
                    </a:moveTo>
                    <a:lnTo>
                      <a:pt x="3046672" y="0"/>
                    </a:lnTo>
                    <a:lnTo>
                      <a:pt x="3046672" y="294205"/>
                    </a:lnTo>
                    <a:lnTo>
                      <a:pt x="0" y="294205"/>
                    </a:lnTo>
                    <a:close/>
                  </a:path>
                </a:pathLst>
              </a:custGeom>
              <a:solidFill>
                <a:srgbClr val="006B37"/>
              </a:solidFill>
              <a:ln>
                <a:noFill/>
              </a:ln>
            </p:spPr>
          </p:sp>
          <p:sp>
            <p:nvSpPr>
              <p:cNvPr id="562" name="Google Shape;562;p35"/>
              <p:cNvSpPr txBox="1"/>
              <p:nvPr/>
            </p:nvSpPr>
            <p:spPr>
              <a:xfrm>
                <a:off x="0" y="-38100"/>
                <a:ext cx="3046672" cy="3323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3" name="Google Shape;563;p35"/>
            <p:cNvSpPr txBox="1"/>
            <p:nvPr/>
          </p:nvSpPr>
          <p:spPr>
            <a:xfrm>
              <a:off x="5696245" y="7961575"/>
              <a:ext cx="11565445" cy="596901"/>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lang="en-US" sz="3499">
                  <a:solidFill>
                    <a:srgbClr val="FFFFFF"/>
                  </a:solidFill>
                  <a:latin typeface="Roboto"/>
                  <a:ea typeface="Roboto"/>
                  <a:cs typeface="Roboto"/>
                  <a:sym typeface="Roboto"/>
                </a:rPr>
                <a:t>Hẹn gặp lại các bạn ở những bài học tiếp theo</a:t>
              </a:r>
              <a:endParaRPr sz="3499">
                <a:solidFill>
                  <a:srgbClr val="FFFFFF"/>
                </a:solidFill>
                <a:latin typeface="Roboto"/>
                <a:ea typeface="Roboto"/>
                <a:cs typeface="Roboto"/>
                <a:sym typeface="Roboto"/>
              </a:endParaRPr>
            </a:p>
          </p:txBody>
        </p:sp>
      </p:grpSp>
      <p:grpSp>
        <p:nvGrpSpPr>
          <p:cNvPr id="564" name="Google Shape;564;p35"/>
          <p:cNvGrpSpPr/>
          <p:nvPr/>
        </p:nvGrpSpPr>
        <p:grpSpPr>
          <a:xfrm>
            <a:off x="-2718010" y="9274528"/>
            <a:ext cx="7950400" cy="1707231"/>
            <a:chOff x="0" y="-384762"/>
            <a:chExt cx="10600533" cy="2276307"/>
          </a:xfrm>
        </p:grpSpPr>
        <p:grpSp>
          <p:nvGrpSpPr>
            <p:cNvPr id="565" name="Google Shape;565;p35"/>
            <p:cNvGrpSpPr/>
            <p:nvPr/>
          </p:nvGrpSpPr>
          <p:grpSpPr>
            <a:xfrm>
              <a:off x="0" y="-384762"/>
              <a:ext cx="10600533" cy="2276307"/>
              <a:chOff x="0" y="-38100"/>
              <a:chExt cx="1049690" cy="225405"/>
            </a:xfrm>
          </p:grpSpPr>
          <p:sp>
            <p:nvSpPr>
              <p:cNvPr id="566" name="Google Shape;566;p3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67" name="Google Shape;567;p3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8" name="Google Shape;568;p3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558"/>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558"/>
                                        </p:tgtEl>
                                        <p:attrNameLst>
                                          <p:attrName>style.visibility</p:attrName>
                                        </p:attrNameLst>
                                      </p:cBhvr>
                                      <p:to>
                                        <p:strVal val="visible"/>
                                      </p:to>
                                    </p:set>
                                    <p:anim calcmode="lin" valueType="num">
                                      <p:cBhvr additive="base">
                                        <p:cTn dur="500"/>
                                        <p:tgtEl>
                                          <p:spTgt spid="558"/>
                                        </p:tgtEl>
                                        <p:attrNameLst>
                                          <p:attrName>ppt_w</p:attrName>
                                        </p:attrNameLst>
                                      </p:cBhvr>
                                      <p:tavLst>
                                        <p:tav fmla="" tm="0">
                                          <p:val>
                                            <p:strVal val="0"/>
                                          </p:val>
                                        </p:tav>
                                        <p:tav fmla="" tm="100000">
                                          <p:val>
                                            <p:strVal val="#ppt_w"/>
                                          </p:val>
                                        </p:tav>
                                      </p:tavLst>
                                    </p:anim>
                                    <p:anim calcmode="lin" valueType="num">
                                      <p:cBhvr additive="base">
                                        <p:cTn dur="500"/>
                                        <p:tgtEl>
                                          <p:spTgt spid="558"/>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500"/>
                                  </p:stCondLst>
                                  <p:childTnLst>
                                    <p:set>
                                      <p:cBhvr>
                                        <p:cTn dur="1" fill="hold">
                                          <p:stCondLst>
                                            <p:cond delay="0"/>
                                          </p:stCondLst>
                                        </p:cTn>
                                        <p:tgtEl>
                                          <p:spTgt spid="559"/>
                                        </p:tgtEl>
                                        <p:attrNameLst>
                                          <p:attrName>style.visibility</p:attrName>
                                        </p:attrNameLst>
                                      </p:cBhvr>
                                      <p:to>
                                        <p:strVal val="visible"/>
                                      </p:to>
                                    </p:set>
                                    <p:animEffect filter="fade" transition="in">
                                      <p:cBhvr>
                                        <p:cTn dur="500"/>
                                        <p:tgtEl>
                                          <p:spTgt spid="5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