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y="10287000" cx="18288000"/>
  <p:notesSz cx="6858000" cy="9144000"/>
  <p:embeddedFontLst>
    <p:embeddedFont>
      <p:font typeface="Roboto"/>
      <p:regular r:id="rId39"/>
      <p:bold r:id="rId40"/>
      <p:italic r:id="rId41"/>
      <p:boldItalic r:id="rId42"/>
    </p:embeddedFont>
    <p:embeddedFont>
      <p:font typeface="Montserrat"/>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bold.fntdata"/><Relationship Id="rId20" Type="http://schemas.openxmlformats.org/officeDocument/2006/relationships/slide" Target="slides/slide15.xml"/><Relationship Id="rId42" Type="http://schemas.openxmlformats.org/officeDocument/2006/relationships/font" Target="fonts/Roboto-boldItalic.fntdata"/><Relationship Id="rId41" Type="http://schemas.openxmlformats.org/officeDocument/2006/relationships/font" Target="fonts/Roboto-italic.fntdata"/><Relationship Id="rId22" Type="http://schemas.openxmlformats.org/officeDocument/2006/relationships/slide" Target="slides/slide17.xml"/><Relationship Id="rId44" Type="http://schemas.openxmlformats.org/officeDocument/2006/relationships/font" Target="fonts/Montserrat-bold.fntdata"/><Relationship Id="rId21" Type="http://schemas.openxmlformats.org/officeDocument/2006/relationships/slide" Target="slides/slide16.xml"/><Relationship Id="rId43" Type="http://schemas.openxmlformats.org/officeDocument/2006/relationships/font" Target="fonts/Montserrat-regular.fntdata"/><Relationship Id="rId24" Type="http://schemas.openxmlformats.org/officeDocument/2006/relationships/slide" Target="slides/slide19.xml"/><Relationship Id="rId46" Type="http://schemas.openxmlformats.org/officeDocument/2006/relationships/font" Target="fonts/Montserrat-boldItalic.fntdata"/><Relationship Id="rId23" Type="http://schemas.openxmlformats.org/officeDocument/2006/relationships/slide" Target="slides/slide18.xml"/><Relationship Id="rId45" Type="http://schemas.openxmlformats.org/officeDocument/2006/relationships/font" Target="fonts/Montserrat-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Roboto-regular.fntdata"/><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sz="1200">
                <a:latin typeface="Calibri"/>
                <a:ea typeface="Calibri"/>
                <a:cs typeface="Calibri"/>
                <a:sym typeface="Calibri"/>
              </a:rPr>
              <a:t>Trong phần này, bạn sẽ trả lời một số câu hỏi về bản thân.Hãy lắng nghe hướng dẫn và nói rõ ràng vào micrô khi bạn nghe thấy tín hiệu.Mỗi phần của bài kiểm tra sẽ tự động xuất hiện. Bạn có thể dừng ghi âm phản hồi của mình trước khi hết giờ bằng cách nhấn vào nút dừng, nhưng chúng tôi khuyên bạn nên cố gắng nói trong toàn bộ thời gian có sẵn để tối đa hóa điểm số của mình.</a:t>
            </a:r>
            <a:endParaRPr sz="1200">
              <a:latin typeface="Calibri"/>
              <a:ea typeface="Calibri"/>
              <a:cs typeface="Calibri"/>
              <a:sym typeface="Calibri"/>
            </a:endParaRPr>
          </a:p>
          <a:p>
            <a:pPr indent="0" lvl="0" marL="0" rtl="0" algn="l">
              <a:spcBef>
                <a:spcPts val="0"/>
              </a:spcBef>
              <a:spcAft>
                <a:spcPts val="0"/>
              </a:spcAft>
              <a:buNone/>
            </a:pPr>
            <a:r>
              <a:t/>
            </a:r>
            <a:endParaRPr/>
          </a:p>
        </p:txBody>
      </p:sp>
      <p:sp>
        <p:nvSpPr>
          <p:cNvPr id="222" name="Google Shape;22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571500" lvl="0" marL="571500" rtl="0" algn="l">
              <a:lnSpc>
                <a:spcPct val="150000"/>
              </a:lnSpc>
              <a:spcBef>
                <a:spcPts val="0"/>
              </a:spcBef>
              <a:spcAft>
                <a:spcPts val="0"/>
              </a:spcAft>
              <a:buClr>
                <a:schemeClr val="dk1"/>
              </a:buClr>
              <a:buSzPts val="1200"/>
              <a:buFont typeface="Noto Sans Symbols"/>
              <a:buChar char="⮚"/>
            </a:pPr>
            <a:r>
              <a:rPr lang="en-US" sz="1200">
                <a:latin typeface="Calibri"/>
                <a:ea typeface="Calibri"/>
                <a:cs typeface="Calibri"/>
                <a:sym typeface="Calibri"/>
              </a:rPr>
              <a:t>Khi đến thời gian ghi âm, bộ đếm thời gian sẽ bắt đầu.</a:t>
            </a:r>
            <a:endParaRPr sz="1200">
              <a:latin typeface="Calibri"/>
              <a:ea typeface="Calibri"/>
              <a:cs typeface="Calibri"/>
              <a:sym typeface="Calibri"/>
            </a:endParaRPr>
          </a:p>
          <a:p>
            <a:pPr indent="-571500" lvl="0" marL="571500" rtl="0" algn="l">
              <a:lnSpc>
                <a:spcPct val="150000"/>
              </a:lnSpc>
              <a:spcBef>
                <a:spcPts val="0"/>
              </a:spcBef>
              <a:spcAft>
                <a:spcPts val="0"/>
              </a:spcAft>
              <a:buClr>
                <a:schemeClr val="dk1"/>
              </a:buClr>
              <a:buSzPts val="1200"/>
              <a:buFont typeface="Noto Sans Symbols"/>
              <a:buChar char="⮚"/>
            </a:pPr>
            <a:r>
              <a:rPr lang="en-US" sz="1200">
                <a:latin typeface="Calibri"/>
                <a:ea typeface="Calibri"/>
                <a:cs typeface="Calibri"/>
                <a:sym typeface="Calibri"/>
              </a:rPr>
              <a:t>Nội dung này cho bạn biết bạn đã ghi âm được bao lâu (trên màn hình hiển thị bên dưới bộ đếm thời gian cho thấy bạn đã ghi âm được 25 giây).</a:t>
            </a:r>
            <a:endParaRPr sz="1200">
              <a:latin typeface="Calibri"/>
              <a:ea typeface="Calibri"/>
              <a:cs typeface="Calibri"/>
              <a:sym typeface="Calibri"/>
            </a:endParaRPr>
          </a:p>
          <a:p>
            <a:pPr indent="-571500" lvl="0" marL="571500" marR="0" rtl="0" algn="l">
              <a:lnSpc>
                <a:spcPct val="150000"/>
              </a:lnSpc>
              <a:spcBef>
                <a:spcPts val="0"/>
              </a:spcBef>
              <a:spcAft>
                <a:spcPts val="0"/>
              </a:spcAft>
              <a:buClr>
                <a:schemeClr val="dk1"/>
              </a:buClr>
              <a:buSzPts val="1200"/>
              <a:buFont typeface="Noto Sans Symbols"/>
              <a:buChar char="⮚"/>
            </a:pPr>
            <a:r>
              <a:rPr lang="en-US" sz="1200">
                <a:latin typeface="Calibri"/>
                <a:ea typeface="Calibri"/>
                <a:cs typeface="Calibri"/>
                <a:sym typeface="Calibri"/>
              </a:rPr>
              <a:t>Mỗi khi một câu hỏi mới xuất hiện, quy trình tương tự sẽ được lặp lại.</a:t>
            </a:r>
            <a:endParaRPr sz="1200">
              <a:latin typeface="Calibri"/>
              <a:ea typeface="Calibri"/>
              <a:cs typeface="Calibri"/>
              <a:sym typeface="Calibri"/>
            </a:endParaRPr>
          </a:p>
          <a:p>
            <a:pPr indent="-495300" lvl="0" marL="571500" rtl="0" algn="l">
              <a:lnSpc>
                <a:spcPct val="150000"/>
              </a:lnSpc>
              <a:spcBef>
                <a:spcPts val="0"/>
              </a:spcBef>
              <a:spcAft>
                <a:spcPts val="0"/>
              </a:spcAft>
              <a:buClr>
                <a:schemeClr val="dk1"/>
              </a:buClr>
              <a:buSzPts val="1200"/>
              <a:buFont typeface="Noto Sans Symbols"/>
              <a:buNone/>
            </a:pPr>
            <a:r>
              <a:t/>
            </a:r>
            <a:endParaRPr sz="1200">
              <a:latin typeface="Calibri"/>
              <a:ea typeface="Calibri"/>
              <a:cs typeface="Calibri"/>
              <a:sym typeface="Calibri"/>
            </a:endParaRPr>
          </a:p>
          <a:p>
            <a:pPr indent="0" lvl="0" marL="0" rtl="0" algn="l">
              <a:spcBef>
                <a:spcPts val="0"/>
              </a:spcBef>
              <a:spcAft>
                <a:spcPts val="0"/>
              </a:spcAft>
              <a:buNone/>
            </a:pPr>
            <a:r>
              <a:t/>
            </a:r>
            <a:endParaRPr/>
          </a:p>
        </p:txBody>
      </p:sp>
      <p:sp>
        <p:nvSpPr>
          <p:cNvPr id="240" name="Google Shape;24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Giữ bình tĩnh và tự tin:</a:t>
            </a:r>
            <a:r>
              <a:rPr lang="en-US"/>
              <a:t> Điều quan trọng nhất là bạn phải giữ bình tĩnh và tự tin khi làm bài thi. Hãy hít thở sâu và tập trung vào việc trả lời các câu hỏi.</a:t>
            </a:r>
            <a:endParaRPr/>
          </a:p>
          <a:p>
            <a:pPr indent="0" lvl="0" marL="0" rtl="0" algn="l">
              <a:spcBef>
                <a:spcPts val="0"/>
              </a:spcBef>
              <a:spcAft>
                <a:spcPts val="0"/>
              </a:spcAft>
              <a:buNone/>
            </a:pPr>
            <a:r>
              <a:rPr b="1" lang="en-US"/>
              <a:t>Nghe kỹ hướng dẫn:</a:t>
            </a:r>
            <a:r>
              <a:rPr lang="en-US"/>
              <a:t> Hãy nghe kỹ hướng dẫn trước khi bắt đầu trả lời mỗi câu hỏi. Hãy chắc chắn rằng bạn hiểu rõ câu hỏi trước khi trả lời.</a:t>
            </a:r>
            <a:endParaRPr/>
          </a:p>
          <a:p>
            <a:pPr indent="0" lvl="0" marL="0" rtl="0" algn="l">
              <a:spcBef>
                <a:spcPts val="0"/>
              </a:spcBef>
              <a:spcAft>
                <a:spcPts val="0"/>
              </a:spcAft>
              <a:buNone/>
            </a:pPr>
            <a:r>
              <a:rPr b="1" lang="en-US"/>
              <a:t>Trả lời câu hỏi một cách ngắn gọn và súc tích:</a:t>
            </a:r>
            <a:r>
              <a:rPr lang="en-US"/>
              <a:t> Bạn chỉ có 30 giây để trả lời mỗi câu hỏi, vì vậy hãy trả lời một cách ngắn gọn và súc tích. Tránh đi lạc chủ đề hoặc đưa ra thông tin không liên quan.</a:t>
            </a:r>
            <a:endParaRPr/>
          </a:p>
          <a:p>
            <a:pPr indent="0" lvl="0" marL="0" rtl="0" algn="l">
              <a:spcBef>
                <a:spcPts val="0"/>
              </a:spcBef>
              <a:spcAft>
                <a:spcPts val="0"/>
              </a:spcAft>
              <a:buNone/>
            </a:pPr>
            <a:r>
              <a:rPr b="1" lang="en-US"/>
              <a:t>Nói rõ ràng và dễ hiểu:</a:t>
            </a:r>
            <a:r>
              <a:rPr lang="en-US"/>
              <a:t> Hãy nói rõ ràng và dễ hiểu để giám khảo có thể nghe và hiểu rõ câu trả lời của bạn.</a:t>
            </a:r>
            <a:endParaRPr/>
          </a:p>
          <a:p>
            <a:pPr indent="0" lvl="0" marL="0" rtl="0" algn="l">
              <a:spcBef>
                <a:spcPts val="0"/>
              </a:spcBef>
              <a:spcAft>
                <a:spcPts val="0"/>
              </a:spcAft>
              <a:buNone/>
            </a:pPr>
            <a:r>
              <a:rPr b="1" lang="en-US"/>
              <a:t>Sử dụng ngữ điệu và cách nhấn phù hợp:</a:t>
            </a:r>
            <a:r>
              <a:rPr lang="en-US"/>
              <a:t> Hãy sử dụng ngữ điệu và cách nhấn phù hợp để câu trả lời của bạn thêm sinh động và tự nhiên.</a:t>
            </a:r>
            <a:endParaRPr/>
          </a:p>
        </p:txBody>
      </p:sp>
      <p:sp>
        <p:nvSpPr>
          <p:cNvPr id="258" name="Google Shape;25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0" name="Google Shape;31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9" name="Google Shape;34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 name="Google Shape;35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5" name="Google Shape;37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Đối với dạng câu hỏi Yes/ No Questions, chúng ta sẽ cần khẳng định đáp án là Yes hoặc No. Sau đó đưa ra lý do, hoặc ví dụ, hoặc cung cấp các tin thông bằng 1-2 câu nữa. </a:t>
            </a:r>
            <a:endParaRPr/>
          </a:p>
        </p:txBody>
      </p:sp>
      <p:sp>
        <p:nvSpPr>
          <p:cNvPr id="376" name="Google Shape;376;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6" name="Google Shape;396;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7" name="Google Shape;397;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2" name="Google Shape;422;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3" name="Google Shape;423;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7" name="Google Shape;447;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8" name="Google Shape;448;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5" name="Google Shape;465;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6" name="Google Shape;466;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6" name="Google Shape;486;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7" name="Google Shape;487;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2" name="Google Shape;512;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3" name="Google Shape;513;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1" name="Google Shape;541;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2" name="Google Shape;542;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9" name="Google Shape;559;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0" name="Google Shape;560;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9" name="Google Shape;579;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0" name="Google Shape;580;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5" name="Google Shape;605;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6" name="Google Shape;606;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1" name="Google Shape;631;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2" name="Google Shape;632;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9" name="Google Shape;649;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3383950f81a_0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8" name="Google Shape;668;g3383950f81a_0_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9" name="Google Shape;669;g3383950f81a_0_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3383950f81a_0_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0" name="Google Shape;680;g3383950f81a_0_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1" name="Google Shape;681;g3383950f81a_0_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3383950f81a_0_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2" name="Google Shape;692;g3383950f81a_0_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3" name="Google Shape;693;g3383950f81a_0_7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g3383950f81a_0_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4" name="Google Shape;704;g3383950f81a_0_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5" name="Google Shape;705;g3383950f81a_0_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g3383950f81a_0_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5" name="Google Shape;715;g3383950f81a_0_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6" name="Google Shape;716;g3383950f81a_0_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383950f81a_0_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6" name="Google Shape;726;g3383950f81a_0_1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7" name="Google Shape;727;g3383950f81a_0_1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g3383950f81a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7" name="Google Shape;737;g3383950f81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6" name="Google Shape;756;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7" name="Google Shape;757;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1792288" y="612775"/>
            <a:ext cx="5486400" cy="4114800"/>
          </a:xfrm>
          <a:prstGeom prst="rect">
            <a:avLst/>
          </a:prstGeom>
          <a:noFill/>
          <a:ln>
            <a:noFill/>
          </a:ln>
        </p:spPr>
      </p:sp>
      <p:sp>
        <p:nvSpPr>
          <p:cNvPr id="68" name="Google Shape;68;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11.png"/><Relationship Id="rId5" Type="http://schemas.openxmlformats.org/officeDocument/2006/relationships/image" Target="../media/image9.png"/><Relationship Id="rId6"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1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7.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18345"/>
        </a:solidFill>
      </p:bgPr>
    </p:bg>
    <p:spTree>
      <p:nvGrpSpPr>
        <p:cNvPr id="87" name="Shape 87"/>
        <p:cNvGrpSpPr/>
        <p:nvPr/>
      </p:nvGrpSpPr>
      <p:grpSpPr>
        <a:xfrm>
          <a:off x="0" y="0"/>
          <a:ext cx="0" cy="0"/>
          <a:chOff x="0" y="0"/>
          <a:chExt cx="0" cy="0"/>
        </a:xfrm>
      </p:grpSpPr>
      <p:sp>
        <p:nvSpPr>
          <p:cNvPr id="88" name="Google Shape;88;p13"/>
          <p:cNvSpPr txBox="1"/>
          <p:nvPr/>
        </p:nvSpPr>
        <p:spPr>
          <a:xfrm>
            <a:off x="4788018" y="1722907"/>
            <a:ext cx="13410874" cy="1496479"/>
          </a:xfrm>
          <a:prstGeom prst="rect">
            <a:avLst/>
          </a:prstGeom>
          <a:noFill/>
          <a:ln>
            <a:noFill/>
          </a:ln>
        </p:spPr>
        <p:txBody>
          <a:bodyPr anchorCtr="0" anchor="t" bIns="0" lIns="0" spcFirstLastPara="1" rIns="0" wrap="square" tIns="0">
            <a:spAutoFit/>
          </a:bodyPr>
          <a:lstStyle/>
          <a:p>
            <a:pPr indent="0" lvl="0" marL="0" marR="0" rtl="0" algn="ctr">
              <a:lnSpc>
                <a:spcPct val="112000"/>
              </a:lnSpc>
              <a:spcBef>
                <a:spcPts val="0"/>
              </a:spcBef>
              <a:spcAft>
                <a:spcPts val="0"/>
              </a:spcAft>
              <a:buNone/>
            </a:pPr>
            <a:r>
              <a:rPr b="0" i="0" lang="en-US" sz="10416" u="none" cap="none" strike="noStrike">
                <a:solidFill>
                  <a:srgbClr val="FFFFFF"/>
                </a:solidFill>
                <a:latin typeface="Arial"/>
                <a:ea typeface="Arial"/>
                <a:cs typeface="Arial"/>
                <a:sym typeface="Arial"/>
              </a:rPr>
              <a:t>APTIS</a:t>
            </a:r>
            <a:endParaRPr/>
          </a:p>
        </p:txBody>
      </p:sp>
      <p:grpSp>
        <p:nvGrpSpPr>
          <p:cNvPr id="89" name="Google Shape;89;p13"/>
          <p:cNvGrpSpPr/>
          <p:nvPr/>
        </p:nvGrpSpPr>
        <p:grpSpPr>
          <a:xfrm>
            <a:off x="7338936" y="4396612"/>
            <a:ext cx="8593708" cy="2222589"/>
            <a:chOff x="0" y="-192881"/>
            <a:chExt cx="11458277" cy="2963451"/>
          </a:xfrm>
        </p:grpSpPr>
        <p:grpSp>
          <p:nvGrpSpPr>
            <p:cNvPr id="90" name="Google Shape;90;p13"/>
            <p:cNvGrpSpPr/>
            <p:nvPr/>
          </p:nvGrpSpPr>
          <p:grpSpPr>
            <a:xfrm>
              <a:off x="0" y="-192881"/>
              <a:ext cx="11458277" cy="2963451"/>
              <a:chOff x="0" y="-38100"/>
              <a:chExt cx="2263363" cy="585373"/>
            </a:xfrm>
          </p:grpSpPr>
          <p:sp>
            <p:nvSpPr>
              <p:cNvPr id="91" name="Google Shape;91;p13"/>
              <p:cNvSpPr/>
              <p:nvPr/>
            </p:nvSpPr>
            <p:spPr>
              <a:xfrm>
                <a:off x="0" y="0"/>
                <a:ext cx="2263363" cy="547273"/>
              </a:xfrm>
              <a:custGeom>
                <a:rect b="b" l="l" r="r" t="t"/>
                <a:pathLst>
                  <a:path extrusionOk="0" h="547273" w="2263363">
                    <a:moveTo>
                      <a:pt x="45945" y="0"/>
                    </a:moveTo>
                    <a:lnTo>
                      <a:pt x="2217418" y="0"/>
                    </a:lnTo>
                    <a:cubicBezTo>
                      <a:pt x="2242793" y="0"/>
                      <a:pt x="2263363" y="20570"/>
                      <a:pt x="2263363" y="45945"/>
                    </a:cubicBezTo>
                    <a:lnTo>
                      <a:pt x="2263363" y="501328"/>
                    </a:lnTo>
                    <a:cubicBezTo>
                      <a:pt x="2263363" y="526703"/>
                      <a:pt x="2242793" y="547273"/>
                      <a:pt x="2217418" y="547273"/>
                    </a:cubicBezTo>
                    <a:lnTo>
                      <a:pt x="45945" y="547273"/>
                    </a:lnTo>
                    <a:cubicBezTo>
                      <a:pt x="20570" y="547273"/>
                      <a:pt x="0" y="526703"/>
                      <a:pt x="0" y="501328"/>
                    </a:cubicBezTo>
                    <a:lnTo>
                      <a:pt x="0" y="45945"/>
                    </a:lnTo>
                    <a:cubicBezTo>
                      <a:pt x="0" y="20570"/>
                      <a:pt x="20570" y="0"/>
                      <a:pt x="45945" y="0"/>
                    </a:cubicBezTo>
                    <a:close/>
                  </a:path>
                </a:pathLst>
              </a:custGeom>
              <a:solidFill>
                <a:srgbClr val="FEFE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3"/>
              <p:cNvSpPr txBox="1"/>
              <p:nvPr/>
            </p:nvSpPr>
            <p:spPr>
              <a:xfrm>
                <a:off x="0" y="-38100"/>
                <a:ext cx="2263363" cy="58537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3" name="Google Shape;93;p13"/>
            <p:cNvSpPr txBox="1"/>
            <p:nvPr/>
          </p:nvSpPr>
          <p:spPr>
            <a:xfrm>
              <a:off x="793233" y="91935"/>
              <a:ext cx="9871810" cy="2393817"/>
            </a:xfrm>
            <a:prstGeom prst="rect">
              <a:avLst/>
            </a:prstGeom>
            <a:noFill/>
            <a:ln>
              <a:noFill/>
            </a:ln>
          </p:spPr>
          <p:txBody>
            <a:bodyPr anchorCtr="0" anchor="t" bIns="0" lIns="0" spcFirstLastPara="1" rIns="0" wrap="square" tIns="0">
              <a:spAutoFit/>
            </a:bodyPr>
            <a:lstStyle/>
            <a:p>
              <a:pPr indent="0" lvl="0" marL="0" marR="0" rtl="0" algn="ctr">
                <a:lnSpc>
                  <a:spcPct val="112006"/>
                </a:lnSpc>
                <a:spcBef>
                  <a:spcPts val="0"/>
                </a:spcBef>
                <a:spcAft>
                  <a:spcPts val="0"/>
                </a:spcAft>
                <a:buNone/>
              </a:pPr>
              <a:r>
                <a:rPr b="0" i="0" lang="en-US" sz="12460" u="none" cap="none" strike="noStrike">
                  <a:solidFill>
                    <a:srgbClr val="018345"/>
                  </a:solidFill>
                  <a:latin typeface="Arial"/>
                  <a:ea typeface="Arial"/>
                  <a:cs typeface="Arial"/>
                  <a:sym typeface="Arial"/>
                </a:rPr>
                <a:t>Speaking</a:t>
              </a:r>
              <a:endParaRPr/>
            </a:p>
          </p:txBody>
        </p:sp>
      </p:grpSp>
      <p:cxnSp>
        <p:nvCxnSpPr>
          <p:cNvPr id="94" name="Google Shape;94;p13"/>
          <p:cNvCxnSpPr/>
          <p:nvPr/>
        </p:nvCxnSpPr>
        <p:spPr>
          <a:xfrm>
            <a:off x="5559805" y="3724211"/>
            <a:ext cx="11699495" cy="0"/>
          </a:xfrm>
          <a:prstGeom prst="straightConnector1">
            <a:avLst/>
          </a:prstGeom>
          <a:noFill/>
          <a:ln cap="flat" cmpd="sng" w="38100">
            <a:solidFill>
              <a:srgbClr val="FFFFFF"/>
            </a:solidFill>
            <a:prstDash val="solid"/>
            <a:round/>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4"/>
          <p:cNvSpPr txBox="1"/>
          <p:nvPr/>
        </p:nvSpPr>
        <p:spPr>
          <a:xfrm>
            <a:off x="4867241" y="698293"/>
            <a:ext cx="13215313" cy="1473407"/>
          </a:xfrm>
          <a:prstGeom prst="rect">
            <a:avLst/>
          </a:prstGeom>
          <a:noFill/>
          <a:ln>
            <a:noFill/>
          </a:ln>
        </p:spPr>
        <p:txBody>
          <a:bodyPr anchorCtr="0" anchor="t" bIns="0" lIns="0" spcFirstLastPara="1" rIns="0" wrap="square" tIns="0">
            <a:spAutoFit/>
          </a:bodyPr>
          <a:lstStyle/>
          <a:p>
            <a:pPr indent="0" lvl="0" marL="0" marR="0" rtl="0" algn="ctr">
              <a:lnSpc>
                <a:spcPct val="112003"/>
              </a:lnSpc>
              <a:spcBef>
                <a:spcPts val="0"/>
              </a:spcBef>
              <a:spcAft>
                <a:spcPts val="0"/>
              </a:spcAft>
              <a:buNone/>
            </a:pPr>
            <a:r>
              <a:rPr b="0" i="0" lang="en-US" sz="10264" u="none" cap="none" strike="noStrike">
                <a:solidFill>
                  <a:srgbClr val="018345"/>
                </a:solidFill>
                <a:latin typeface="Arial"/>
                <a:ea typeface="Arial"/>
                <a:cs typeface="Arial"/>
                <a:sym typeface="Arial"/>
              </a:rPr>
              <a:t>Table of contents</a:t>
            </a:r>
            <a:endParaRPr/>
          </a:p>
        </p:txBody>
      </p:sp>
      <p:cxnSp>
        <p:nvCxnSpPr>
          <p:cNvPr id="101" name="Google Shape;101;p14"/>
          <p:cNvCxnSpPr/>
          <p:nvPr/>
        </p:nvCxnSpPr>
        <p:spPr>
          <a:xfrm>
            <a:off x="5943600" y="2152650"/>
            <a:ext cx="11579734" cy="0"/>
          </a:xfrm>
          <a:prstGeom prst="straightConnector1">
            <a:avLst/>
          </a:prstGeom>
          <a:noFill/>
          <a:ln cap="flat" cmpd="sng" w="38100">
            <a:solidFill>
              <a:srgbClr val="018345"/>
            </a:solidFill>
            <a:prstDash val="solid"/>
            <a:round/>
            <a:headEnd len="sm" w="sm" type="none"/>
            <a:tailEnd len="sm" w="sm" type="none"/>
          </a:ln>
        </p:spPr>
      </p:cxnSp>
      <p:grpSp>
        <p:nvGrpSpPr>
          <p:cNvPr id="102" name="Google Shape;102;p14"/>
          <p:cNvGrpSpPr/>
          <p:nvPr/>
        </p:nvGrpSpPr>
        <p:grpSpPr>
          <a:xfrm rot="10800000">
            <a:off x="14951203" y="-741521"/>
            <a:ext cx="7681766" cy="4260610"/>
            <a:chOff x="0" y="-38100"/>
            <a:chExt cx="406400" cy="225405"/>
          </a:xfrm>
        </p:grpSpPr>
        <p:sp>
          <p:nvSpPr>
            <p:cNvPr id="103" name="Google Shape;103;p14"/>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04" name="Google Shape;104;p14"/>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descr="Books with solid fill" id="105" name="Google Shape;105;p14"/>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grpSp>
        <p:nvGrpSpPr>
          <p:cNvPr id="106" name="Google Shape;106;p14"/>
          <p:cNvGrpSpPr/>
          <p:nvPr/>
        </p:nvGrpSpPr>
        <p:grpSpPr>
          <a:xfrm>
            <a:off x="6890415" y="2552700"/>
            <a:ext cx="10092845" cy="1384799"/>
            <a:chOff x="6375842" y="6151456"/>
            <a:chExt cx="10541964" cy="1433865"/>
          </a:xfrm>
        </p:grpSpPr>
        <p:sp>
          <p:nvSpPr>
            <p:cNvPr id="107" name="Google Shape;107;p14"/>
            <p:cNvSpPr/>
            <p:nvPr/>
          </p:nvSpPr>
          <p:spPr>
            <a:xfrm>
              <a:off x="6375842" y="6278356"/>
              <a:ext cx="10541964" cy="1289204"/>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3600" u="none" cap="none" strike="noStrike">
                <a:solidFill>
                  <a:schemeClr val="lt1"/>
                </a:solidFill>
                <a:latin typeface="Calibri"/>
                <a:ea typeface="Calibri"/>
                <a:cs typeface="Calibri"/>
                <a:sym typeface="Calibri"/>
              </a:endParaRPr>
            </a:p>
          </p:txBody>
        </p:sp>
        <p:sp>
          <p:nvSpPr>
            <p:cNvPr id="108" name="Google Shape;108;p14"/>
            <p:cNvSpPr txBox="1"/>
            <p:nvPr/>
          </p:nvSpPr>
          <p:spPr>
            <a:xfrm>
              <a:off x="6375842" y="6151456"/>
              <a:ext cx="10541964" cy="1433865"/>
            </a:xfrm>
            <a:prstGeom prst="rect">
              <a:avLst/>
            </a:prstGeom>
            <a:noFill/>
            <a:ln>
              <a:noFill/>
            </a:ln>
          </p:spPr>
          <p:txBody>
            <a:bodyPr anchorCtr="0" anchor="ctr" bIns="50800" lIns="50800" spcFirstLastPara="1" rIns="50800" wrap="square" tIns="50800">
              <a:noAutofit/>
            </a:bodyPr>
            <a:lstStyle/>
            <a:p>
              <a:pPr indent="0" lvl="0" marL="0" marR="0" rtl="0" algn="ctr">
                <a:lnSpc>
                  <a:spcPct val="73861"/>
                </a:lnSpc>
                <a:spcBef>
                  <a:spcPts val="0"/>
                </a:spcBef>
                <a:spcAft>
                  <a:spcPts val="0"/>
                </a:spcAft>
                <a:buNone/>
              </a:pPr>
              <a:r>
                <a:t/>
              </a:r>
              <a:endParaRPr b="1" i="0" sz="3600" u="none" cap="none" strike="noStrike">
                <a:solidFill>
                  <a:schemeClr val="dk1"/>
                </a:solidFill>
                <a:latin typeface="Calibri"/>
                <a:ea typeface="Calibri"/>
                <a:cs typeface="Calibri"/>
                <a:sym typeface="Calibri"/>
              </a:endParaRPr>
            </a:p>
          </p:txBody>
        </p:sp>
        <p:sp>
          <p:nvSpPr>
            <p:cNvPr id="109" name="Google Shape;109;p14"/>
            <p:cNvSpPr/>
            <p:nvPr/>
          </p:nvSpPr>
          <p:spPr>
            <a:xfrm>
              <a:off x="6375842" y="6296117"/>
              <a:ext cx="1253681" cy="1253680"/>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4"/>
            <p:cNvSpPr txBox="1"/>
            <p:nvPr/>
          </p:nvSpPr>
          <p:spPr>
            <a:xfrm>
              <a:off x="7917301" y="6581020"/>
              <a:ext cx="8651214" cy="581329"/>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3200" u="none" cap="none" strike="noStrike">
                  <a:solidFill>
                    <a:srgbClr val="FFFFFF"/>
                  </a:solidFill>
                  <a:latin typeface="Montserrat"/>
                  <a:ea typeface="Montserrat"/>
                  <a:cs typeface="Montserrat"/>
                  <a:sym typeface="Montserrat"/>
                </a:rPr>
                <a:t>Bài nói APTIS part 1</a:t>
              </a:r>
              <a:endParaRPr/>
            </a:p>
          </p:txBody>
        </p:sp>
        <p:sp>
          <p:nvSpPr>
            <p:cNvPr descr="Books with solid fill" id="111" name="Google Shape;111;p14"/>
            <p:cNvSpPr/>
            <p:nvPr/>
          </p:nvSpPr>
          <p:spPr>
            <a:xfrm>
              <a:off x="6604212" y="6517439"/>
              <a:ext cx="796998" cy="796998"/>
            </a:xfrm>
            <a:custGeom>
              <a:rect b="b" l="l" r="r" t="t"/>
              <a:pathLst>
                <a:path extrusionOk="0" h="1062664" w="1062664">
                  <a:moveTo>
                    <a:pt x="0" y="0"/>
                  </a:moveTo>
                  <a:lnTo>
                    <a:pt x="1062664" y="0"/>
                  </a:lnTo>
                  <a:lnTo>
                    <a:pt x="1062664" y="1062664"/>
                  </a:lnTo>
                  <a:lnTo>
                    <a:pt x="0" y="1062664"/>
                  </a:lnTo>
                  <a:lnTo>
                    <a:pt x="0" y="0"/>
                  </a:lnTo>
                  <a:close/>
                </a:path>
              </a:pathLst>
            </a:custGeom>
            <a:blipFill rotWithShape="1">
              <a:blip r:embed="rId3">
                <a:alphaModFix/>
              </a:blip>
              <a:stretch>
                <a:fillRect b="0" l="0" r="0" t="0"/>
              </a:stretch>
            </a:blipFill>
            <a:ln>
              <a:noFill/>
            </a:ln>
          </p:spPr>
        </p:sp>
      </p:grpSp>
      <p:sp>
        <p:nvSpPr>
          <p:cNvPr id="112" name="Google Shape;112;p14"/>
          <p:cNvSpPr txBox="1"/>
          <p:nvPr/>
        </p:nvSpPr>
        <p:spPr>
          <a:xfrm>
            <a:off x="6487860" y="5519116"/>
            <a:ext cx="10092845" cy="1384799"/>
          </a:xfrm>
          <a:prstGeom prst="rect">
            <a:avLst/>
          </a:prstGeom>
          <a:noFill/>
          <a:ln>
            <a:noFill/>
          </a:ln>
        </p:spPr>
        <p:txBody>
          <a:bodyPr anchorCtr="0" anchor="ctr" bIns="50800" lIns="50800" spcFirstLastPara="1" rIns="50800" wrap="square" tIns="50800">
            <a:noAutofit/>
          </a:bodyPr>
          <a:lstStyle/>
          <a:p>
            <a:pPr indent="0" lvl="0" marL="0" marR="0" rtl="0" algn="ctr">
              <a:lnSpc>
                <a:spcPct val="73861"/>
              </a:lnSpc>
              <a:spcBef>
                <a:spcPts val="0"/>
              </a:spcBef>
              <a:spcAft>
                <a:spcPts val="0"/>
              </a:spcAft>
              <a:buNone/>
            </a:pPr>
            <a:r>
              <a:t/>
            </a:r>
            <a:endParaRPr b="1" i="0" sz="3600" u="none" cap="none" strike="noStrike">
              <a:solidFill>
                <a:schemeClr val="dk1"/>
              </a:solidFill>
              <a:latin typeface="Calibri"/>
              <a:ea typeface="Calibri"/>
              <a:cs typeface="Calibri"/>
              <a:sym typeface="Calibri"/>
            </a:endParaRPr>
          </a:p>
        </p:txBody>
      </p:sp>
      <p:sp>
        <p:nvSpPr>
          <p:cNvPr id="113" name="Google Shape;113;p14"/>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b="0" i="0" lang="en-US" sz="1876" u="none" cap="none" strike="noStrike">
                <a:solidFill>
                  <a:srgbClr val="FEFEFE"/>
                </a:solidFill>
                <a:latin typeface="Roboto"/>
                <a:ea typeface="Roboto"/>
                <a:cs typeface="Roboto"/>
                <a:sym typeface="Roboto"/>
              </a:rPr>
              <a:t>https://edulife.com.vn/</a:t>
            </a:r>
            <a:endParaRPr/>
          </a:p>
        </p:txBody>
      </p:sp>
      <p:grpSp>
        <p:nvGrpSpPr>
          <p:cNvPr id="114" name="Google Shape;114;p14"/>
          <p:cNvGrpSpPr/>
          <p:nvPr/>
        </p:nvGrpSpPr>
        <p:grpSpPr>
          <a:xfrm>
            <a:off x="-2718010" y="9274528"/>
            <a:ext cx="7950400" cy="1707231"/>
            <a:chOff x="0" y="-384762"/>
            <a:chExt cx="10600533" cy="2276307"/>
          </a:xfrm>
        </p:grpSpPr>
        <p:grpSp>
          <p:nvGrpSpPr>
            <p:cNvPr id="115" name="Google Shape;115;p14"/>
            <p:cNvGrpSpPr/>
            <p:nvPr/>
          </p:nvGrpSpPr>
          <p:grpSpPr>
            <a:xfrm>
              <a:off x="0" y="-384762"/>
              <a:ext cx="10600533" cy="2276307"/>
              <a:chOff x="0" y="-38100"/>
              <a:chExt cx="1049690" cy="225405"/>
            </a:xfrm>
          </p:grpSpPr>
          <p:sp>
            <p:nvSpPr>
              <p:cNvPr id="116" name="Google Shape;116;p14"/>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117" name="Google Shape;117;p14"/>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8" name="Google Shape;118;p14"/>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9" name="Google Shape;119;p14"/>
          <p:cNvGrpSpPr/>
          <p:nvPr/>
        </p:nvGrpSpPr>
        <p:grpSpPr>
          <a:xfrm>
            <a:off x="6934201" y="4203214"/>
            <a:ext cx="10121389" cy="1245090"/>
            <a:chOff x="6934200" y="7048502"/>
            <a:chExt cx="9882630" cy="1159137"/>
          </a:xfrm>
        </p:grpSpPr>
        <p:grpSp>
          <p:nvGrpSpPr>
            <p:cNvPr id="120" name="Google Shape;120;p14"/>
            <p:cNvGrpSpPr/>
            <p:nvPr/>
          </p:nvGrpSpPr>
          <p:grpSpPr>
            <a:xfrm>
              <a:off x="6934200" y="7048502"/>
              <a:ext cx="9882630" cy="1159137"/>
              <a:chOff x="6487861" y="7950596"/>
              <a:chExt cx="10571780" cy="1289204"/>
            </a:xfrm>
          </p:grpSpPr>
          <p:sp>
            <p:nvSpPr>
              <p:cNvPr id="121" name="Google Shape;121;p14"/>
              <p:cNvSpPr/>
              <p:nvPr/>
            </p:nvSpPr>
            <p:spPr>
              <a:xfrm>
                <a:off x="6517678" y="7950596"/>
                <a:ext cx="10541963" cy="1289204"/>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3600" u="none" cap="none" strike="noStrike">
                  <a:solidFill>
                    <a:schemeClr val="lt1"/>
                  </a:solidFill>
                  <a:latin typeface="Calibri"/>
                  <a:ea typeface="Calibri"/>
                  <a:cs typeface="Calibri"/>
                  <a:sym typeface="Calibri"/>
                </a:endParaRPr>
              </a:p>
            </p:txBody>
          </p:sp>
          <p:sp>
            <p:nvSpPr>
              <p:cNvPr id="122" name="Google Shape;122;p14"/>
              <p:cNvSpPr/>
              <p:nvPr/>
            </p:nvSpPr>
            <p:spPr>
              <a:xfrm>
                <a:off x="6487861" y="7968363"/>
                <a:ext cx="1253681" cy="1253680"/>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3600">
                  <a:solidFill>
                    <a:schemeClr val="dk1"/>
                  </a:solidFill>
                  <a:latin typeface="Calibri"/>
                  <a:ea typeface="Calibri"/>
                  <a:cs typeface="Calibri"/>
                  <a:sym typeface="Calibri"/>
                </a:endParaRPr>
              </a:p>
            </p:txBody>
          </p:sp>
          <p:sp>
            <p:nvSpPr>
              <p:cNvPr id="123" name="Google Shape;123;p14"/>
              <p:cNvSpPr txBox="1"/>
              <p:nvPr/>
            </p:nvSpPr>
            <p:spPr>
              <a:xfrm>
                <a:off x="7905407" y="8248644"/>
                <a:ext cx="7896000" cy="510000"/>
              </a:xfrm>
              <a:prstGeom prst="rect">
                <a:avLst/>
              </a:prstGeom>
              <a:noFill/>
              <a:ln>
                <a:noFill/>
              </a:ln>
            </p:spPr>
            <p:txBody>
              <a:bodyPr anchorCtr="0" anchor="t" bIns="0" lIns="0" spcFirstLastPara="1" rIns="0" wrap="square" tIns="0">
                <a:spAutoFit/>
              </a:bodyPr>
              <a:lstStyle/>
              <a:p>
                <a:pPr indent="0" lvl="0" marL="0" marR="0" rtl="0" algn="l">
                  <a:lnSpc>
                    <a:spcPct val="303906"/>
                  </a:lnSpc>
                  <a:spcBef>
                    <a:spcPts val="0"/>
                  </a:spcBef>
                  <a:spcAft>
                    <a:spcPts val="0"/>
                  </a:spcAft>
                  <a:buNone/>
                </a:pPr>
                <a:r>
                  <a:rPr b="1" lang="en-US" sz="3200">
                    <a:solidFill>
                      <a:schemeClr val="lt1"/>
                    </a:solidFill>
                    <a:latin typeface="Montserrat"/>
                    <a:ea typeface="Montserrat"/>
                    <a:cs typeface="Montserrat"/>
                    <a:sym typeface="Montserrat"/>
                  </a:rPr>
                  <a:t>Những lưu ý khi làm bài nói Aptis</a:t>
                </a:r>
                <a:endParaRPr b="1" sz="3200">
                  <a:solidFill>
                    <a:schemeClr val="lt1"/>
                  </a:solidFill>
                  <a:latin typeface="Montserrat"/>
                  <a:ea typeface="Montserrat"/>
                  <a:cs typeface="Montserrat"/>
                  <a:sym typeface="Montserrat"/>
                </a:endParaRPr>
              </a:p>
            </p:txBody>
          </p:sp>
        </p:grpSp>
        <p:pic>
          <p:nvPicPr>
            <p:cNvPr descr="Envelope with solid fill" id="124" name="Google Shape;124;p14"/>
            <p:cNvPicPr preferRelativeResize="0"/>
            <p:nvPr/>
          </p:nvPicPr>
          <p:blipFill rotWithShape="1">
            <a:blip r:embed="rId4">
              <a:alphaModFix/>
            </a:blip>
            <a:srcRect b="0" l="0" r="0" t="0"/>
            <a:stretch/>
          </p:blipFill>
          <p:spPr>
            <a:xfrm>
              <a:off x="7167192" y="7214481"/>
              <a:ext cx="773941" cy="773941"/>
            </a:xfrm>
            <a:prstGeom prst="rect">
              <a:avLst/>
            </a:prstGeom>
            <a:noFill/>
            <a:ln>
              <a:noFill/>
            </a:ln>
          </p:spPr>
        </p:pic>
      </p:grpSp>
      <p:grpSp>
        <p:nvGrpSpPr>
          <p:cNvPr id="125" name="Google Shape;125;p14"/>
          <p:cNvGrpSpPr/>
          <p:nvPr/>
        </p:nvGrpSpPr>
        <p:grpSpPr>
          <a:xfrm>
            <a:off x="6962074" y="5727211"/>
            <a:ext cx="10149936" cy="1245089"/>
            <a:chOff x="6962073" y="8572500"/>
            <a:chExt cx="9910504" cy="1159136"/>
          </a:xfrm>
        </p:grpSpPr>
        <p:sp>
          <p:nvSpPr>
            <p:cNvPr id="126" name="Google Shape;126;p14"/>
            <p:cNvSpPr/>
            <p:nvPr/>
          </p:nvSpPr>
          <p:spPr>
            <a:xfrm>
              <a:off x="6989946" y="8572500"/>
              <a:ext cx="9854758" cy="1159136"/>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3600">
                <a:solidFill>
                  <a:schemeClr val="lt1"/>
                </a:solidFill>
                <a:latin typeface="Calibri"/>
                <a:ea typeface="Calibri"/>
                <a:cs typeface="Calibri"/>
                <a:sym typeface="Calibri"/>
              </a:endParaRPr>
            </a:p>
          </p:txBody>
        </p:sp>
        <p:sp>
          <p:nvSpPr>
            <p:cNvPr id="127" name="Google Shape;127;p14"/>
            <p:cNvSpPr/>
            <p:nvPr/>
          </p:nvSpPr>
          <p:spPr>
            <a:xfrm>
              <a:off x="6962073" y="8588470"/>
              <a:ext cx="1171956" cy="1127196"/>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3600">
                <a:solidFill>
                  <a:schemeClr val="dk1"/>
                </a:solidFill>
                <a:latin typeface="Calibri"/>
                <a:ea typeface="Calibri"/>
                <a:cs typeface="Calibri"/>
                <a:sym typeface="Calibri"/>
              </a:endParaRPr>
            </a:p>
          </p:txBody>
        </p:sp>
        <p:sp>
          <p:nvSpPr>
            <p:cNvPr id="128" name="Google Shape;128;p14"/>
            <p:cNvSpPr txBox="1"/>
            <p:nvPr/>
          </p:nvSpPr>
          <p:spPr>
            <a:xfrm>
              <a:off x="8403048" y="8840948"/>
              <a:ext cx="8469529" cy="52417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3200">
                  <a:solidFill>
                    <a:srgbClr val="FFFFFF"/>
                  </a:solidFill>
                  <a:latin typeface="Montserrat"/>
                  <a:ea typeface="Montserrat"/>
                  <a:cs typeface="Montserrat"/>
                  <a:sym typeface="Montserrat"/>
                </a:rPr>
                <a:t>Đề mẫu</a:t>
              </a:r>
              <a:endParaRPr b="1" sz="3200">
                <a:solidFill>
                  <a:srgbClr val="FFFFFF"/>
                </a:solidFill>
                <a:latin typeface="Montserrat"/>
                <a:ea typeface="Montserrat"/>
                <a:cs typeface="Montserrat"/>
                <a:sym typeface="Montserrat"/>
              </a:endParaRPr>
            </a:p>
          </p:txBody>
        </p:sp>
        <p:pic>
          <p:nvPicPr>
            <p:cNvPr descr="Pencil with solid fill" id="129" name="Google Shape;129;p14"/>
            <p:cNvPicPr preferRelativeResize="0"/>
            <p:nvPr/>
          </p:nvPicPr>
          <p:blipFill rotWithShape="1">
            <a:blip r:embed="rId5">
              <a:alphaModFix/>
            </a:blip>
            <a:srcRect b="0" l="0" r="0" t="0"/>
            <a:stretch/>
          </p:blipFill>
          <p:spPr>
            <a:xfrm>
              <a:off x="7147974" y="8738481"/>
              <a:ext cx="797413" cy="797413"/>
            </a:xfrm>
            <a:prstGeom prst="rect">
              <a:avLst/>
            </a:prstGeom>
            <a:noFill/>
            <a:ln>
              <a:noFill/>
            </a:ln>
          </p:spPr>
        </p:pic>
      </p:grpSp>
      <p:grpSp>
        <p:nvGrpSpPr>
          <p:cNvPr id="130" name="Google Shape;130;p14"/>
          <p:cNvGrpSpPr/>
          <p:nvPr/>
        </p:nvGrpSpPr>
        <p:grpSpPr>
          <a:xfrm>
            <a:off x="6947410" y="7175011"/>
            <a:ext cx="10121390" cy="1245089"/>
            <a:chOff x="6947410" y="8856876"/>
            <a:chExt cx="9366600" cy="1016489"/>
          </a:xfrm>
        </p:grpSpPr>
        <p:grpSp>
          <p:nvGrpSpPr>
            <p:cNvPr id="131" name="Google Shape;131;p14"/>
            <p:cNvGrpSpPr/>
            <p:nvPr/>
          </p:nvGrpSpPr>
          <p:grpSpPr>
            <a:xfrm>
              <a:off x="6947410" y="8856876"/>
              <a:ext cx="9366600" cy="1016489"/>
              <a:chOff x="6962073" y="8572500"/>
              <a:chExt cx="9882631" cy="1159136"/>
            </a:xfrm>
          </p:grpSpPr>
          <p:sp>
            <p:nvSpPr>
              <p:cNvPr id="132" name="Google Shape;132;p14"/>
              <p:cNvSpPr/>
              <p:nvPr/>
            </p:nvSpPr>
            <p:spPr>
              <a:xfrm>
                <a:off x="6989946" y="8572500"/>
                <a:ext cx="9854758" cy="1159136"/>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3600">
                  <a:solidFill>
                    <a:schemeClr val="lt1"/>
                  </a:solidFill>
                  <a:latin typeface="Calibri"/>
                  <a:ea typeface="Calibri"/>
                  <a:cs typeface="Calibri"/>
                  <a:sym typeface="Calibri"/>
                </a:endParaRPr>
              </a:p>
            </p:txBody>
          </p:sp>
          <p:sp>
            <p:nvSpPr>
              <p:cNvPr id="133" name="Google Shape;133;p14"/>
              <p:cNvSpPr/>
              <p:nvPr/>
            </p:nvSpPr>
            <p:spPr>
              <a:xfrm>
                <a:off x="6962073" y="8588470"/>
                <a:ext cx="1171956" cy="1127196"/>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3600">
                  <a:solidFill>
                    <a:schemeClr val="dk1"/>
                  </a:solidFill>
                  <a:latin typeface="Calibri"/>
                  <a:ea typeface="Calibri"/>
                  <a:cs typeface="Calibri"/>
                  <a:sym typeface="Calibri"/>
                </a:endParaRPr>
              </a:p>
            </p:txBody>
          </p:sp>
          <p:sp>
            <p:nvSpPr>
              <p:cNvPr id="134" name="Google Shape;134;p14"/>
              <p:cNvSpPr txBox="1"/>
              <p:nvPr/>
            </p:nvSpPr>
            <p:spPr>
              <a:xfrm>
                <a:off x="8459833" y="8840948"/>
                <a:ext cx="8087261" cy="53599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3200">
                    <a:solidFill>
                      <a:srgbClr val="FFFFFF"/>
                    </a:solidFill>
                    <a:latin typeface="Montserrat"/>
                    <a:ea typeface="Montserrat"/>
                    <a:cs typeface="Montserrat"/>
                    <a:sym typeface="Montserrat"/>
                  </a:rPr>
                  <a:t>Hướng dẫn trả lời</a:t>
                </a:r>
                <a:endParaRPr b="1" sz="3200">
                  <a:solidFill>
                    <a:srgbClr val="FFFFFF"/>
                  </a:solidFill>
                  <a:latin typeface="Montserrat"/>
                  <a:ea typeface="Montserrat"/>
                  <a:cs typeface="Montserrat"/>
                  <a:sym typeface="Montserrat"/>
                </a:endParaRPr>
              </a:p>
            </p:txBody>
          </p:sp>
        </p:grpSp>
        <p:pic>
          <p:nvPicPr>
            <p:cNvPr descr="Books on shelf with solid fill" id="135" name="Google Shape;135;p14"/>
            <p:cNvPicPr preferRelativeResize="0"/>
            <p:nvPr/>
          </p:nvPicPr>
          <p:blipFill rotWithShape="1">
            <a:blip r:embed="rId6">
              <a:alphaModFix/>
            </a:blip>
            <a:srcRect b="0" l="0" r="0" t="0"/>
            <a:stretch/>
          </p:blipFill>
          <p:spPr>
            <a:xfrm>
              <a:off x="7156012" y="8963133"/>
              <a:ext cx="753302" cy="753302"/>
            </a:xfrm>
            <a:prstGeom prst="rect">
              <a:avLst/>
            </a:prstGeom>
            <a:noFill/>
            <a:ln>
              <a:noFill/>
            </a:ln>
          </p:spPr>
        </p:pic>
      </p:grpSp>
      <p:grpSp>
        <p:nvGrpSpPr>
          <p:cNvPr id="136" name="Google Shape;136;p14"/>
          <p:cNvGrpSpPr/>
          <p:nvPr/>
        </p:nvGrpSpPr>
        <p:grpSpPr>
          <a:xfrm>
            <a:off x="7010400" y="8669916"/>
            <a:ext cx="10121390" cy="1245089"/>
            <a:chOff x="6947410" y="8856876"/>
            <a:chExt cx="9366600" cy="1016489"/>
          </a:xfrm>
        </p:grpSpPr>
        <p:grpSp>
          <p:nvGrpSpPr>
            <p:cNvPr id="137" name="Google Shape;137;p14"/>
            <p:cNvGrpSpPr/>
            <p:nvPr/>
          </p:nvGrpSpPr>
          <p:grpSpPr>
            <a:xfrm>
              <a:off x="6947410" y="8856876"/>
              <a:ext cx="9366600" cy="1016489"/>
              <a:chOff x="6962073" y="8572500"/>
              <a:chExt cx="9882631" cy="1159136"/>
            </a:xfrm>
          </p:grpSpPr>
          <p:sp>
            <p:nvSpPr>
              <p:cNvPr id="138" name="Google Shape;138;p14"/>
              <p:cNvSpPr/>
              <p:nvPr/>
            </p:nvSpPr>
            <p:spPr>
              <a:xfrm>
                <a:off x="6989946" y="8572500"/>
                <a:ext cx="9854758" cy="1159136"/>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3600">
                  <a:solidFill>
                    <a:schemeClr val="lt1"/>
                  </a:solidFill>
                  <a:latin typeface="Calibri"/>
                  <a:ea typeface="Calibri"/>
                  <a:cs typeface="Calibri"/>
                  <a:sym typeface="Calibri"/>
                </a:endParaRPr>
              </a:p>
            </p:txBody>
          </p:sp>
          <p:sp>
            <p:nvSpPr>
              <p:cNvPr id="139" name="Google Shape;139;p14"/>
              <p:cNvSpPr/>
              <p:nvPr/>
            </p:nvSpPr>
            <p:spPr>
              <a:xfrm>
                <a:off x="6962073" y="8588470"/>
                <a:ext cx="1171956" cy="1127196"/>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3600">
                  <a:solidFill>
                    <a:schemeClr val="dk1"/>
                  </a:solidFill>
                  <a:latin typeface="Calibri"/>
                  <a:ea typeface="Calibri"/>
                  <a:cs typeface="Calibri"/>
                  <a:sym typeface="Calibri"/>
                </a:endParaRPr>
              </a:p>
            </p:txBody>
          </p:sp>
          <p:sp>
            <p:nvSpPr>
              <p:cNvPr id="140" name="Google Shape;140;p14"/>
              <p:cNvSpPr txBox="1"/>
              <p:nvPr/>
            </p:nvSpPr>
            <p:spPr>
              <a:xfrm>
                <a:off x="8459833" y="8840948"/>
                <a:ext cx="8087261" cy="53599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3200">
                    <a:solidFill>
                      <a:srgbClr val="FFFFFF"/>
                    </a:solidFill>
                    <a:latin typeface="Montserrat"/>
                    <a:ea typeface="Montserrat"/>
                    <a:cs typeface="Montserrat"/>
                    <a:sym typeface="Montserrat"/>
                  </a:rPr>
                  <a:t>Luyện tập</a:t>
                </a:r>
                <a:endParaRPr b="1" sz="3200">
                  <a:solidFill>
                    <a:srgbClr val="FFFFFF"/>
                  </a:solidFill>
                  <a:latin typeface="Montserrat"/>
                  <a:ea typeface="Montserrat"/>
                  <a:cs typeface="Montserrat"/>
                  <a:sym typeface="Montserrat"/>
                </a:endParaRPr>
              </a:p>
            </p:txBody>
          </p:sp>
        </p:grpSp>
        <p:pic>
          <p:nvPicPr>
            <p:cNvPr descr="Books on shelf with solid fill" id="141" name="Google Shape;141;p14"/>
            <p:cNvPicPr preferRelativeResize="0"/>
            <p:nvPr/>
          </p:nvPicPr>
          <p:blipFill rotWithShape="1">
            <a:blip r:embed="rId6">
              <a:alphaModFix/>
            </a:blip>
            <a:srcRect b="0" l="0" r="0" t="0"/>
            <a:stretch/>
          </p:blipFill>
          <p:spPr>
            <a:xfrm>
              <a:off x="7156012" y="8963133"/>
              <a:ext cx="753302" cy="753302"/>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00"/>
                                        </p:tgtEl>
                                        <p:attrNameLst>
                                          <p:attrName>style.visibility</p:attrName>
                                        </p:attrNameLst>
                                      </p:cBhvr>
                                      <p:to>
                                        <p:strVal val="visible"/>
                                      </p:to>
                                    </p:set>
                                  </p:childTnLst>
                                </p:cTn>
                              </p:par>
                              <p:par>
                                <p:cTn fill="hold" nodeType="withEffect" presetClass="entr" presetID="23" presetSubtype="16">
                                  <p:stCondLst>
                                    <p:cond delay="0"/>
                                  </p:stCondLst>
                                  <p:childTnLst>
                                    <p:set>
                                      <p:cBhvr>
                                        <p:cTn dur="1" fill="hold">
                                          <p:stCondLst>
                                            <p:cond delay="0"/>
                                          </p:stCondLst>
                                        </p:cTn>
                                        <p:tgtEl>
                                          <p:spTgt spid="100"/>
                                        </p:tgtEl>
                                        <p:attrNameLst>
                                          <p:attrName>style.visibility</p:attrName>
                                        </p:attrNameLst>
                                      </p:cBhvr>
                                      <p:to>
                                        <p:strVal val="visible"/>
                                      </p:to>
                                    </p:set>
                                    <p:anim calcmode="lin" valueType="num">
                                      <p:cBhvr additive="base">
                                        <p:cTn dur="500"/>
                                        <p:tgtEl>
                                          <p:spTgt spid="100"/>
                                        </p:tgtEl>
                                        <p:attrNameLst>
                                          <p:attrName>ppt_w</p:attrName>
                                        </p:attrNameLst>
                                      </p:cBhvr>
                                      <p:tavLst>
                                        <p:tav fmla="" tm="0">
                                          <p:val>
                                            <p:strVal val="0"/>
                                          </p:val>
                                        </p:tav>
                                        <p:tav fmla="" tm="100000">
                                          <p:val>
                                            <p:strVal val="#ppt_w"/>
                                          </p:val>
                                        </p:tav>
                                      </p:tavLst>
                                    </p:anim>
                                    <p:anim calcmode="lin" valueType="num">
                                      <p:cBhvr additive="base">
                                        <p:cTn dur="500"/>
                                        <p:tgtEl>
                                          <p:spTgt spid="10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06"/>
                                        </p:tgtEl>
                                        <p:attrNameLst>
                                          <p:attrName>style.visibility</p:attrName>
                                        </p:attrNameLst>
                                      </p:cBhvr>
                                      <p:to>
                                        <p:strVal val="visible"/>
                                      </p:to>
                                    </p:set>
                                    <p:anim calcmode="lin" valueType="num">
                                      <p:cBhvr additive="base">
                                        <p:cTn dur="500"/>
                                        <p:tgtEl>
                                          <p:spTgt spid="10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19"/>
                                        </p:tgtEl>
                                        <p:attrNameLst>
                                          <p:attrName>style.visibility</p:attrName>
                                        </p:attrNameLst>
                                      </p:cBhvr>
                                      <p:to>
                                        <p:strVal val="visible"/>
                                      </p:to>
                                    </p:set>
                                    <p:anim calcmode="lin" valueType="num">
                                      <p:cBhvr additive="base">
                                        <p:cTn dur="500"/>
                                        <p:tgtEl>
                                          <p:spTgt spid="11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25"/>
                                        </p:tgtEl>
                                        <p:attrNameLst>
                                          <p:attrName>style.visibility</p:attrName>
                                        </p:attrNameLst>
                                      </p:cBhvr>
                                      <p:to>
                                        <p:strVal val="visible"/>
                                      </p:to>
                                    </p:set>
                                    <p:anim calcmode="lin" valueType="num">
                                      <p:cBhvr additive="base">
                                        <p:cTn dur="500"/>
                                        <p:tgtEl>
                                          <p:spTgt spid="12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0"/>
                                        </p:tgtEl>
                                        <p:attrNameLst>
                                          <p:attrName>style.visibility</p:attrName>
                                        </p:attrNameLst>
                                      </p:cBhvr>
                                      <p:to>
                                        <p:strVal val="visible"/>
                                      </p:to>
                                    </p:set>
                                    <p:anim calcmode="lin" valueType="num">
                                      <p:cBhvr additive="base">
                                        <p:cTn dur="500"/>
                                        <p:tgtEl>
                                          <p:spTgt spid="13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6"/>
                                        </p:tgtEl>
                                        <p:attrNameLst>
                                          <p:attrName>style.visibility</p:attrName>
                                        </p:attrNameLst>
                                      </p:cBhvr>
                                      <p:to>
                                        <p:strVal val="visible"/>
                                      </p:to>
                                    </p:set>
                                    <p:anim calcmode="lin" valueType="num">
                                      <p:cBhvr additive="base">
                                        <p:cTn dur="500"/>
                                        <p:tgtEl>
                                          <p:spTgt spid="136"/>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cxnSp>
        <p:nvCxnSpPr>
          <p:cNvPr id="146" name="Google Shape;146;p15"/>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147" name="Google Shape;147;p15"/>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148" name="Google Shape;148;p15"/>
          <p:cNvGrpSpPr/>
          <p:nvPr/>
        </p:nvGrpSpPr>
        <p:grpSpPr>
          <a:xfrm rot="10800000">
            <a:off x="15044552" y="-741521"/>
            <a:ext cx="7681766" cy="4260610"/>
            <a:chOff x="0" y="-38100"/>
            <a:chExt cx="406400" cy="225405"/>
          </a:xfrm>
        </p:grpSpPr>
        <p:sp>
          <p:nvSpPr>
            <p:cNvPr id="149" name="Google Shape;149;p15"/>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50" name="Google Shape;150;p15"/>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151" name="Google Shape;151;p15"/>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152" name="Google Shape;152;p15"/>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153" name="Google Shape;153;p15"/>
          <p:cNvSpPr/>
          <p:nvPr/>
        </p:nvSpPr>
        <p:spPr>
          <a:xfrm>
            <a:off x="9121603" y="5737772"/>
            <a:ext cx="5199117" cy="4549228"/>
          </a:xfrm>
          <a:custGeom>
            <a:rect b="b" l="l" r="r" t="t"/>
            <a:pathLst>
              <a:path extrusionOk="0" h="4549228" w="5199117">
                <a:moveTo>
                  <a:pt x="0" y="0"/>
                </a:moveTo>
                <a:lnTo>
                  <a:pt x="5199117" y="0"/>
                </a:lnTo>
                <a:lnTo>
                  <a:pt x="5199117" y="4549228"/>
                </a:lnTo>
                <a:lnTo>
                  <a:pt x="0" y="4549228"/>
                </a:lnTo>
                <a:lnTo>
                  <a:pt x="0" y="0"/>
                </a:lnTo>
                <a:close/>
              </a:path>
            </a:pathLst>
          </a:custGeom>
          <a:blipFill rotWithShape="1">
            <a:blip r:embed="rId5">
              <a:alphaModFix/>
            </a:blip>
            <a:stretch>
              <a:fillRect b="0" l="0" r="0" t="0"/>
            </a:stretch>
          </a:blipFill>
          <a:ln>
            <a:noFill/>
          </a:ln>
        </p:spPr>
      </p:sp>
      <p:sp>
        <p:nvSpPr>
          <p:cNvPr id="154" name="Google Shape;154;p15"/>
          <p:cNvSpPr txBox="1"/>
          <p:nvPr/>
        </p:nvSpPr>
        <p:spPr>
          <a:xfrm>
            <a:off x="7315200" y="2540878"/>
            <a:ext cx="8643753" cy="2487861"/>
          </a:xfrm>
          <a:prstGeom prst="rect">
            <a:avLst/>
          </a:prstGeom>
          <a:noFill/>
          <a:ln>
            <a:noFill/>
          </a:ln>
        </p:spPr>
        <p:txBody>
          <a:bodyPr anchorCtr="0" anchor="t" bIns="0" lIns="0" spcFirstLastPara="1" rIns="0" wrap="square" tIns="0">
            <a:spAutoFit/>
          </a:bodyPr>
          <a:lstStyle/>
          <a:p>
            <a:pPr indent="0" lvl="0" marL="0" marR="0" rtl="0" algn="ctr">
              <a:lnSpc>
                <a:spcPct val="110511"/>
              </a:lnSpc>
              <a:spcBef>
                <a:spcPts val="0"/>
              </a:spcBef>
              <a:spcAft>
                <a:spcPts val="0"/>
              </a:spcAft>
              <a:buNone/>
            </a:pPr>
            <a:r>
              <a:rPr b="1" lang="en-US" sz="8800">
                <a:solidFill>
                  <a:srgbClr val="018345"/>
                </a:solidFill>
                <a:latin typeface="Montserrat"/>
                <a:ea typeface="Montserrat"/>
                <a:cs typeface="Montserrat"/>
                <a:sym typeface="Montserrat"/>
              </a:rPr>
              <a:t>Bài nói APTIS part 1</a:t>
            </a:r>
            <a:endParaRPr/>
          </a:p>
        </p:txBody>
      </p:sp>
      <p:sp>
        <p:nvSpPr>
          <p:cNvPr id="155" name="Google Shape;155;p15"/>
          <p:cNvSpPr txBox="1"/>
          <p:nvPr/>
        </p:nvSpPr>
        <p:spPr>
          <a:xfrm>
            <a:off x="10210111" y="339710"/>
            <a:ext cx="2146722" cy="1895475"/>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01</a:t>
            </a:r>
            <a:endParaRPr/>
          </a:p>
        </p:txBody>
      </p:sp>
      <p:sp>
        <p:nvSpPr>
          <p:cNvPr id="156" name="Google Shape;156;p15"/>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157" name="Google Shape;157;p15"/>
          <p:cNvGrpSpPr/>
          <p:nvPr/>
        </p:nvGrpSpPr>
        <p:grpSpPr>
          <a:xfrm>
            <a:off x="-2718010" y="9274528"/>
            <a:ext cx="7950400" cy="1707231"/>
            <a:chOff x="0" y="-384762"/>
            <a:chExt cx="10600533" cy="2276307"/>
          </a:xfrm>
        </p:grpSpPr>
        <p:grpSp>
          <p:nvGrpSpPr>
            <p:cNvPr id="158" name="Google Shape;158;p15"/>
            <p:cNvGrpSpPr/>
            <p:nvPr/>
          </p:nvGrpSpPr>
          <p:grpSpPr>
            <a:xfrm>
              <a:off x="0" y="-384762"/>
              <a:ext cx="10600533" cy="2276307"/>
              <a:chOff x="0" y="-38100"/>
              <a:chExt cx="1049690" cy="225405"/>
            </a:xfrm>
          </p:grpSpPr>
          <p:sp>
            <p:nvSpPr>
              <p:cNvPr id="159" name="Google Shape;159;p15"/>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160" name="Google Shape;160;p15"/>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61" name="Google Shape;161;p15"/>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155"/>
                                        </p:tgtEl>
                                        <p:attrNameLst>
                                          <p:attrName>style.visibility</p:attrName>
                                        </p:attrNameLst>
                                      </p:cBhvr>
                                      <p:to>
                                        <p:strVal val="visible"/>
                                      </p:to>
                                    </p:set>
                                    <p:anim calcmode="lin" valueType="num">
                                      <p:cBhvr additive="base">
                                        <p:cTn dur="500"/>
                                        <p:tgtEl>
                                          <p:spTgt spid="155"/>
                                        </p:tgtEl>
                                        <p:attrNameLst>
                                          <p:attrName>ppt_w</p:attrName>
                                        </p:attrNameLst>
                                      </p:cBhvr>
                                      <p:tavLst>
                                        <p:tav fmla="" tm="0">
                                          <p:val>
                                            <p:strVal val="0"/>
                                          </p:val>
                                        </p:tav>
                                        <p:tav fmla="" tm="100000">
                                          <p:val>
                                            <p:strVal val="#ppt_w"/>
                                          </p:val>
                                        </p:tav>
                                      </p:tavLst>
                                    </p:anim>
                                    <p:anim calcmode="lin" valueType="num">
                                      <p:cBhvr additive="base">
                                        <p:cTn dur="500"/>
                                        <p:tgtEl>
                                          <p:spTgt spid="155"/>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54"/>
                                        </p:tgtEl>
                                        <p:attrNameLst>
                                          <p:attrName>style.visibility</p:attrName>
                                        </p:attrNameLst>
                                      </p:cBhvr>
                                      <p:to>
                                        <p:strVal val="visible"/>
                                      </p:to>
                                    </p:set>
                                    <p:anim calcmode="lin" valueType="num">
                                      <p:cBhvr additive="base">
                                        <p:cTn dur="500"/>
                                        <p:tgtEl>
                                          <p:spTgt spid="154"/>
                                        </p:tgtEl>
                                        <p:attrNameLst>
                                          <p:attrName>ppt_w</p:attrName>
                                        </p:attrNameLst>
                                      </p:cBhvr>
                                      <p:tavLst>
                                        <p:tav fmla="" tm="0">
                                          <p:val>
                                            <p:strVal val="0"/>
                                          </p:val>
                                        </p:tav>
                                        <p:tav fmla="" tm="100000">
                                          <p:val>
                                            <p:strVal val="#ppt_w"/>
                                          </p:val>
                                        </p:tav>
                                      </p:tavLst>
                                    </p:anim>
                                    <p:anim calcmode="lin" valueType="num">
                                      <p:cBhvr additive="base">
                                        <p:cTn dur="500"/>
                                        <p:tgtEl>
                                          <p:spTgt spid="15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cxnSp>
        <p:nvCxnSpPr>
          <p:cNvPr id="167" name="Google Shape;167;p16"/>
          <p:cNvCxnSpPr/>
          <p:nvPr/>
        </p:nvCxnSpPr>
        <p:spPr>
          <a:xfrm flipH="1" rot="10800000">
            <a:off x="7543801" y="1599849"/>
            <a:ext cx="9909107" cy="50383"/>
          </a:xfrm>
          <a:prstGeom prst="straightConnector1">
            <a:avLst/>
          </a:prstGeom>
          <a:noFill/>
          <a:ln cap="flat" cmpd="sng" w="38100">
            <a:solidFill>
              <a:srgbClr val="018345"/>
            </a:solidFill>
            <a:prstDash val="solid"/>
            <a:round/>
            <a:headEnd len="sm" w="sm" type="none"/>
            <a:tailEnd len="sm" w="sm" type="none"/>
          </a:ln>
        </p:spPr>
      </p:cxnSp>
      <p:cxnSp>
        <p:nvCxnSpPr>
          <p:cNvPr id="168" name="Google Shape;168;p16"/>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169" name="Google Shape;169;p16"/>
          <p:cNvGrpSpPr/>
          <p:nvPr/>
        </p:nvGrpSpPr>
        <p:grpSpPr>
          <a:xfrm rot="10800000">
            <a:off x="15785091" y="-536942"/>
            <a:ext cx="7681766" cy="4260610"/>
            <a:chOff x="0" y="-38100"/>
            <a:chExt cx="406400" cy="225405"/>
          </a:xfrm>
        </p:grpSpPr>
        <p:sp>
          <p:nvSpPr>
            <p:cNvPr id="170" name="Google Shape;170;p16"/>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71" name="Google Shape;171;p16"/>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72" name="Google Shape;172;p16"/>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173" name="Google Shape;173;p16"/>
          <p:cNvGrpSpPr/>
          <p:nvPr/>
        </p:nvGrpSpPr>
        <p:grpSpPr>
          <a:xfrm>
            <a:off x="-2718010" y="9274528"/>
            <a:ext cx="7950400" cy="1707231"/>
            <a:chOff x="0" y="-384762"/>
            <a:chExt cx="10600533" cy="2276307"/>
          </a:xfrm>
        </p:grpSpPr>
        <p:grpSp>
          <p:nvGrpSpPr>
            <p:cNvPr id="174" name="Google Shape;174;p16"/>
            <p:cNvGrpSpPr/>
            <p:nvPr/>
          </p:nvGrpSpPr>
          <p:grpSpPr>
            <a:xfrm>
              <a:off x="0" y="-384762"/>
              <a:ext cx="10600533" cy="2276307"/>
              <a:chOff x="0" y="-38100"/>
              <a:chExt cx="1049690" cy="225405"/>
            </a:xfrm>
          </p:grpSpPr>
          <p:sp>
            <p:nvSpPr>
              <p:cNvPr id="175" name="Google Shape;175;p16"/>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176" name="Google Shape;176;p16"/>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77" name="Google Shape;177;p16"/>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78" name="Google Shape;178;p16"/>
          <p:cNvSpPr txBox="1"/>
          <p:nvPr/>
        </p:nvSpPr>
        <p:spPr>
          <a:xfrm>
            <a:off x="6293296" y="622074"/>
            <a:ext cx="11880998" cy="863826"/>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None/>
            </a:pPr>
            <a:r>
              <a:rPr b="1" lang="en-US" sz="4800">
                <a:solidFill>
                  <a:srgbClr val="018345"/>
                </a:solidFill>
                <a:latin typeface="Montserrat"/>
                <a:ea typeface="Montserrat"/>
                <a:cs typeface="Montserrat"/>
                <a:sym typeface="Montserrat"/>
              </a:rPr>
              <a:t>Phần 1: Thông tin cá nhân</a:t>
            </a:r>
            <a:endParaRPr b="1" sz="4800">
              <a:solidFill>
                <a:srgbClr val="018345"/>
              </a:solidFill>
              <a:latin typeface="Montserrat"/>
              <a:ea typeface="Montserrat"/>
              <a:cs typeface="Montserrat"/>
              <a:sym typeface="Montserrat"/>
            </a:endParaRPr>
          </a:p>
        </p:txBody>
      </p:sp>
      <p:grpSp>
        <p:nvGrpSpPr>
          <p:cNvPr id="179" name="Google Shape;179;p16"/>
          <p:cNvGrpSpPr/>
          <p:nvPr/>
        </p:nvGrpSpPr>
        <p:grpSpPr>
          <a:xfrm>
            <a:off x="7810502" y="2279932"/>
            <a:ext cx="7889348" cy="6330318"/>
            <a:chOff x="7810502" y="2279932"/>
            <a:chExt cx="7889348" cy="6330318"/>
          </a:xfrm>
        </p:grpSpPr>
        <p:grpSp>
          <p:nvGrpSpPr>
            <p:cNvPr id="180" name="Google Shape;180;p16"/>
            <p:cNvGrpSpPr/>
            <p:nvPr/>
          </p:nvGrpSpPr>
          <p:grpSpPr>
            <a:xfrm>
              <a:off x="7810502" y="2279932"/>
              <a:ext cx="7889348" cy="6330318"/>
              <a:chOff x="695515" y="76899"/>
              <a:chExt cx="7889348" cy="6330318"/>
            </a:xfrm>
          </p:grpSpPr>
          <p:sp>
            <p:nvSpPr>
              <p:cNvPr id="181" name="Google Shape;181;p16"/>
              <p:cNvSpPr/>
              <p:nvPr/>
            </p:nvSpPr>
            <p:spPr>
              <a:xfrm>
                <a:off x="2991522" y="3659524"/>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6"/>
              <p:cNvSpPr/>
              <p:nvPr/>
            </p:nvSpPr>
            <p:spPr>
              <a:xfrm>
                <a:off x="2791890" y="3979444"/>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6"/>
              <p:cNvSpPr/>
              <p:nvPr/>
            </p:nvSpPr>
            <p:spPr>
              <a:xfrm>
                <a:off x="2553972" y="4256426"/>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6"/>
              <p:cNvSpPr/>
              <p:nvPr/>
            </p:nvSpPr>
            <p:spPr>
              <a:xfrm>
                <a:off x="2838380" y="439758"/>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6"/>
              <p:cNvSpPr/>
              <p:nvPr/>
            </p:nvSpPr>
            <p:spPr>
              <a:xfrm>
                <a:off x="3142841" y="258329"/>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6"/>
              <p:cNvSpPr/>
              <p:nvPr/>
            </p:nvSpPr>
            <p:spPr>
              <a:xfrm>
                <a:off x="3446391" y="76899"/>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6"/>
              <p:cNvSpPr/>
              <p:nvPr/>
            </p:nvSpPr>
            <p:spPr>
              <a:xfrm>
                <a:off x="3749941" y="258329"/>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6"/>
              <p:cNvSpPr/>
              <p:nvPr/>
            </p:nvSpPr>
            <p:spPr>
              <a:xfrm>
                <a:off x="4054402" y="439758"/>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6"/>
              <p:cNvSpPr/>
              <p:nvPr/>
            </p:nvSpPr>
            <p:spPr>
              <a:xfrm>
                <a:off x="3446391" y="459715"/>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6"/>
              <p:cNvSpPr/>
              <p:nvPr/>
            </p:nvSpPr>
            <p:spPr>
              <a:xfrm>
                <a:off x="3446391" y="842531"/>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6"/>
              <p:cNvSpPr/>
              <p:nvPr/>
            </p:nvSpPr>
            <p:spPr>
              <a:xfrm>
                <a:off x="1592275" y="5088831"/>
                <a:ext cx="4915139" cy="1318386"/>
              </a:xfrm>
              <a:prstGeom prst="roundRect">
                <a:avLst>
                  <a:gd fmla="val 16667" name="adj"/>
                </a:avLst>
              </a:pr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6"/>
              <p:cNvSpPr txBox="1"/>
              <p:nvPr/>
            </p:nvSpPr>
            <p:spPr>
              <a:xfrm>
                <a:off x="1656633" y="5153189"/>
                <a:ext cx="4786423" cy="1189670"/>
              </a:xfrm>
              <a:prstGeom prst="rect">
                <a:avLst/>
              </a:prstGeom>
              <a:noFill/>
              <a:ln>
                <a:noFill/>
              </a:ln>
            </p:spPr>
            <p:txBody>
              <a:bodyPr anchorCtr="0" anchor="ctr" bIns="182875" lIns="1040350" spcFirstLastPara="1" rIns="182875" wrap="square" tIns="182875">
                <a:noAutofit/>
              </a:bodyPr>
              <a:lstStyle/>
              <a:p>
                <a:pPr indent="0" lvl="0" marL="0" marR="0" rtl="0" algn="l">
                  <a:lnSpc>
                    <a:spcPct val="90000"/>
                  </a:lnSpc>
                  <a:spcBef>
                    <a:spcPts val="0"/>
                  </a:spcBef>
                  <a:spcAft>
                    <a:spcPts val="0"/>
                  </a:spcAft>
                  <a:buClr>
                    <a:schemeClr val="lt1"/>
                  </a:buClr>
                  <a:buSzPts val="4800"/>
                  <a:buFont typeface="Roboto"/>
                  <a:buNone/>
                </a:pPr>
                <a:r>
                  <a:rPr b="1" lang="en-US" sz="4800">
                    <a:solidFill>
                      <a:schemeClr val="lt1"/>
                    </a:solidFill>
                    <a:latin typeface="Roboto"/>
                    <a:ea typeface="Roboto"/>
                    <a:cs typeface="Roboto"/>
                    <a:sym typeface="Roboto"/>
                  </a:rPr>
                  <a:t>30 giây/ câu</a:t>
                </a:r>
                <a:endParaRPr b="1" sz="4800">
                  <a:solidFill>
                    <a:schemeClr val="lt1"/>
                  </a:solidFill>
                  <a:latin typeface="Roboto"/>
                  <a:ea typeface="Roboto"/>
                  <a:cs typeface="Roboto"/>
                  <a:sym typeface="Roboto"/>
                </a:endParaRPr>
              </a:p>
            </p:txBody>
          </p:sp>
          <p:sp>
            <p:nvSpPr>
              <p:cNvPr id="193" name="Google Shape;193;p16"/>
              <p:cNvSpPr/>
              <p:nvPr/>
            </p:nvSpPr>
            <p:spPr>
              <a:xfrm>
                <a:off x="695515" y="4108036"/>
                <a:ext cx="1676384" cy="1630492"/>
              </a:xfrm>
              <a:prstGeom prst="ellipse">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6"/>
              <p:cNvSpPr/>
              <p:nvPr/>
            </p:nvSpPr>
            <p:spPr>
              <a:xfrm>
                <a:off x="3669724" y="2510116"/>
                <a:ext cx="4915139" cy="1318386"/>
              </a:xfrm>
              <a:prstGeom prst="roundRect">
                <a:avLst>
                  <a:gd fmla="val 16667" name="adj"/>
                </a:avLst>
              </a:pr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6"/>
              <p:cNvSpPr txBox="1"/>
              <p:nvPr/>
            </p:nvSpPr>
            <p:spPr>
              <a:xfrm>
                <a:off x="3734082" y="2574474"/>
                <a:ext cx="4786423" cy="1189670"/>
              </a:xfrm>
              <a:prstGeom prst="rect">
                <a:avLst/>
              </a:prstGeom>
              <a:noFill/>
              <a:ln>
                <a:noFill/>
              </a:ln>
            </p:spPr>
            <p:txBody>
              <a:bodyPr anchorCtr="0" anchor="ctr" bIns="182875" lIns="1040350" spcFirstLastPara="1" rIns="182875" wrap="square" tIns="182875">
                <a:noAutofit/>
              </a:bodyPr>
              <a:lstStyle/>
              <a:p>
                <a:pPr indent="0" lvl="0" marL="0" marR="0" rtl="0" algn="l">
                  <a:lnSpc>
                    <a:spcPct val="90000"/>
                  </a:lnSpc>
                  <a:spcBef>
                    <a:spcPts val="0"/>
                  </a:spcBef>
                  <a:spcAft>
                    <a:spcPts val="0"/>
                  </a:spcAft>
                  <a:buClr>
                    <a:schemeClr val="lt1"/>
                  </a:buClr>
                  <a:buSzPts val="4800"/>
                  <a:buFont typeface="Roboto"/>
                  <a:buNone/>
                </a:pPr>
                <a:r>
                  <a:rPr b="1" lang="en-US" sz="4800">
                    <a:solidFill>
                      <a:schemeClr val="lt1"/>
                    </a:solidFill>
                    <a:latin typeface="Roboto"/>
                    <a:ea typeface="Roboto"/>
                    <a:cs typeface="Roboto"/>
                    <a:sym typeface="Roboto"/>
                  </a:rPr>
                  <a:t>3 câu hỏi</a:t>
                </a:r>
                <a:endParaRPr b="1" sz="4800">
                  <a:solidFill>
                    <a:schemeClr val="lt1"/>
                  </a:solidFill>
                  <a:latin typeface="Roboto"/>
                  <a:ea typeface="Roboto"/>
                  <a:cs typeface="Roboto"/>
                  <a:sym typeface="Roboto"/>
                </a:endParaRPr>
              </a:p>
            </p:txBody>
          </p:sp>
          <p:sp>
            <p:nvSpPr>
              <p:cNvPr id="196" name="Google Shape;196;p16"/>
              <p:cNvSpPr/>
              <p:nvPr/>
            </p:nvSpPr>
            <p:spPr>
              <a:xfrm>
                <a:off x="2564182" y="1520638"/>
                <a:ext cx="1764418" cy="1674153"/>
              </a:xfrm>
              <a:prstGeom prst="ellipse">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Bullseye with solid fill" id="197" name="Google Shape;197;p16"/>
            <p:cNvPicPr preferRelativeResize="0"/>
            <p:nvPr/>
          </p:nvPicPr>
          <p:blipFill rotWithShape="1">
            <a:blip r:embed="rId4">
              <a:alphaModFix/>
            </a:blip>
            <a:srcRect b="0" l="0" r="0" t="0"/>
            <a:stretch/>
          </p:blipFill>
          <p:spPr>
            <a:xfrm>
              <a:off x="8077200" y="6515100"/>
              <a:ext cx="1219200" cy="1219200"/>
            </a:xfrm>
            <a:prstGeom prst="rect">
              <a:avLst/>
            </a:prstGeom>
            <a:noFill/>
            <a:ln>
              <a:noFill/>
            </a:ln>
          </p:spPr>
        </p:pic>
        <p:pic>
          <p:nvPicPr>
            <p:cNvPr descr="Lightbulb and gear with solid fill" id="198" name="Google Shape;198;p16"/>
            <p:cNvPicPr preferRelativeResize="0"/>
            <p:nvPr/>
          </p:nvPicPr>
          <p:blipFill rotWithShape="1">
            <a:blip r:embed="rId5">
              <a:alphaModFix/>
            </a:blip>
            <a:srcRect b="0" l="0" r="0" t="0"/>
            <a:stretch/>
          </p:blipFill>
          <p:spPr>
            <a:xfrm>
              <a:off x="10001250" y="3943350"/>
              <a:ext cx="1200150" cy="1200150"/>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78"/>
                                        </p:tgtEl>
                                        <p:attrNameLst>
                                          <p:attrName>style.visibility</p:attrName>
                                        </p:attrNameLst>
                                      </p:cBhvr>
                                      <p:to>
                                        <p:strVal val="visible"/>
                                      </p:to>
                                    </p:set>
                                    <p:animEffect filter="fade" transition="in">
                                      <p:cBhvr>
                                        <p:cTn dur="500"/>
                                        <p:tgtEl>
                                          <p:spTgt spid="1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gtEl>
                                        <p:attrNameLst>
                                          <p:attrName>style.visibility</p:attrName>
                                        </p:attrNameLst>
                                      </p:cBhvr>
                                      <p:to>
                                        <p:strVal val="visible"/>
                                      </p:to>
                                    </p:set>
                                    <p:animEffect filter="fade" transition="in">
                                      <p:cBhvr>
                                        <p:cTn dur="500"/>
                                        <p:tgtEl>
                                          <p:spTgt spid="1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cxnSp>
        <p:nvCxnSpPr>
          <p:cNvPr id="203" name="Google Shape;203;p17"/>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204" name="Google Shape;204;p17"/>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205" name="Google Shape;205;p17"/>
          <p:cNvGrpSpPr/>
          <p:nvPr/>
        </p:nvGrpSpPr>
        <p:grpSpPr>
          <a:xfrm rot="10800000">
            <a:off x="15044552" y="-741521"/>
            <a:ext cx="7681766" cy="4260610"/>
            <a:chOff x="0" y="-38100"/>
            <a:chExt cx="406400" cy="225405"/>
          </a:xfrm>
        </p:grpSpPr>
        <p:sp>
          <p:nvSpPr>
            <p:cNvPr id="206" name="Google Shape;206;p17"/>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07" name="Google Shape;207;p17"/>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208" name="Google Shape;208;p17"/>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209" name="Google Shape;209;p17"/>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210" name="Google Shape;210;p17"/>
          <p:cNvSpPr txBox="1"/>
          <p:nvPr/>
        </p:nvSpPr>
        <p:spPr>
          <a:xfrm>
            <a:off x="5511794" y="2502271"/>
            <a:ext cx="11760209" cy="2385974"/>
          </a:xfrm>
          <a:prstGeom prst="rect">
            <a:avLst/>
          </a:prstGeom>
          <a:noFill/>
          <a:ln>
            <a:noFill/>
          </a:ln>
        </p:spPr>
        <p:txBody>
          <a:bodyPr anchorCtr="0" anchor="t" bIns="0" lIns="0" spcFirstLastPara="1" rIns="0" wrap="square" tIns="0">
            <a:spAutoFit/>
          </a:bodyPr>
          <a:lstStyle/>
          <a:p>
            <a:pPr indent="0" lvl="0" marL="0" marR="0" rtl="0" algn="ctr">
              <a:lnSpc>
                <a:spcPct val="147348"/>
              </a:lnSpc>
              <a:spcBef>
                <a:spcPts val="0"/>
              </a:spcBef>
              <a:spcAft>
                <a:spcPts val="0"/>
              </a:spcAft>
              <a:buNone/>
            </a:pPr>
            <a:r>
              <a:rPr b="1" lang="en-US" sz="6600">
                <a:solidFill>
                  <a:srgbClr val="018345"/>
                </a:solidFill>
                <a:latin typeface="Montserrat"/>
                <a:ea typeface="Montserrat"/>
                <a:cs typeface="Montserrat"/>
                <a:sym typeface="Montserrat"/>
              </a:rPr>
              <a:t>Lưu ý khi làm bài nói APTIS</a:t>
            </a:r>
            <a:endParaRPr/>
          </a:p>
        </p:txBody>
      </p:sp>
      <p:sp>
        <p:nvSpPr>
          <p:cNvPr id="211" name="Google Shape;211;p17"/>
          <p:cNvSpPr txBox="1"/>
          <p:nvPr/>
        </p:nvSpPr>
        <p:spPr>
          <a:xfrm>
            <a:off x="9601200" y="339710"/>
            <a:ext cx="2755633" cy="1837554"/>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02</a:t>
            </a:r>
            <a:endParaRPr/>
          </a:p>
        </p:txBody>
      </p:sp>
      <p:sp>
        <p:nvSpPr>
          <p:cNvPr id="212" name="Google Shape;212;p17"/>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213" name="Google Shape;213;p17"/>
          <p:cNvGrpSpPr/>
          <p:nvPr/>
        </p:nvGrpSpPr>
        <p:grpSpPr>
          <a:xfrm>
            <a:off x="-2718010" y="9274528"/>
            <a:ext cx="7950400" cy="1707231"/>
            <a:chOff x="0" y="-384762"/>
            <a:chExt cx="10600533" cy="2276307"/>
          </a:xfrm>
        </p:grpSpPr>
        <p:grpSp>
          <p:nvGrpSpPr>
            <p:cNvPr id="214" name="Google Shape;214;p17"/>
            <p:cNvGrpSpPr/>
            <p:nvPr/>
          </p:nvGrpSpPr>
          <p:grpSpPr>
            <a:xfrm>
              <a:off x="0" y="-384762"/>
              <a:ext cx="10600533" cy="2276307"/>
              <a:chOff x="0" y="-38100"/>
              <a:chExt cx="1049690" cy="225405"/>
            </a:xfrm>
          </p:grpSpPr>
          <p:sp>
            <p:nvSpPr>
              <p:cNvPr id="215" name="Google Shape;215;p17"/>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16" name="Google Shape;216;p17"/>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17" name="Google Shape;217;p17"/>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pic>
        <p:nvPicPr>
          <p:cNvPr descr="Stressed Out Woman Cartoon Images – Browse 1,008 Stock Photos, Vectors, and  Video | Adobe Stock" id="218" name="Google Shape;218;p17"/>
          <p:cNvPicPr preferRelativeResize="0"/>
          <p:nvPr/>
        </p:nvPicPr>
        <p:blipFill rotWithShape="1">
          <a:blip r:embed="rId5">
            <a:alphaModFix/>
          </a:blip>
          <a:srcRect b="0" l="0" r="0" t="0"/>
          <a:stretch/>
        </p:blipFill>
        <p:spPr>
          <a:xfrm>
            <a:off x="8305800" y="4969014"/>
            <a:ext cx="7127824" cy="399069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211"/>
                                        </p:tgtEl>
                                        <p:attrNameLst>
                                          <p:attrName>style.visibility</p:attrName>
                                        </p:attrNameLst>
                                      </p:cBhvr>
                                      <p:to>
                                        <p:strVal val="visible"/>
                                      </p:to>
                                    </p:set>
                                    <p:anim calcmode="lin" valueType="num">
                                      <p:cBhvr additive="base">
                                        <p:cTn dur="500"/>
                                        <p:tgtEl>
                                          <p:spTgt spid="211"/>
                                        </p:tgtEl>
                                        <p:attrNameLst>
                                          <p:attrName>ppt_w</p:attrName>
                                        </p:attrNameLst>
                                      </p:cBhvr>
                                      <p:tavLst>
                                        <p:tav fmla="" tm="0">
                                          <p:val>
                                            <p:strVal val="0"/>
                                          </p:val>
                                        </p:tav>
                                        <p:tav fmla="" tm="100000">
                                          <p:val>
                                            <p:strVal val="#ppt_w"/>
                                          </p:val>
                                        </p:tav>
                                      </p:tavLst>
                                    </p:anim>
                                    <p:anim calcmode="lin" valueType="num">
                                      <p:cBhvr additive="base">
                                        <p:cTn dur="500"/>
                                        <p:tgtEl>
                                          <p:spTgt spid="211"/>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210"/>
                                        </p:tgtEl>
                                        <p:attrNameLst>
                                          <p:attrName>style.visibility</p:attrName>
                                        </p:attrNameLst>
                                      </p:cBhvr>
                                      <p:to>
                                        <p:strVal val="visible"/>
                                      </p:to>
                                    </p:set>
                                    <p:anim calcmode="lin" valueType="num">
                                      <p:cBhvr additive="base">
                                        <p:cTn dur="500"/>
                                        <p:tgtEl>
                                          <p:spTgt spid="210"/>
                                        </p:tgtEl>
                                        <p:attrNameLst>
                                          <p:attrName>ppt_w</p:attrName>
                                        </p:attrNameLst>
                                      </p:cBhvr>
                                      <p:tavLst>
                                        <p:tav fmla="" tm="0">
                                          <p:val>
                                            <p:strVal val="0"/>
                                          </p:val>
                                        </p:tav>
                                        <p:tav fmla="" tm="100000">
                                          <p:val>
                                            <p:strVal val="#ppt_w"/>
                                          </p:val>
                                        </p:tav>
                                      </p:tavLst>
                                    </p:anim>
                                    <p:anim calcmode="lin" valueType="num">
                                      <p:cBhvr additive="base">
                                        <p:cTn dur="500"/>
                                        <p:tgtEl>
                                          <p:spTgt spid="210"/>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cxnSp>
        <p:nvCxnSpPr>
          <p:cNvPr id="224" name="Google Shape;224;p18"/>
          <p:cNvCxnSpPr/>
          <p:nvPr/>
        </p:nvCxnSpPr>
        <p:spPr>
          <a:xfrm flipH="1" rot="10800000">
            <a:off x="3996362" y="1619250"/>
            <a:ext cx="11243637" cy="19050"/>
          </a:xfrm>
          <a:prstGeom prst="straightConnector1">
            <a:avLst/>
          </a:prstGeom>
          <a:noFill/>
          <a:ln cap="flat" cmpd="sng" w="38100">
            <a:solidFill>
              <a:srgbClr val="018345"/>
            </a:solidFill>
            <a:prstDash val="solid"/>
            <a:round/>
            <a:headEnd len="sm" w="sm" type="none"/>
            <a:tailEnd len="sm" w="sm" type="none"/>
          </a:ln>
        </p:spPr>
      </p:cxnSp>
      <p:grpSp>
        <p:nvGrpSpPr>
          <p:cNvPr id="225" name="Google Shape;225;p18"/>
          <p:cNvGrpSpPr/>
          <p:nvPr/>
        </p:nvGrpSpPr>
        <p:grpSpPr>
          <a:xfrm rot="10800000">
            <a:off x="15785091" y="-536942"/>
            <a:ext cx="7681766" cy="4260610"/>
            <a:chOff x="0" y="-38100"/>
            <a:chExt cx="406400" cy="225405"/>
          </a:xfrm>
        </p:grpSpPr>
        <p:sp>
          <p:nvSpPr>
            <p:cNvPr id="226" name="Google Shape;226;p18"/>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27" name="Google Shape;227;p18"/>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28" name="Google Shape;228;p18"/>
          <p:cNvSpPr/>
          <p:nvPr/>
        </p:nvSpPr>
        <p:spPr>
          <a:xfrm>
            <a:off x="18978732" y="174137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229" name="Google Shape;229;p18"/>
          <p:cNvSpPr txBox="1"/>
          <p:nvPr/>
        </p:nvSpPr>
        <p:spPr>
          <a:xfrm>
            <a:off x="3359002" y="401132"/>
            <a:ext cx="11880998" cy="863826"/>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None/>
            </a:pPr>
            <a:r>
              <a:rPr b="1" lang="en-US" sz="4800">
                <a:solidFill>
                  <a:srgbClr val="018345"/>
                </a:solidFill>
                <a:latin typeface="Montserrat"/>
                <a:ea typeface="Montserrat"/>
                <a:cs typeface="Montserrat"/>
                <a:sym typeface="Montserrat"/>
              </a:rPr>
              <a:t>Lưu ý khi làm bài nói APTIS</a:t>
            </a:r>
            <a:endParaRPr/>
          </a:p>
        </p:txBody>
      </p:sp>
      <p:grpSp>
        <p:nvGrpSpPr>
          <p:cNvPr id="230" name="Google Shape;230;p18"/>
          <p:cNvGrpSpPr/>
          <p:nvPr/>
        </p:nvGrpSpPr>
        <p:grpSpPr>
          <a:xfrm>
            <a:off x="-2718010" y="9274528"/>
            <a:ext cx="7950400" cy="1707231"/>
            <a:chOff x="0" y="-384762"/>
            <a:chExt cx="10600533" cy="2276307"/>
          </a:xfrm>
        </p:grpSpPr>
        <p:grpSp>
          <p:nvGrpSpPr>
            <p:cNvPr id="231" name="Google Shape;231;p18"/>
            <p:cNvGrpSpPr/>
            <p:nvPr/>
          </p:nvGrpSpPr>
          <p:grpSpPr>
            <a:xfrm>
              <a:off x="0" y="-384762"/>
              <a:ext cx="10600533" cy="2276307"/>
              <a:chOff x="0" y="-38100"/>
              <a:chExt cx="1049690" cy="225405"/>
            </a:xfrm>
          </p:grpSpPr>
          <p:sp>
            <p:nvSpPr>
              <p:cNvPr id="232" name="Google Shape;232;p18"/>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33" name="Google Shape;233;p18"/>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34" name="Google Shape;234;p18"/>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35" name="Google Shape;235;p18"/>
          <p:cNvSpPr txBox="1"/>
          <p:nvPr/>
        </p:nvSpPr>
        <p:spPr>
          <a:xfrm>
            <a:off x="930043" y="2095500"/>
            <a:ext cx="17255599" cy="3690241"/>
          </a:xfrm>
          <a:prstGeom prst="rect">
            <a:avLst/>
          </a:prstGeom>
          <a:noFill/>
          <a:ln>
            <a:noFill/>
          </a:ln>
        </p:spPr>
        <p:txBody>
          <a:bodyPr anchorCtr="0" anchor="t" bIns="45700" lIns="91425" spcFirstLastPara="1" rIns="91425" wrap="square" tIns="45700">
            <a:spAutoFit/>
          </a:bodyPr>
          <a:lstStyle/>
          <a:p>
            <a:pPr indent="-571500" lvl="0" marL="571500" marR="0" rtl="0" algn="l">
              <a:lnSpc>
                <a:spcPct val="150000"/>
              </a:lnSpc>
              <a:spcBef>
                <a:spcPts val="0"/>
              </a:spcBef>
              <a:spcAft>
                <a:spcPts val="0"/>
              </a:spcAft>
              <a:buClr>
                <a:schemeClr val="dk1"/>
              </a:buClr>
              <a:buSzPts val="4000"/>
              <a:buFont typeface="Noto Sans Symbols"/>
              <a:buChar char="⮚"/>
            </a:pPr>
            <a:r>
              <a:rPr lang="en-US" sz="4000">
                <a:solidFill>
                  <a:schemeClr val="dk1"/>
                </a:solidFill>
                <a:latin typeface="Calibri"/>
                <a:ea typeface="Calibri"/>
                <a:cs typeface="Calibri"/>
                <a:sym typeface="Calibri"/>
              </a:rPr>
              <a:t>Hãy lắng nghe hướng dẫn và nói rõ ràng vào micrô khi bạn nghe thấy tín hiệu.</a:t>
            </a:r>
            <a:endParaRPr sz="4000">
              <a:solidFill>
                <a:schemeClr val="dk1"/>
              </a:solidFill>
              <a:latin typeface="Calibri"/>
              <a:ea typeface="Calibri"/>
              <a:cs typeface="Calibri"/>
              <a:sym typeface="Calibri"/>
            </a:endParaRPr>
          </a:p>
          <a:p>
            <a:pPr indent="-571500" lvl="0" marL="571500" marR="0" rtl="0" algn="l">
              <a:lnSpc>
                <a:spcPct val="150000"/>
              </a:lnSpc>
              <a:spcBef>
                <a:spcPts val="0"/>
              </a:spcBef>
              <a:spcAft>
                <a:spcPts val="0"/>
              </a:spcAft>
              <a:buClr>
                <a:schemeClr val="dk1"/>
              </a:buClr>
              <a:buSzPts val="4000"/>
              <a:buFont typeface="Noto Sans Symbols"/>
              <a:buChar char="⮚"/>
            </a:pPr>
            <a:r>
              <a:rPr lang="en-US" sz="4000">
                <a:solidFill>
                  <a:schemeClr val="dk1"/>
                </a:solidFill>
                <a:latin typeface="Calibri"/>
                <a:ea typeface="Calibri"/>
                <a:cs typeface="Calibri"/>
                <a:sym typeface="Calibri"/>
              </a:rPr>
              <a:t>Mỗi phần của bài kiểm tra sẽ tự động xuất hiện. </a:t>
            </a:r>
            <a:endParaRPr sz="4000">
              <a:solidFill>
                <a:schemeClr val="dk1"/>
              </a:solidFill>
              <a:latin typeface="Calibri"/>
              <a:ea typeface="Calibri"/>
              <a:cs typeface="Calibri"/>
              <a:sym typeface="Calibri"/>
            </a:endParaRPr>
          </a:p>
          <a:p>
            <a:pPr indent="-571500" lvl="0" marL="571500" marR="0" rtl="0" algn="l">
              <a:lnSpc>
                <a:spcPct val="150000"/>
              </a:lnSpc>
              <a:spcBef>
                <a:spcPts val="0"/>
              </a:spcBef>
              <a:spcAft>
                <a:spcPts val="0"/>
              </a:spcAft>
              <a:buClr>
                <a:schemeClr val="dk1"/>
              </a:buClr>
              <a:buSzPts val="4000"/>
              <a:buFont typeface="Noto Sans Symbols"/>
              <a:buChar char="⮚"/>
            </a:pPr>
            <a:r>
              <a:rPr lang="en-US" sz="4000">
                <a:solidFill>
                  <a:schemeClr val="dk1"/>
                </a:solidFill>
                <a:latin typeface="Calibri"/>
                <a:ea typeface="Calibri"/>
                <a:cs typeface="Calibri"/>
                <a:sym typeface="Calibri"/>
              </a:rPr>
              <a:t>Bạn có thể dừng ghi âm phản hồi của mình trước khi hết giờ.</a:t>
            </a:r>
            <a:endParaRPr/>
          </a:p>
          <a:p>
            <a:pPr indent="-571500" lvl="0" marL="571500" marR="0" rtl="0" algn="l">
              <a:lnSpc>
                <a:spcPct val="150000"/>
              </a:lnSpc>
              <a:spcBef>
                <a:spcPts val="0"/>
              </a:spcBef>
              <a:spcAft>
                <a:spcPts val="0"/>
              </a:spcAft>
              <a:buClr>
                <a:schemeClr val="dk1"/>
              </a:buClr>
              <a:buSzPts val="4000"/>
              <a:buFont typeface="Noto Sans Symbols"/>
              <a:buChar char="⮚"/>
            </a:pPr>
            <a:r>
              <a:rPr lang="en-US" sz="4000">
                <a:solidFill>
                  <a:schemeClr val="dk1"/>
                </a:solidFill>
                <a:latin typeface="Calibri"/>
                <a:ea typeface="Calibri"/>
                <a:cs typeface="Calibri"/>
                <a:sym typeface="Calibri"/>
              </a:rPr>
              <a:t>Nên nói trong toàn bộ thời gian để tối đa hóa điểm số của mình.</a:t>
            </a:r>
            <a:endParaRPr/>
          </a:p>
        </p:txBody>
      </p:sp>
      <p:pic>
        <p:nvPicPr>
          <p:cNvPr id="236" name="Google Shape;236;p18"/>
          <p:cNvPicPr preferRelativeResize="0"/>
          <p:nvPr/>
        </p:nvPicPr>
        <p:blipFill>
          <a:blip r:embed="rId4">
            <a:alphaModFix/>
          </a:blip>
          <a:stretch>
            <a:fillRect/>
          </a:stretch>
        </p:blipFill>
        <p:spPr>
          <a:xfrm>
            <a:off x="5092943" y="5670616"/>
            <a:ext cx="8671443" cy="4196458"/>
          </a:xfrm>
          <a:prstGeom prst="rect">
            <a:avLst/>
          </a:prstGeom>
          <a:noFill/>
          <a:ln cap="flat" cmpd="sng" w="9525">
            <a:solidFill>
              <a:schemeClr val="dk2"/>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29"/>
                                        </p:tgtEl>
                                        <p:attrNameLst>
                                          <p:attrName>style.visibility</p:attrName>
                                        </p:attrNameLst>
                                      </p:cBhvr>
                                      <p:to>
                                        <p:strVal val="visible"/>
                                      </p:to>
                                    </p:set>
                                    <p:animEffect filter="fade" transition="in">
                                      <p:cBhvr>
                                        <p:cTn dur="500"/>
                                        <p:tgtEl>
                                          <p:spTgt spid="2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cxnSp>
        <p:nvCxnSpPr>
          <p:cNvPr id="242" name="Google Shape;242;p19"/>
          <p:cNvCxnSpPr/>
          <p:nvPr/>
        </p:nvCxnSpPr>
        <p:spPr>
          <a:xfrm flipH="1" rot="10800000">
            <a:off x="3996362" y="1619250"/>
            <a:ext cx="11243637" cy="19050"/>
          </a:xfrm>
          <a:prstGeom prst="straightConnector1">
            <a:avLst/>
          </a:prstGeom>
          <a:noFill/>
          <a:ln cap="flat" cmpd="sng" w="38100">
            <a:solidFill>
              <a:srgbClr val="018345"/>
            </a:solidFill>
            <a:prstDash val="solid"/>
            <a:round/>
            <a:headEnd len="sm" w="sm" type="none"/>
            <a:tailEnd len="sm" w="sm" type="none"/>
          </a:ln>
        </p:spPr>
      </p:cxnSp>
      <p:grpSp>
        <p:nvGrpSpPr>
          <p:cNvPr id="243" name="Google Shape;243;p19"/>
          <p:cNvGrpSpPr/>
          <p:nvPr/>
        </p:nvGrpSpPr>
        <p:grpSpPr>
          <a:xfrm rot="10800000">
            <a:off x="15785091" y="-536942"/>
            <a:ext cx="7681766" cy="4260610"/>
            <a:chOff x="0" y="-38100"/>
            <a:chExt cx="406400" cy="225405"/>
          </a:xfrm>
        </p:grpSpPr>
        <p:sp>
          <p:nvSpPr>
            <p:cNvPr id="244" name="Google Shape;244;p19"/>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45" name="Google Shape;245;p19"/>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46" name="Google Shape;246;p19"/>
          <p:cNvSpPr/>
          <p:nvPr/>
        </p:nvSpPr>
        <p:spPr>
          <a:xfrm>
            <a:off x="18978732" y="174137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247" name="Google Shape;247;p19"/>
          <p:cNvSpPr txBox="1"/>
          <p:nvPr/>
        </p:nvSpPr>
        <p:spPr>
          <a:xfrm>
            <a:off x="3359002" y="401132"/>
            <a:ext cx="11880998" cy="863826"/>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None/>
            </a:pPr>
            <a:r>
              <a:rPr b="1" lang="en-US" sz="4800">
                <a:solidFill>
                  <a:srgbClr val="018345"/>
                </a:solidFill>
                <a:latin typeface="Montserrat"/>
                <a:ea typeface="Montserrat"/>
                <a:cs typeface="Montserrat"/>
                <a:sym typeface="Montserrat"/>
              </a:rPr>
              <a:t>Lưu ý khi làm bài nói APTIS</a:t>
            </a:r>
            <a:endParaRPr/>
          </a:p>
        </p:txBody>
      </p:sp>
      <p:grpSp>
        <p:nvGrpSpPr>
          <p:cNvPr id="248" name="Google Shape;248;p19"/>
          <p:cNvGrpSpPr/>
          <p:nvPr/>
        </p:nvGrpSpPr>
        <p:grpSpPr>
          <a:xfrm>
            <a:off x="-2718010" y="9274528"/>
            <a:ext cx="7950400" cy="1707231"/>
            <a:chOff x="0" y="-384762"/>
            <a:chExt cx="10600533" cy="2276307"/>
          </a:xfrm>
        </p:grpSpPr>
        <p:grpSp>
          <p:nvGrpSpPr>
            <p:cNvPr id="249" name="Google Shape;249;p19"/>
            <p:cNvGrpSpPr/>
            <p:nvPr/>
          </p:nvGrpSpPr>
          <p:grpSpPr>
            <a:xfrm>
              <a:off x="0" y="-384762"/>
              <a:ext cx="10600533" cy="2276307"/>
              <a:chOff x="0" y="-38100"/>
              <a:chExt cx="1049690" cy="225405"/>
            </a:xfrm>
          </p:grpSpPr>
          <p:sp>
            <p:nvSpPr>
              <p:cNvPr id="250" name="Google Shape;250;p19"/>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51" name="Google Shape;251;p19"/>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2" name="Google Shape;252;p19"/>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3" name="Google Shape;253;p19"/>
          <p:cNvSpPr txBox="1"/>
          <p:nvPr/>
        </p:nvSpPr>
        <p:spPr>
          <a:xfrm>
            <a:off x="1600200" y="2200508"/>
            <a:ext cx="15938201" cy="3690241"/>
          </a:xfrm>
          <a:prstGeom prst="rect">
            <a:avLst/>
          </a:prstGeom>
          <a:noFill/>
          <a:ln>
            <a:noFill/>
          </a:ln>
        </p:spPr>
        <p:txBody>
          <a:bodyPr anchorCtr="0" anchor="t" bIns="45700" lIns="91425" spcFirstLastPara="1" rIns="91425" wrap="square" tIns="45700">
            <a:spAutoFit/>
          </a:bodyPr>
          <a:lstStyle/>
          <a:p>
            <a:pPr indent="-571500" lvl="0" marL="571500" marR="0" rtl="0" algn="l">
              <a:lnSpc>
                <a:spcPct val="150000"/>
              </a:lnSpc>
              <a:spcBef>
                <a:spcPts val="0"/>
              </a:spcBef>
              <a:spcAft>
                <a:spcPts val="0"/>
              </a:spcAft>
              <a:buClr>
                <a:schemeClr val="dk1"/>
              </a:buClr>
              <a:buSzPts val="4000"/>
              <a:buFont typeface="Noto Sans Symbols"/>
              <a:buChar char="⮚"/>
            </a:pPr>
            <a:r>
              <a:rPr lang="en-US" sz="4000">
                <a:solidFill>
                  <a:schemeClr val="dk1"/>
                </a:solidFill>
                <a:latin typeface="Calibri"/>
                <a:ea typeface="Calibri"/>
                <a:cs typeface="Calibri"/>
                <a:sym typeface="Calibri"/>
              </a:rPr>
              <a:t>Khi đến thời gian ghi âm, bộ đếm thời gian sẽ bắt đầu.</a:t>
            </a:r>
            <a:endParaRPr sz="4000">
              <a:solidFill>
                <a:schemeClr val="dk1"/>
              </a:solidFill>
              <a:latin typeface="Calibri"/>
              <a:ea typeface="Calibri"/>
              <a:cs typeface="Calibri"/>
              <a:sym typeface="Calibri"/>
            </a:endParaRPr>
          </a:p>
          <a:p>
            <a:pPr indent="-571500" lvl="0" marL="571500" marR="0" rtl="0" algn="l">
              <a:lnSpc>
                <a:spcPct val="150000"/>
              </a:lnSpc>
              <a:spcBef>
                <a:spcPts val="0"/>
              </a:spcBef>
              <a:spcAft>
                <a:spcPts val="0"/>
              </a:spcAft>
              <a:buClr>
                <a:schemeClr val="dk1"/>
              </a:buClr>
              <a:buSzPts val="4000"/>
              <a:buFont typeface="Noto Sans Symbols"/>
              <a:buChar char="⮚"/>
            </a:pPr>
            <a:r>
              <a:rPr lang="en-US" sz="4000">
                <a:solidFill>
                  <a:schemeClr val="dk1"/>
                </a:solidFill>
                <a:latin typeface="Calibri"/>
                <a:ea typeface="Calibri"/>
                <a:cs typeface="Calibri"/>
                <a:sym typeface="Calibri"/>
              </a:rPr>
              <a:t>Nội dung này cho bạn biết bạn đã ghi âm được bao lâu.</a:t>
            </a:r>
            <a:endParaRPr/>
          </a:p>
          <a:p>
            <a:pPr indent="-571500" lvl="0" marL="571500" marR="0" rtl="0" algn="l">
              <a:lnSpc>
                <a:spcPct val="150000"/>
              </a:lnSpc>
              <a:spcBef>
                <a:spcPts val="0"/>
              </a:spcBef>
              <a:spcAft>
                <a:spcPts val="0"/>
              </a:spcAft>
              <a:buClr>
                <a:schemeClr val="dk1"/>
              </a:buClr>
              <a:buSzPts val="4000"/>
              <a:buFont typeface="Noto Sans Symbols"/>
              <a:buChar char="⮚"/>
            </a:pPr>
            <a:r>
              <a:rPr lang="en-US" sz="4000">
                <a:solidFill>
                  <a:schemeClr val="dk1"/>
                </a:solidFill>
                <a:latin typeface="Calibri"/>
                <a:ea typeface="Calibri"/>
                <a:cs typeface="Calibri"/>
                <a:sym typeface="Calibri"/>
              </a:rPr>
              <a:t>Mỗi khi một câu hỏi mới xuất hiện, quy trình tương tự sẽ được lặp lại.</a:t>
            </a:r>
            <a:endParaRPr sz="4000">
              <a:solidFill>
                <a:schemeClr val="dk1"/>
              </a:solidFill>
              <a:latin typeface="Calibri"/>
              <a:ea typeface="Calibri"/>
              <a:cs typeface="Calibri"/>
              <a:sym typeface="Calibri"/>
            </a:endParaRPr>
          </a:p>
          <a:p>
            <a:pPr indent="-317500" lvl="0" marL="571500" marR="0" rtl="0" algn="l">
              <a:lnSpc>
                <a:spcPct val="150000"/>
              </a:lnSpc>
              <a:spcBef>
                <a:spcPts val="0"/>
              </a:spcBef>
              <a:spcAft>
                <a:spcPts val="0"/>
              </a:spcAft>
              <a:buClr>
                <a:schemeClr val="dk1"/>
              </a:buClr>
              <a:buSzPts val="4000"/>
              <a:buFont typeface="Noto Sans Symbols"/>
              <a:buNone/>
            </a:pPr>
            <a:r>
              <a:t/>
            </a:r>
            <a:endParaRPr sz="4000">
              <a:solidFill>
                <a:schemeClr val="dk1"/>
              </a:solidFill>
              <a:latin typeface="Calibri"/>
              <a:ea typeface="Calibri"/>
              <a:cs typeface="Calibri"/>
              <a:sym typeface="Calibri"/>
            </a:endParaRPr>
          </a:p>
        </p:txBody>
      </p:sp>
      <p:pic>
        <p:nvPicPr>
          <p:cNvPr id="254" name="Google Shape;254;p19"/>
          <p:cNvPicPr preferRelativeResize="0"/>
          <p:nvPr/>
        </p:nvPicPr>
        <p:blipFill rotWithShape="1">
          <a:blip r:embed="rId4">
            <a:alphaModFix/>
          </a:blip>
          <a:srcRect b="26199" l="0" r="0" t="0"/>
          <a:stretch/>
        </p:blipFill>
        <p:spPr>
          <a:xfrm>
            <a:off x="4217450" y="4973100"/>
            <a:ext cx="9595827" cy="4301424"/>
          </a:xfrm>
          <a:prstGeom prst="rect">
            <a:avLst/>
          </a:prstGeom>
          <a:noFill/>
          <a:ln cap="flat" cmpd="sng" w="9525">
            <a:solidFill>
              <a:schemeClr val="dk2"/>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47"/>
                                        </p:tgtEl>
                                        <p:attrNameLst>
                                          <p:attrName>style.visibility</p:attrName>
                                        </p:attrNameLst>
                                      </p:cBhvr>
                                      <p:to>
                                        <p:strVal val="visible"/>
                                      </p:to>
                                    </p:set>
                                    <p:animEffect filter="fade" transition="in">
                                      <p:cBhvr>
                                        <p:cTn dur="500"/>
                                        <p:tgtEl>
                                          <p:spTgt spid="2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cxnSp>
        <p:nvCxnSpPr>
          <p:cNvPr id="260" name="Google Shape;260;p20"/>
          <p:cNvCxnSpPr/>
          <p:nvPr/>
        </p:nvCxnSpPr>
        <p:spPr>
          <a:xfrm>
            <a:off x="3154"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261" name="Google Shape;261;p20"/>
          <p:cNvGrpSpPr/>
          <p:nvPr/>
        </p:nvGrpSpPr>
        <p:grpSpPr>
          <a:xfrm rot="10800000">
            <a:off x="15785091" y="-536942"/>
            <a:ext cx="7681766" cy="4260610"/>
            <a:chOff x="0" y="-38100"/>
            <a:chExt cx="406400" cy="225405"/>
          </a:xfrm>
        </p:grpSpPr>
        <p:sp>
          <p:nvSpPr>
            <p:cNvPr id="262" name="Google Shape;262;p20"/>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63" name="Google Shape;263;p20"/>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64" name="Google Shape;264;p20"/>
          <p:cNvSpPr txBox="1"/>
          <p:nvPr/>
        </p:nvSpPr>
        <p:spPr>
          <a:xfrm>
            <a:off x="5571910" y="401132"/>
            <a:ext cx="11880998" cy="863826"/>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None/>
            </a:pPr>
            <a:r>
              <a:rPr b="1" lang="en-US" sz="4800">
                <a:solidFill>
                  <a:srgbClr val="018345"/>
                </a:solidFill>
                <a:latin typeface="Montserrat"/>
                <a:ea typeface="Montserrat"/>
                <a:cs typeface="Montserrat"/>
                <a:sym typeface="Montserrat"/>
              </a:rPr>
              <a:t>Lưu ý</a:t>
            </a:r>
            <a:endParaRPr/>
          </a:p>
        </p:txBody>
      </p:sp>
      <p:grpSp>
        <p:nvGrpSpPr>
          <p:cNvPr id="265" name="Google Shape;265;p20"/>
          <p:cNvGrpSpPr/>
          <p:nvPr/>
        </p:nvGrpSpPr>
        <p:grpSpPr>
          <a:xfrm>
            <a:off x="-2718010" y="9274528"/>
            <a:ext cx="7950400" cy="1707231"/>
            <a:chOff x="0" y="-384762"/>
            <a:chExt cx="10600533" cy="2276307"/>
          </a:xfrm>
        </p:grpSpPr>
        <p:grpSp>
          <p:nvGrpSpPr>
            <p:cNvPr id="266" name="Google Shape;266;p20"/>
            <p:cNvGrpSpPr/>
            <p:nvPr/>
          </p:nvGrpSpPr>
          <p:grpSpPr>
            <a:xfrm>
              <a:off x="0" y="-384762"/>
              <a:ext cx="10600533" cy="2276307"/>
              <a:chOff x="0" y="-38100"/>
              <a:chExt cx="1049690" cy="225405"/>
            </a:xfrm>
          </p:grpSpPr>
          <p:sp>
            <p:nvSpPr>
              <p:cNvPr id="267" name="Google Shape;267;p20"/>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68" name="Google Shape;268;p20"/>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69" name="Google Shape;269;p20"/>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70" name="Google Shape;270;p20"/>
          <p:cNvSpPr/>
          <p:nvPr/>
        </p:nvSpPr>
        <p:spPr>
          <a:xfrm>
            <a:off x="7720637" y="2270061"/>
            <a:ext cx="10186363" cy="700446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0"/>
          <p:cNvSpPr/>
          <p:nvPr/>
        </p:nvSpPr>
        <p:spPr>
          <a:xfrm>
            <a:off x="-52203" y="1059893"/>
            <a:ext cx="9424803" cy="9424803"/>
          </a:xfrm>
          <a:prstGeom prst="blockArc">
            <a:avLst>
              <a:gd fmla="val 18900000" name="adj1"/>
              <a:gd fmla="val 2700000" name="adj2"/>
              <a:gd fmla="val 229" name="adj3"/>
            </a:avLst>
          </a:prstGeom>
          <a:noFill/>
          <a:ln cap="flat" cmpd="sng" w="25400">
            <a:solidFill>
              <a:srgbClr val="0183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72" name="Google Shape;272;p20"/>
          <p:cNvCxnSpPr/>
          <p:nvPr/>
        </p:nvCxnSpPr>
        <p:spPr>
          <a:xfrm flipH="1" rot="10800000">
            <a:off x="6209271" y="1632998"/>
            <a:ext cx="11243637" cy="19050"/>
          </a:xfrm>
          <a:prstGeom prst="straightConnector1">
            <a:avLst/>
          </a:prstGeom>
          <a:noFill/>
          <a:ln cap="flat" cmpd="sng" w="38100">
            <a:solidFill>
              <a:srgbClr val="018345"/>
            </a:solidFill>
            <a:prstDash val="solid"/>
            <a:round/>
            <a:headEnd len="sm" w="sm" type="none"/>
            <a:tailEnd len="sm" w="sm" type="none"/>
          </a:ln>
        </p:spPr>
      </p:cxnSp>
      <p:grpSp>
        <p:nvGrpSpPr>
          <p:cNvPr id="273" name="Google Shape;273;p20"/>
          <p:cNvGrpSpPr/>
          <p:nvPr/>
        </p:nvGrpSpPr>
        <p:grpSpPr>
          <a:xfrm>
            <a:off x="8158730" y="2598220"/>
            <a:ext cx="8684450" cy="1094798"/>
            <a:chOff x="7100641" y="2598220"/>
            <a:chExt cx="8684450" cy="1094798"/>
          </a:xfrm>
        </p:grpSpPr>
        <p:sp>
          <p:nvSpPr>
            <p:cNvPr id="274" name="Google Shape;274;p20"/>
            <p:cNvSpPr/>
            <p:nvPr/>
          </p:nvSpPr>
          <p:spPr>
            <a:xfrm>
              <a:off x="7648040" y="2707700"/>
              <a:ext cx="8137051" cy="875838"/>
            </a:xfrm>
            <a:custGeom>
              <a:rect b="b" l="l" r="r" t="t"/>
              <a:pathLst>
                <a:path extrusionOk="0" h="875838" w="9428479">
                  <a:moveTo>
                    <a:pt x="0" y="0"/>
                  </a:moveTo>
                  <a:lnTo>
                    <a:pt x="9428479" y="0"/>
                  </a:lnTo>
                  <a:lnTo>
                    <a:pt x="9428479" y="875838"/>
                  </a:lnTo>
                  <a:lnTo>
                    <a:pt x="0" y="875838"/>
                  </a:lnTo>
                  <a:lnTo>
                    <a:pt x="0" y="0"/>
                  </a:lnTo>
                  <a:close/>
                </a:path>
              </a:pathLst>
            </a:cu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116825" lIns="695175" spcFirstLastPara="1" rIns="116825" wrap="square" tIns="116825">
              <a:noAutofit/>
            </a:bodyPr>
            <a:lstStyle/>
            <a:p>
              <a:pPr indent="0" lvl="0" marL="0" marR="0" rtl="0" algn="l">
                <a:lnSpc>
                  <a:spcPct val="90000"/>
                </a:lnSpc>
                <a:spcBef>
                  <a:spcPts val="0"/>
                </a:spcBef>
                <a:spcAft>
                  <a:spcPts val="0"/>
                </a:spcAft>
                <a:buClr>
                  <a:schemeClr val="lt1"/>
                </a:buClr>
                <a:buSzPts val="4600"/>
                <a:buFont typeface="Calibri"/>
                <a:buNone/>
              </a:pPr>
              <a:r>
                <a:rPr lang="en-US" sz="4600">
                  <a:solidFill>
                    <a:schemeClr val="lt1"/>
                  </a:solidFill>
                  <a:latin typeface="Calibri"/>
                  <a:ea typeface="Calibri"/>
                  <a:cs typeface="Calibri"/>
                  <a:sym typeface="Calibri"/>
                </a:rPr>
                <a:t>Giữ bình tĩnh và tự tin</a:t>
              </a:r>
              <a:endParaRPr sz="4600">
                <a:solidFill>
                  <a:schemeClr val="lt1"/>
                </a:solidFill>
                <a:latin typeface="Calibri"/>
                <a:ea typeface="Calibri"/>
                <a:cs typeface="Calibri"/>
                <a:sym typeface="Calibri"/>
              </a:endParaRPr>
            </a:p>
          </p:txBody>
        </p:sp>
        <p:sp>
          <p:nvSpPr>
            <p:cNvPr id="275" name="Google Shape;275;p20"/>
            <p:cNvSpPr/>
            <p:nvPr/>
          </p:nvSpPr>
          <p:spPr>
            <a:xfrm>
              <a:off x="7100641" y="2598220"/>
              <a:ext cx="1094798" cy="1094798"/>
            </a:xfrm>
            <a:prstGeom prst="ellipse">
              <a:avLst/>
            </a:prstGeom>
            <a:solidFill>
              <a:schemeClr val="lt1"/>
            </a:solidFill>
            <a:ln cap="flat" cmpd="sng" w="25400">
              <a:solidFill>
                <a:srgbClr val="0183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6" name="Google Shape;276;p20"/>
          <p:cNvGrpSpPr/>
          <p:nvPr/>
        </p:nvGrpSpPr>
        <p:grpSpPr>
          <a:xfrm>
            <a:off x="8786330" y="3911557"/>
            <a:ext cx="8056850" cy="1094798"/>
            <a:chOff x="7728241" y="3911557"/>
            <a:chExt cx="8056850" cy="1094798"/>
          </a:xfrm>
        </p:grpSpPr>
        <p:sp>
          <p:nvSpPr>
            <p:cNvPr id="277" name="Google Shape;277;p20"/>
            <p:cNvSpPr/>
            <p:nvPr/>
          </p:nvSpPr>
          <p:spPr>
            <a:xfrm>
              <a:off x="8275640" y="4021037"/>
              <a:ext cx="7509451" cy="875838"/>
            </a:xfrm>
            <a:custGeom>
              <a:rect b="b" l="l" r="r" t="t"/>
              <a:pathLst>
                <a:path extrusionOk="0" h="875838" w="8800879">
                  <a:moveTo>
                    <a:pt x="0" y="0"/>
                  </a:moveTo>
                  <a:lnTo>
                    <a:pt x="8800879" y="0"/>
                  </a:lnTo>
                  <a:lnTo>
                    <a:pt x="8800879" y="875838"/>
                  </a:lnTo>
                  <a:lnTo>
                    <a:pt x="0" y="875838"/>
                  </a:lnTo>
                  <a:lnTo>
                    <a:pt x="0" y="0"/>
                  </a:lnTo>
                  <a:close/>
                </a:path>
              </a:pathLst>
            </a:cu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116825" lIns="695175" spcFirstLastPara="1" rIns="116825" wrap="square" tIns="116825">
              <a:noAutofit/>
            </a:bodyPr>
            <a:lstStyle/>
            <a:p>
              <a:pPr indent="0" lvl="0" marL="0" marR="0" rtl="0" algn="l">
                <a:lnSpc>
                  <a:spcPct val="90000"/>
                </a:lnSpc>
                <a:spcBef>
                  <a:spcPts val="0"/>
                </a:spcBef>
                <a:spcAft>
                  <a:spcPts val="0"/>
                </a:spcAft>
                <a:buClr>
                  <a:schemeClr val="lt1"/>
                </a:buClr>
                <a:buSzPts val="4600"/>
                <a:buFont typeface="Calibri"/>
                <a:buNone/>
              </a:pPr>
              <a:r>
                <a:rPr lang="en-US" sz="4600">
                  <a:solidFill>
                    <a:schemeClr val="lt1"/>
                  </a:solidFill>
                  <a:latin typeface="Calibri"/>
                  <a:ea typeface="Calibri"/>
                  <a:cs typeface="Calibri"/>
                  <a:sym typeface="Calibri"/>
                </a:rPr>
                <a:t>Nghe kỹ hướng dẫn</a:t>
              </a:r>
              <a:endParaRPr sz="4600">
                <a:solidFill>
                  <a:schemeClr val="lt1"/>
                </a:solidFill>
                <a:latin typeface="Calibri"/>
                <a:ea typeface="Calibri"/>
                <a:cs typeface="Calibri"/>
                <a:sym typeface="Calibri"/>
              </a:endParaRPr>
            </a:p>
          </p:txBody>
        </p:sp>
        <p:sp>
          <p:nvSpPr>
            <p:cNvPr id="278" name="Google Shape;278;p20"/>
            <p:cNvSpPr/>
            <p:nvPr/>
          </p:nvSpPr>
          <p:spPr>
            <a:xfrm>
              <a:off x="7728241" y="3911557"/>
              <a:ext cx="1094798" cy="1094798"/>
            </a:xfrm>
            <a:prstGeom prst="ellipse">
              <a:avLst/>
            </a:prstGeom>
            <a:solidFill>
              <a:schemeClr val="lt1"/>
            </a:solidFill>
            <a:ln cap="flat" cmpd="sng" w="25400">
              <a:solidFill>
                <a:srgbClr val="0183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9" name="Google Shape;279;p20"/>
          <p:cNvGrpSpPr/>
          <p:nvPr/>
        </p:nvGrpSpPr>
        <p:grpSpPr>
          <a:xfrm>
            <a:off x="8978953" y="5224895"/>
            <a:ext cx="7864227" cy="1094798"/>
            <a:chOff x="7920864" y="5224895"/>
            <a:chExt cx="7864227" cy="1094798"/>
          </a:xfrm>
        </p:grpSpPr>
        <p:sp>
          <p:nvSpPr>
            <p:cNvPr id="280" name="Google Shape;280;p20"/>
            <p:cNvSpPr/>
            <p:nvPr/>
          </p:nvSpPr>
          <p:spPr>
            <a:xfrm>
              <a:off x="8468263" y="5334375"/>
              <a:ext cx="7316828" cy="875838"/>
            </a:xfrm>
            <a:custGeom>
              <a:rect b="b" l="l" r="r" t="t"/>
              <a:pathLst>
                <a:path extrusionOk="0" h="875838" w="8608256">
                  <a:moveTo>
                    <a:pt x="0" y="0"/>
                  </a:moveTo>
                  <a:lnTo>
                    <a:pt x="8608256" y="0"/>
                  </a:lnTo>
                  <a:lnTo>
                    <a:pt x="8608256" y="875838"/>
                  </a:lnTo>
                  <a:lnTo>
                    <a:pt x="0" y="875838"/>
                  </a:lnTo>
                  <a:lnTo>
                    <a:pt x="0" y="0"/>
                  </a:lnTo>
                  <a:close/>
                </a:path>
              </a:pathLst>
            </a:cu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116825" lIns="695175" spcFirstLastPara="1" rIns="116825" wrap="square" tIns="116825">
              <a:noAutofit/>
            </a:bodyPr>
            <a:lstStyle/>
            <a:p>
              <a:pPr indent="0" lvl="0" marL="0" marR="0" rtl="0" algn="l">
                <a:lnSpc>
                  <a:spcPct val="90000"/>
                </a:lnSpc>
                <a:spcBef>
                  <a:spcPts val="0"/>
                </a:spcBef>
                <a:spcAft>
                  <a:spcPts val="0"/>
                </a:spcAft>
                <a:buClr>
                  <a:schemeClr val="lt1"/>
                </a:buClr>
                <a:buSzPts val="4600"/>
                <a:buFont typeface="Calibri"/>
                <a:buNone/>
              </a:pPr>
              <a:r>
                <a:rPr lang="en-US" sz="4600">
                  <a:solidFill>
                    <a:schemeClr val="lt1"/>
                  </a:solidFill>
                  <a:latin typeface="Calibri"/>
                  <a:ea typeface="Calibri"/>
                  <a:cs typeface="Calibri"/>
                  <a:sym typeface="Calibri"/>
                </a:rPr>
                <a:t>Trả lời ngắn gọn, súc tích</a:t>
              </a:r>
              <a:endParaRPr sz="4600">
                <a:solidFill>
                  <a:schemeClr val="lt1"/>
                </a:solidFill>
                <a:latin typeface="Calibri"/>
                <a:ea typeface="Calibri"/>
                <a:cs typeface="Calibri"/>
                <a:sym typeface="Calibri"/>
              </a:endParaRPr>
            </a:p>
          </p:txBody>
        </p:sp>
        <p:sp>
          <p:nvSpPr>
            <p:cNvPr id="281" name="Google Shape;281;p20"/>
            <p:cNvSpPr/>
            <p:nvPr/>
          </p:nvSpPr>
          <p:spPr>
            <a:xfrm>
              <a:off x="7920864" y="5224895"/>
              <a:ext cx="1094798" cy="1094798"/>
            </a:xfrm>
            <a:prstGeom prst="ellipse">
              <a:avLst/>
            </a:prstGeom>
            <a:solidFill>
              <a:schemeClr val="lt1"/>
            </a:solidFill>
            <a:ln cap="flat" cmpd="sng" w="25400">
              <a:solidFill>
                <a:srgbClr val="0183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2" name="Google Shape;282;p20"/>
          <p:cNvGrpSpPr/>
          <p:nvPr/>
        </p:nvGrpSpPr>
        <p:grpSpPr>
          <a:xfrm>
            <a:off x="8786330" y="6538232"/>
            <a:ext cx="8056850" cy="1094798"/>
            <a:chOff x="7728241" y="6538232"/>
            <a:chExt cx="8056850" cy="1094798"/>
          </a:xfrm>
        </p:grpSpPr>
        <p:sp>
          <p:nvSpPr>
            <p:cNvPr id="283" name="Google Shape;283;p20"/>
            <p:cNvSpPr/>
            <p:nvPr/>
          </p:nvSpPr>
          <p:spPr>
            <a:xfrm>
              <a:off x="8275640" y="6647712"/>
              <a:ext cx="7509451" cy="875838"/>
            </a:xfrm>
            <a:custGeom>
              <a:rect b="b" l="l" r="r" t="t"/>
              <a:pathLst>
                <a:path extrusionOk="0" h="875838" w="8800879">
                  <a:moveTo>
                    <a:pt x="0" y="0"/>
                  </a:moveTo>
                  <a:lnTo>
                    <a:pt x="8800879" y="0"/>
                  </a:lnTo>
                  <a:lnTo>
                    <a:pt x="8800879" y="875838"/>
                  </a:lnTo>
                  <a:lnTo>
                    <a:pt x="0" y="875838"/>
                  </a:lnTo>
                  <a:lnTo>
                    <a:pt x="0" y="0"/>
                  </a:lnTo>
                  <a:close/>
                </a:path>
              </a:pathLst>
            </a:cu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116825" lIns="695175" spcFirstLastPara="1" rIns="116825" wrap="square" tIns="116825">
              <a:noAutofit/>
            </a:bodyPr>
            <a:lstStyle/>
            <a:p>
              <a:pPr indent="0" lvl="0" marL="0" marR="0" rtl="0" algn="l">
                <a:lnSpc>
                  <a:spcPct val="90000"/>
                </a:lnSpc>
                <a:spcBef>
                  <a:spcPts val="0"/>
                </a:spcBef>
                <a:spcAft>
                  <a:spcPts val="0"/>
                </a:spcAft>
                <a:buClr>
                  <a:schemeClr val="lt1"/>
                </a:buClr>
                <a:buSzPts val="4600"/>
                <a:buFont typeface="Calibri"/>
                <a:buNone/>
              </a:pPr>
              <a:r>
                <a:rPr lang="en-US" sz="4600">
                  <a:solidFill>
                    <a:schemeClr val="lt1"/>
                  </a:solidFill>
                  <a:latin typeface="Calibri"/>
                  <a:ea typeface="Calibri"/>
                  <a:cs typeface="Calibri"/>
                  <a:sym typeface="Calibri"/>
                </a:rPr>
                <a:t>Nói rõ ràng, dễ hiểu</a:t>
              </a:r>
              <a:endParaRPr sz="4600">
                <a:solidFill>
                  <a:schemeClr val="lt1"/>
                </a:solidFill>
                <a:latin typeface="Calibri"/>
                <a:ea typeface="Calibri"/>
                <a:cs typeface="Calibri"/>
                <a:sym typeface="Calibri"/>
              </a:endParaRPr>
            </a:p>
          </p:txBody>
        </p:sp>
        <p:sp>
          <p:nvSpPr>
            <p:cNvPr id="284" name="Google Shape;284;p20"/>
            <p:cNvSpPr/>
            <p:nvPr/>
          </p:nvSpPr>
          <p:spPr>
            <a:xfrm>
              <a:off x="7728241" y="6538232"/>
              <a:ext cx="1094798" cy="1094798"/>
            </a:xfrm>
            <a:prstGeom prst="ellipse">
              <a:avLst/>
            </a:prstGeom>
            <a:solidFill>
              <a:schemeClr val="lt1"/>
            </a:solidFill>
            <a:ln cap="flat" cmpd="sng" w="25400">
              <a:solidFill>
                <a:srgbClr val="0183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5" name="Google Shape;285;p20"/>
          <p:cNvGrpSpPr/>
          <p:nvPr/>
        </p:nvGrpSpPr>
        <p:grpSpPr>
          <a:xfrm>
            <a:off x="8158730" y="7851570"/>
            <a:ext cx="8684450" cy="1094798"/>
            <a:chOff x="7100641" y="7851570"/>
            <a:chExt cx="8684450" cy="1094798"/>
          </a:xfrm>
        </p:grpSpPr>
        <p:sp>
          <p:nvSpPr>
            <p:cNvPr id="286" name="Google Shape;286;p20"/>
            <p:cNvSpPr/>
            <p:nvPr/>
          </p:nvSpPr>
          <p:spPr>
            <a:xfrm>
              <a:off x="7648040" y="7961050"/>
              <a:ext cx="8137051" cy="875838"/>
            </a:xfrm>
            <a:custGeom>
              <a:rect b="b" l="l" r="r" t="t"/>
              <a:pathLst>
                <a:path extrusionOk="0" h="875838" w="9428479">
                  <a:moveTo>
                    <a:pt x="0" y="0"/>
                  </a:moveTo>
                  <a:lnTo>
                    <a:pt x="9428479" y="0"/>
                  </a:lnTo>
                  <a:lnTo>
                    <a:pt x="9428479" y="875838"/>
                  </a:lnTo>
                  <a:lnTo>
                    <a:pt x="0" y="875838"/>
                  </a:lnTo>
                  <a:lnTo>
                    <a:pt x="0" y="0"/>
                  </a:lnTo>
                  <a:close/>
                </a:path>
              </a:pathLst>
            </a:cu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116825" lIns="695175" spcFirstLastPara="1" rIns="116825" wrap="square" tIns="116825">
              <a:noAutofit/>
            </a:bodyPr>
            <a:lstStyle/>
            <a:p>
              <a:pPr indent="0" lvl="0" marL="0" marR="0" rtl="0" algn="l">
                <a:lnSpc>
                  <a:spcPct val="90000"/>
                </a:lnSpc>
                <a:spcBef>
                  <a:spcPts val="0"/>
                </a:spcBef>
                <a:spcAft>
                  <a:spcPts val="0"/>
                </a:spcAft>
                <a:buClr>
                  <a:schemeClr val="lt1"/>
                </a:buClr>
                <a:buSzPts val="4600"/>
                <a:buFont typeface="Calibri"/>
                <a:buNone/>
              </a:pPr>
              <a:r>
                <a:rPr lang="en-US" sz="4600">
                  <a:solidFill>
                    <a:schemeClr val="lt1"/>
                  </a:solidFill>
                  <a:latin typeface="Calibri"/>
                  <a:ea typeface="Calibri"/>
                  <a:cs typeface="Calibri"/>
                  <a:sym typeface="Calibri"/>
                </a:rPr>
                <a:t>Sử dụng ngữ điệu khi nói</a:t>
              </a:r>
              <a:endParaRPr sz="4600">
                <a:solidFill>
                  <a:schemeClr val="lt1"/>
                </a:solidFill>
                <a:latin typeface="Calibri"/>
                <a:ea typeface="Calibri"/>
                <a:cs typeface="Calibri"/>
                <a:sym typeface="Calibri"/>
              </a:endParaRPr>
            </a:p>
          </p:txBody>
        </p:sp>
        <p:sp>
          <p:nvSpPr>
            <p:cNvPr id="287" name="Google Shape;287;p20"/>
            <p:cNvSpPr/>
            <p:nvPr/>
          </p:nvSpPr>
          <p:spPr>
            <a:xfrm>
              <a:off x="7100641" y="7851570"/>
              <a:ext cx="1094798" cy="1094798"/>
            </a:xfrm>
            <a:prstGeom prst="ellipse">
              <a:avLst/>
            </a:prstGeom>
            <a:solidFill>
              <a:schemeClr val="lt1"/>
            </a:solidFill>
            <a:ln cap="flat" cmpd="sng" w="25400">
              <a:solidFill>
                <a:srgbClr val="0183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64"/>
                                        </p:tgtEl>
                                        <p:attrNameLst>
                                          <p:attrName>style.visibility</p:attrName>
                                        </p:attrNameLst>
                                      </p:cBhvr>
                                      <p:to>
                                        <p:strVal val="visible"/>
                                      </p:to>
                                    </p:set>
                                    <p:animEffect filter="fade" transition="in">
                                      <p:cBhvr>
                                        <p:cTn dur="500"/>
                                        <p:tgtEl>
                                          <p:spTgt spid="2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gtEl>
                                        <p:attrNameLst>
                                          <p:attrName>style.visibility</p:attrName>
                                        </p:attrNameLst>
                                      </p:cBhvr>
                                      <p:to>
                                        <p:strVal val="visible"/>
                                      </p:to>
                                    </p:set>
                                    <p:animEffect filter="fade" transition="in">
                                      <p:cBhvr>
                                        <p:cTn dur="500"/>
                                        <p:tgtEl>
                                          <p:spTgt spid="2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
                                        </p:tgtEl>
                                        <p:attrNameLst>
                                          <p:attrName>style.visibility</p:attrName>
                                        </p:attrNameLst>
                                      </p:cBhvr>
                                      <p:to>
                                        <p:strVal val="visible"/>
                                      </p:to>
                                    </p:set>
                                    <p:animEffect filter="fade" transition="in">
                                      <p:cBhvr>
                                        <p:cTn dur="500"/>
                                        <p:tgtEl>
                                          <p:spTgt spid="2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
                                        </p:tgtEl>
                                        <p:attrNameLst>
                                          <p:attrName>style.visibility</p:attrName>
                                        </p:attrNameLst>
                                      </p:cBhvr>
                                      <p:to>
                                        <p:strVal val="visible"/>
                                      </p:to>
                                    </p:set>
                                    <p:animEffect filter="fade" transition="in">
                                      <p:cBhvr>
                                        <p:cTn dur="500"/>
                                        <p:tgtEl>
                                          <p:spTgt spid="2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gtEl>
                                        <p:attrNameLst>
                                          <p:attrName>style.visibility</p:attrName>
                                        </p:attrNameLst>
                                      </p:cBhvr>
                                      <p:to>
                                        <p:strVal val="visible"/>
                                      </p:to>
                                    </p:set>
                                    <p:animEffect filter="fade" transition="in">
                                      <p:cBhvr>
                                        <p:cTn dur="500"/>
                                        <p:tgtEl>
                                          <p:spTgt spid="2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
                                        </p:tgtEl>
                                        <p:attrNameLst>
                                          <p:attrName>style.visibility</p:attrName>
                                        </p:attrNameLst>
                                      </p:cBhvr>
                                      <p:to>
                                        <p:strVal val="visible"/>
                                      </p:to>
                                    </p:set>
                                    <p:animEffect filter="fade" transition="in">
                                      <p:cBhvr>
                                        <p:cTn dur="500"/>
                                        <p:tgtEl>
                                          <p:spTgt spid="2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gtEl>
                                        <p:attrNameLst>
                                          <p:attrName>style.visibility</p:attrName>
                                        </p:attrNameLst>
                                      </p:cBhvr>
                                      <p:to>
                                        <p:strVal val="visible"/>
                                      </p:to>
                                    </p:set>
                                    <p:animEffect filter="fade" transition="in">
                                      <p:cBhvr>
                                        <p:cTn dur="500"/>
                                        <p:tgtEl>
                                          <p:spTgt spid="2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cxnSp>
        <p:nvCxnSpPr>
          <p:cNvPr id="292" name="Google Shape;292;p21"/>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293" name="Google Shape;293;p21"/>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294" name="Google Shape;294;p21"/>
          <p:cNvGrpSpPr/>
          <p:nvPr/>
        </p:nvGrpSpPr>
        <p:grpSpPr>
          <a:xfrm rot="10800000">
            <a:off x="15044552" y="-741521"/>
            <a:ext cx="7681766" cy="4260610"/>
            <a:chOff x="0" y="-38100"/>
            <a:chExt cx="406400" cy="225405"/>
          </a:xfrm>
        </p:grpSpPr>
        <p:sp>
          <p:nvSpPr>
            <p:cNvPr id="295" name="Google Shape;295;p21"/>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96" name="Google Shape;296;p21"/>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297" name="Google Shape;297;p21"/>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298" name="Google Shape;298;p21"/>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299" name="Google Shape;299;p21"/>
          <p:cNvSpPr txBox="1"/>
          <p:nvPr/>
        </p:nvSpPr>
        <p:spPr>
          <a:xfrm>
            <a:off x="5511794" y="2502271"/>
            <a:ext cx="11760209" cy="1142044"/>
          </a:xfrm>
          <a:prstGeom prst="rect">
            <a:avLst/>
          </a:prstGeom>
          <a:noFill/>
          <a:ln>
            <a:noFill/>
          </a:ln>
        </p:spPr>
        <p:txBody>
          <a:bodyPr anchorCtr="0" anchor="t" bIns="0" lIns="0" spcFirstLastPara="1" rIns="0" wrap="square" tIns="0">
            <a:spAutoFit/>
          </a:bodyPr>
          <a:lstStyle/>
          <a:p>
            <a:pPr indent="0" lvl="0" marL="0" marR="0" rtl="0" algn="ctr">
              <a:lnSpc>
                <a:spcPct val="147348"/>
              </a:lnSpc>
              <a:spcBef>
                <a:spcPts val="0"/>
              </a:spcBef>
              <a:spcAft>
                <a:spcPts val="0"/>
              </a:spcAft>
              <a:buNone/>
            </a:pPr>
            <a:r>
              <a:rPr b="1" lang="en-US" sz="6600">
                <a:solidFill>
                  <a:srgbClr val="018345"/>
                </a:solidFill>
                <a:latin typeface="Montserrat"/>
                <a:ea typeface="Montserrat"/>
                <a:cs typeface="Montserrat"/>
                <a:sym typeface="Montserrat"/>
              </a:rPr>
              <a:t>Đề mẫu</a:t>
            </a:r>
            <a:endParaRPr b="1" sz="6600">
              <a:solidFill>
                <a:srgbClr val="018345"/>
              </a:solidFill>
              <a:latin typeface="Montserrat"/>
              <a:ea typeface="Montserrat"/>
              <a:cs typeface="Montserrat"/>
              <a:sym typeface="Montserrat"/>
            </a:endParaRPr>
          </a:p>
        </p:txBody>
      </p:sp>
      <p:sp>
        <p:nvSpPr>
          <p:cNvPr id="300" name="Google Shape;300;p21"/>
          <p:cNvSpPr txBox="1"/>
          <p:nvPr/>
        </p:nvSpPr>
        <p:spPr>
          <a:xfrm>
            <a:off x="9601200" y="339710"/>
            <a:ext cx="2755633" cy="1837554"/>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03</a:t>
            </a:r>
            <a:endParaRPr/>
          </a:p>
        </p:txBody>
      </p:sp>
      <p:sp>
        <p:nvSpPr>
          <p:cNvPr id="301" name="Google Shape;301;p21"/>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302" name="Google Shape;302;p21"/>
          <p:cNvGrpSpPr/>
          <p:nvPr/>
        </p:nvGrpSpPr>
        <p:grpSpPr>
          <a:xfrm>
            <a:off x="-2718010" y="9274528"/>
            <a:ext cx="7950400" cy="1707231"/>
            <a:chOff x="0" y="-384762"/>
            <a:chExt cx="10600533" cy="2276307"/>
          </a:xfrm>
        </p:grpSpPr>
        <p:grpSp>
          <p:nvGrpSpPr>
            <p:cNvPr id="303" name="Google Shape;303;p21"/>
            <p:cNvGrpSpPr/>
            <p:nvPr/>
          </p:nvGrpSpPr>
          <p:grpSpPr>
            <a:xfrm>
              <a:off x="0" y="-384762"/>
              <a:ext cx="10600533" cy="2276307"/>
              <a:chOff x="0" y="-38100"/>
              <a:chExt cx="1049690" cy="225405"/>
            </a:xfrm>
          </p:grpSpPr>
          <p:sp>
            <p:nvSpPr>
              <p:cNvPr id="304" name="Google Shape;304;p21"/>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05" name="Google Shape;305;p21"/>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06" name="Google Shape;306;p21"/>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pic>
        <p:nvPicPr>
          <p:cNvPr id="307" name="Google Shape;307;p21"/>
          <p:cNvPicPr preferRelativeResize="0"/>
          <p:nvPr/>
        </p:nvPicPr>
        <p:blipFill rotWithShape="1">
          <a:blip r:embed="rId5">
            <a:alphaModFix/>
          </a:blip>
          <a:srcRect b="10096" l="0" r="0" t="10547"/>
          <a:stretch/>
        </p:blipFill>
        <p:spPr>
          <a:xfrm>
            <a:off x="7772400" y="4099418"/>
            <a:ext cx="6391277" cy="507199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300"/>
                                        </p:tgtEl>
                                        <p:attrNameLst>
                                          <p:attrName>style.visibility</p:attrName>
                                        </p:attrNameLst>
                                      </p:cBhvr>
                                      <p:to>
                                        <p:strVal val="visible"/>
                                      </p:to>
                                    </p:set>
                                    <p:anim calcmode="lin" valueType="num">
                                      <p:cBhvr additive="base">
                                        <p:cTn dur="500"/>
                                        <p:tgtEl>
                                          <p:spTgt spid="300"/>
                                        </p:tgtEl>
                                        <p:attrNameLst>
                                          <p:attrName>ppt_w</p:attrName>
                                        </p:attrNameLst>
                                      </p:cBhvr>
                                      <p:tavLst>
                                        <p:tav fmla="" tm="0">
                                          <p:val>
                                            <p:strVal val="0"/>
                                          </p:val>
                                        </p:tav>
                                        <p:tav fmla="" tm="100000">
                                          <p:val>
                                            <p:strVal val="#ppt_w"/>
                                          </p:val>
                                        </p:tav>
                                      </p:tavLst>
                                    </p:anim>
                                    <p:anim calcmode="lin" valueType="num">
                                      <p:cBhvr additive="base">
                                        <p:cTn dur="500"/>
                                        <p:tgtEl>
                                          <p:spTgt spid="300"/>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299"/>
                                        </p:tgtEl>
                                        <p:attrNameLst>
                                          <p:attrName>style.visibility</p:attrName>
                                        </p:attrNameLst>
                                      </p:cBhvr>
                                      <p:to>
                                        <p:strVal val="visible"/>
                                      </p:to>
                                    </p:set>
                                    <p:anim calcmode="lin" valueType="num">
                                      <p:cBhvr additive="base">
                                        <p:cTn dur="500"/>
                                        <p:tgtEl>
                                          <p:spTgt spid="299"/>
                                        </p:tgtEl>
                                        <p:attrNameLst>
                                          <p:attrName>ppt_w</p:attrName>
                                        </p:attrNameLst>
                                      </p:cBhvr>
                                      <p:tavLst>
                                        <p:tav fmla="" tm="0">
                                          <p:val>
                                            <p:strVal val="0"/>
                                          </p:val>
                                        </p:tav>
                                        <p:tav fmla="" tm="100000">
                                          <p:val>
                                            <p:strVal val="#ppt_w"/>
                                          </p:val>
                                        </p:tav>
                                      </p:tavLst>
                                    </p:anim>
                                    <p:anim calcmode="lin" valueType="num">
                                      <p:cBhvr additive="base">
                                        <p:cTn dur="500"/>
                                        <p:tgtEl>
                                          <p:spTgt spid="299"/>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cxnSp>
        <p:nvCxnSpPr>
          <p:cNvPr id="313" name="Google Shape;313;p22"/>
          <p:cNvCxnSpPr/>
          <p:nvPr/>
        </p:nvCxnSpPr>
        <p:spPr>
          <a:xfrm flipH="1" rot="10800000">
            <a:off x="7543801" y="1816517"/>
            <a:ext cx="9909107" cy="50383"/>
          </a:xfrm>
          <a:prstGeom prst="straightConnector1">
            <a:avLst/>
          </a:prstGeom>
          <a:noFill/>
          <a:ln cap="flat" cmpd="sng" w="38100">
            <a:solidFill>
              <a:srgbClr val="018345"/>
            </a:solidFill>
            <a:prstDash val="solid"/>
            <a:round/>
            <a:headEnd len="sm" w="sm" type="none"/>
            <a:tailEnd len="sm" w="sm" type="none"/>
          </a:ln>
        </p:spPr>
      </p:cxnSp>
      <p:grpSp>
        <p:nvGrpSpPr>
          <p:cNvPr id="314" name="Google Shape;314;p22"/>
          <p:cNvGrpSpPr/>
          <p:nvPr/>
        </p:nvGrpSpPr>
        <p:grpSpPr>
          <a:xfrm rot="10800000">
            <a:off x="15785091" y="-536942"/>
            <a:ext cx="7681766" cy="4260610"/>
            <a:chOff x="0" y="-38100"/>
            <a:chExt cx="406400" cy="225405"/>
          </a:xfrm>
        </p:grpSpPr>
        <p:sp>
          <p:nvSpPr>
            <p:cNvPr id="315" name="Google Shape;315;p22"/>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16" name="Google Shape;316;p22"/>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17" name="Google Shape;317;p22"/>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318" name="Google Shape;318;p22"/>
          <p:cNvGrpSpPr/>
          <p:nvPr/>
        </p:nvGrpSpPr>
        <p:grpSpPr>
          <a:xfrm>
            <a:off x="-2718010" y="9274528"/>
            <a:ext cx="7950400" cy="1707231"/>
            <a:chOff x="0" y="-384762"/>
            <a:chExt cx="10600533" cy="2276307"/>
          </a:xfrm>
        </p:grpSpPr>
        <p:grpSp>
          <p:nvGrpSpPr>
            <p:cNvPr id="319" name="Google Shape;319;p22"/>
            <p:cNvGrpSpPr/>
            <p:nvPr/>
          </p:nvGrpSpPr>
          <p:grpSpPr>
            <a:xfrm>
              <a:off x="0" y="-384762"/>
              <a:ext cx="10600533" cy="2276307"/>
              <a:chOff x="0" y="-38100"/>
              <a:chExt cx="1049690" cy="225405"/>
            </a:xfrm>
          </p:grpSpPr>
          <p:sp>
            <p:nvSpPr>
              <p:cNvPr id="320" name="Google Shape;320;p22"/>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21" name="Google Shape;321;p22"/>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22" name="Google Shape;322;p22"/>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23" name="Google Shape;323;p22"/>
          <p:cNvSpPr txBox="1"/>
          <p:nvPr/>
        </p:nvSpPr>
        <p:spPr>
          <a:xfrm>
            <a:off x="6592847" y="660250"/>
            <a:ext cx="11880998" cy="90185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Đề mẫu</a:t>
            </a:r>
            <a:endParaRPr b="1" sz="6000">
              <a:solidFill>
                <a:srgbClr val="018345"/>
              </a:solidFill>
              <a:latin typeface="Montserrat"/>
              <a:ea typeface="Montserrat"/>
              <a:cs typeface="Montserrat"/>
              <a:sym typeface="Montserrat"/>
            </a:endParaRPr>
          </a:p>
        </p:txBody>
      </p:sp>
      <p:sp>
        <p:nvSpPr>
          <p:cNvPr id="324" name="Google Shape;324;p22"/>
          <p:cNvSpPr/>
          <p:nvPr/>
        </p:nvSpPr>
        <p:spPr>
          <a:xfrm>
            <a:off x="8305800" y="3003502"/>
            <a:ext cx="8915400" cy="1378148"/>
          </a:xfrm>
          <a:prstGeom prst="roundRect">
            <a:avLst>
              <a:gd fmla="val 16667" name="adj"/>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800">
                <a:solidFill>
                  <a:schemeClr val="dk1"/>
                </a:solidFill>
                <a:latin typeface="Calibri"/>
                <a:ea typeface="Calibri"/>
                <a:cs typeface="Calibri"/>
                <a:sym typeface="Calibri"/>
              </a:rPr>
              <a:t>Do you have a large family?</a:t>
            </a:r>
            <a:endParaRPr/>
          </a:p>
        </p:txBody>
      </p:sp>
      <p:sp>
        <p:nvSpPr>
          <p:cNvPr id="325" name="Google Shape;325;p22"/>
          <p:cNvSpPr/>
          <p:nvPr/>
        </p:nvSpPr>
        <p:spPr>
          <a:xfrm>
            <a:off x="8328498" y="7213361"/>
            <a:ext cx="8915400" cy="1378148"/>
          </a:xfrm>
          <a:prstGeom prst="roundRect">
            <a:avLst>
              <a:gd fmla="val 16667" name="adj"/>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800">
                <a:solidFill>
                  <a:schemeClr val="dk1"/>
                </a:solidFill>
                <a:latin typeface="Calibri"/>
                <a:ea typeface="Calibri"/>
                <a:cs typeface="Calibri"/>
                <a:sym typeface="Calibri"/>
              </a:rPr>
              <a:t>Please tell me about your best holiday</a:t>
            </a:r>
            <a:endParaRPr/>
          </a:p>
        </p:txBody>
      </p:sp>
      <p:sp>
        <p:nvSpPr>
          <p:cNvPr id="326" name="Google Shape;326;p22"/>
          <p:cNvSpPr/>
          <p:nvPr/>
        </p:nvSpPr>
        <p:spPr>
          <a:xfrm>
            <a:off x="8305800" y="5143500"/>
            <a:ext cx="8915400" cy="1378148"/>
          </a:xfrm>
          <a:prstGeom prst="roundRect">
            <a:avLst>
              <a:gd fmla="val 16667" name="adj"/>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800">
                <a:solidFill>
                  <a:schemeClr val="dk1"/>
                </a:solidFill>
                <a:latin typeface="Calibri"/>
                <a:ea typeface="Calibri"/>
                <a:cs typeface="Calibri"/>
                <a:sym typeface="Calibri"/>
              </a:rPr>
              <a:t>What do you like doing in summer?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23"/>
                                        </p:tgtEl>
                                        <p:attrNameLst>
                                          <p:attrName>style.visibility</p:attrName>
                                        </p:attrNameLst>
                                      </p:cBhvr>
                                      <p:to>
                                        <p:strVal val="visible"/>
                                      </p:to>
                                    </p:set>
                                    <p:animEffect filter="fade" transition="in">
                                      <p:cBhvr>
                                        <p:cTn dur="500"/>
                                        <p:tgtEl>
                                          <p:spTgt spid="3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24"/>
                                        </p:tgtEl>
                                        <p:attrNameLst>
                                          <p:attrName>style.visibility</p:attrName>
                                        </p:attrNameLst>
                                      </p:cBhvr>
                                      <p:to>
                                        <p:strVal val="visible"/>
                                      </p:to>
                                    </p:set>
                                    <p:anim calcmode="lin" valueType="num">
                                      <p:cBhvr additive="base">
                                        <p:cTn dur="500"/>
                                        <p:tgtEl>
                                          <p:spTgt spid="324"/>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26"/>
                                        </p:tgtEl>
                                        <p:attrNameLst>
                                          <p:attrName>style.visibility</p:attrName>
                                        </p:attrNameLst>
                                      </p:cBhvr>
                                      <p:to>
                                        <p:strVal val="visible"/>
                                      </p:to>
                                    </p:set>
                                    <p:anim calcmode="lin" valueType="num">
                                      <p:cBhvr additive="base">
                                        <p:cTn dur="500"/>
                                        <p:tgtEl>
                                          <p:spTgt spid="32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25"/>
                                        </p:tgtEl>
                                        <p:attrNameLst>
                                          <p:attrName>style.visibility</p:attrName>
                                        </p:attrNameLst>
                                      </p:cBhvr>
                                      <p:to>
                                        <p:strVal val="visible"/>
                                      </p:to>
                                    </p:set>
                                    <p:anim calcmode="lin" valueType="num">
                                      <p:cBhvr additive="base">
                                        <p:cTn dur="500"/>
                                        <p:tgtEl>
                                          <p:spTgt spid="325"/>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cxnSp>
        <p:nvCxnSpPr>
          <p:cNvPr id="331" name="Google Shape;331;p23"/>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332" name="Google Shape;332;p23"/>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333" name="Google Shape;333;p23"/>
          <p:cNvGrpSpPr/>
          <p:nvPr/>
        </p:nvGrpSpPr>
        <p:grpSpPr>
          <a:xfrm rot="10800000">
            <a:off x="15044552" y="-741521"/>
            <a:ext cx="7681766" cy="4260610"/>
            <a:chOff x="0" y="-38100"/>
            <a:chExt cx="406400" cy="225405"/>
          </a:xfrm>
        </p:grpSpPr>
        <p:sp>
          <p:nvSpPr>
            <p:cNvPr id="334" name="Google Shape;334;p23"/>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35" name="Google Shape;335;p23"/>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336" name="Google Shape;336;p23"/>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337" name="Google Shape;337;p23"/>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338" name="Google Shape;338;p23"/>
          <p:cNvSpPr txBox="1"/>
          <p:nvPr/>
        </p:nvSpPr>
        <p:spPr>
          <a:xfrm>
            <a:off x="5232390" y="2564021"/>
            <a:ext cx="11760209" cy="1104085"/>
          </a:xfrm>
          <a:prstGeom prst="rect">
            <a:avLst/>
          </a:prstGeom>
          <a:noFill/>
          <a:ln>
            <a:noFill/>
          </a:ln>
        </p:spPr>
        <p:txBody>
          <a:bodyPr anchorCtr="0" anchor="t" bIns="0" lIns="0" spcFirstLastPara="1" rIns="0" wrap="square" tIns="0">
            <a:spAutoFit/>
          </a:bodyPr>
          <a:lstStyle/>
          <a:p>
            <a:pPr indent="0" lvl="0" marL="0" marR="0" rtl="0" algn="ctr">
              <a:lnSpc>
                <a:spcPct val="180092"/>
              </a:lnSpc>
              <a:spcBef>
                <a:spcPts val="0"/>
              </a:spcBef>
              <a:spcAft>
                <a:spcPts val="0"/>
              </a:spcAft>
              <a:buNone/>
            </a:pPr>
            <a:r>
              <a:rPr b="1" lang="en-US" sz="5400">
                <a:solidFill>
                  <a:srgbClr val="018345"/>
                </a:solidFill>
                <a:latin typeface="Montserrat"/>
                <a:ea typeface="Montserrat"/>
                <a:cs typeface="Montserrat"/>
                <a:sym typeface="Montserrat"/>
              </a:rPr>
              <a:t>Hướng dẫn trả lời</a:t>
            </a:r>
            <a:endParaRPr/>
          </a:p>
        </p:txBody>
      </p:sp>
      <p:sp>
        <p:nvSpPr>
          <p:cNvPr id="339" name="Google Shape;339;p23"/>
          <p:cNvSpPr txBox="1"/>
          <p:nvPr/>
        </p:nvSpPr>
        <p:spPr>
          <a:xfrm>
            <a:off x="9601200" y="339710"/>
            <a:ext cx="2755633" cy="1837554"/>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04</a:t>
            </a:r>
            <a:endParaRPr/>
          </a:p>
        </p:txBody>
      </p:sp>
      <p:sp>
        <p:nvSpPr>
          <p:cNvPr id="340" name="Google Shape;340;p23"/>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341" name="Google Shape;341;p23"/>
          <p:cNvGrpSpPr/>
          <p:nvPr/>
        </p:nvGrpSpPr>
        <p:grpSpPr>
          <a:xfrm>
            <a:off x="-2718010" y="9274528"/>
            <a:ext cx="7950400" cy="1707231"/>
            <a:chOff x="0" y="-384762"/>
            <a:chExt cx="10600533" cy="2276307"/>
          </a:xfrm>
        </p:grpSpPr>
        <p:grpSp>
          <p:nvGrpSpPr>
            <p:cNvPr id="342" name="Google Shape;342;p23"/>
            <p:cNvGrpSpPr/>
            <p:nvPr/>
          </p:nvGrpSpPr>
          <p:grpSpPr>
            <a:xfrm>
              <a:off x="0" y="-384762"/>
              <a:ext cx="10600533" cy="2276307"/>
              <a:chOff x="0" y="-38100"/>
              <a:chExt cx="1049690" cy="225405"/>
            </a:xfrm>
          </p:grpSpPr>
          <p:sp>
            <p:nvSpPr>
              <p:cNvPr id="343" name="Google Shape;343;p23"/>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44" name="Google Shape;344;p23"/>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45" name="Google Shape;345;p23"/>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46" name="Google Shape;346;p23"/>
          <p:cNvSpPr/>
          <p:nvPr/>
        </p:nvSpPr>
        <p:spPr>
          <a:xfrm>
            <a:off x="9563099" y="4749873"/>
            <a:ext cx="3276055" cy="3301942"/>
          </a:xfrm>
          <a:custGeom>
            <a:rect b="b" l="l" r="r" t="t"/>
            <a:pathLst>
              <a:path extrusionOk="0" h="4310632" w="4025053">
                <a:moveTo>
                  <a:pt x="0" y="0"/>
                </a:moveTo>
                <a:lnTo>
                  <a:pt x="4025053" y="0"/>
                </a:lnTo>
                <a:lnTo>
                  <a:pt x="4025053" y="4310632"/>
                </a:lnTo>
                <a:lnTo>
                  <a:pt x="0" y="4310632"/>
                </a:lnTo>
                <a:lnTo>
                  <a:pt x="0" y="0"/>
                </a:lnTo>
                <a:close/>
              </a:path>
            </a:pathLst>
          </a:custGeom>
          <a:blipFill rotWithShape="1">
            <a:blip r:embed="rId5">
              <a:alphaModFix/>
            </a:blip>
            <a:stretch>
              <a:fillRect b="0" l="0" r="0" t="0"/>
            </a:stretch>
          </a:blip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339"/>
                                        </p:tgtEl>
                                        <p:attrNameLst>
                                          <p:attrName>style.visibility</p:attrName>
                                        </p:attrNameLst>
                                      </p:cBhvr>
                                      <p:to>
                                        <p:strVal val="visible"/>
                                      </p:to>
                                    </p:set>
                                    <p:anim calcmode="lin" valueType="num">
                                      <p:cBhvr additive="base">
                                        <p:cTn dur="500"/>
                                        <p:tgtEl>
                                          <p:spTgt spid="339"/>
                                        </p:tgtEl>
                                        <p:attrNameLst>
                                          <p:attrName>ppt_w</p:attrName>
                                        </p:attrNameLst>
                                      </p:cBhvr>
                                      <p:tavLst>
                                        <p:tav fmla="" tm="0">
                                          <p:val>
                                            <p:strVal val="0"/>
                                          </p:val>
                                        </p:tav>
                                        <p:tav fmla="" tm="100000">
                                          <p:val>
                                            <p:strVal val="#ppt_w"/>
                                          </p:val>
                                        </p:tav>
                                      </p:tavLst>
                                    </p:anim>
                                    <p:anim calcmode="lin" valueType="num">
                                      <p:cBhvr additive="base">
                                        <p:cTn dur="500"/>
                                        <p:tgtEl>
                                          <p:spTgt spid="339"/>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338"/>
                                        </p:tgtEl>
                                        <p:attrNameLst>
                                          <p:attrName>style.visibility</p:attrName>
                                        </p:attrNameLst>
                                      </p:cBhvr>
                                      <p:to>
                                        <p:strVal val="visible"/>
                                      </p:to>
                                    </p:set>
                                    <p:anim calcmode="lin" valueType="num">
                                      <p:cBhvr additive="base">
                                        <p:cTn dur="500"/>
                                        <p:tgtEl>
                                          <p:spTgt spid="338"/>
                                        </p:tgtEl>
                                        <p:attrNameLst>
                                          <p:attrName>ppt_w</p:attrName>
                                        </p:attrNameLst>
                                      </p:cBhvr>
                                      <p:tavLst>
                                        <p:tav fmla="" tm="0">
                                          <p:val>
                                            <p:strVal val="0"/>
                                          </p:val>
                                        </p:tav>
                                        <p:tav fmla="" tm="100000">
                                          <p:val>
                                            <p:strVal val="#ppt_w"/>
                                          </p:val>
                                        </p:tav>
                                      </p:tavLst>
                                    </p:anim>
                                    <p:anim calcmode="lin" valueType="num">
                                      <p:cBhvr additive="base">
                                        <p:cTn dur="500"/>
                                        <p:tgtEl>
                                          <p:spTgt spid="338"/>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cxnSp>
        <p:nvCxnSpPr>
          <p:cNvPr id="352" name="Google Shape;352;p24"/>
          <p:cNvCxnSpPr/>
          <p:nvPr/>
        </p:nvCxnSpPr>
        <p:spPr>
          <a:xfrm flipH="1" rot="10800000">
            <a:off x="6209270" y="1619250"/>
            <a:ext cx="11243637" cy="19050"/>
          </a:xfrm>
          <a:prstGeom prst="straightConnector1">
            <a:avLst/>
          </a:prstGeom>
          <a:noFill/>
          <a:ln cap="flat" cmpd="sng" w="38100">
            <a:solidFill>
              <a:srgbClr val="018345"/>
            </a:solidFill>
            <a:prstDash val="solid"/>
            <a:round/>
            <a:headEnd len="sm" w="sm" type="none"/>
            <a:tailEnd len="sm" w="sm" type="none"/>
          </a:ln>
        </p:spPr>
      </p:cxnSp>
      <p:cxnSp>
        <p:nvCxnSpPr>
          <p:cNvPr id="353" name="Google Shape;353;p24"/>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354" name="Google Shape;354;p24"/>
          <p:cNvGrpSpPr/>
          <p:nvPr/>
        </p:nvGrpSpPr>
        <p:grpSpPr>
          <a:xfrm rot="10800000">
            <a:off x="15785091" y="-536942"/>
            <a:ext cx="7681766" cy="4260610"/>
            <a:chOff x="0" y="-38100"/>
            <a:chExt cx="406400" cy="225405"/>
          </a:xfrm>
        </p:grpSpPr>
        <p:sp>
          <p:nvSpPr>
            <p:cNvPr id="355" name="Google Shape;355;p24"/>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56" name="Google Shape;356;p24"/>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57" name="Google Shape;357;p24"/>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358" name="Google Shape;358;p24"/>
          <p:cNvSpPr txBox="1"/>
          <p:nvPr/>
        </p:nvSpPr>
        <p:spPr>
          <a:xfrm>
            <a:off x="5571910" y="401132"/>
            <a:ext cx="11880998" cy="912045"/>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Phân loại câu hỏi</a:t>
            </a:r>
            <a:endParaRPr b="1" sz="6000">
              <a:solidFill>
                <a:srgbClr val="018345"/>
              </a:solidFill>
              <a:latin typeface="Montserrat"/>
              <a:ea typeface="Montserrat"/>
              <a:cs typeface="Montserrat"/>
              <a:sym typeface="Montserrat"/>
            </a:endParaRPr>
          </a:p>
        </p:txBody>
      </p:sp>
      <p:grpSp>
        <p:nvGrpSpPr>
          <p:cNvPr id="359" name="Google Shape;359;p24"/>
          <p:cNvGrpSpPr/>
          <p:nvPr/>
        </p:nvGrpSpPr>
        <p:grpSpPr>
          <a:xfrm>
            <a:off x="-2718010" y="9274528"/>
            <a:ext cx="7950400" cy="1707231"/>
            <a:chOff x="0" y="-384762"/>
            <a:chExt cx="10600533" cy="2276307"/>
          </a:xfrm>
        </p:grpSpPr>
        <p:grpSp>
          <p:nvGrpSpPr>
            <p:cNvPr id="360" name="Google Shape;360;p24"/>
            <p:cNvGrpSpPr/>
            <p:nvPr/>
          </p:nvGrpSpPr>
          <p:grpSpPr>
            <a:xfrm>
              <a:off x="0" y="-384762"/>
              <a:ext cx="10600533" cy="2276307"/>
              <a:chOff x="0" y="-38100"/>
              <a:chExt cx="1049690" cy="225405"/>
            </a:xfrm>
          </p:grpSpPr>
          <p:sp>
            <p:nvSpPr>
              <p:cNvPr id="361" name="Google Shape;361;p24"/>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62" name="Google Shape;362;p24"/>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63" name="Google Shape;363;p24"/>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64" name="Google Shape;364;p24"/>
          <p:cNvGrpSpPr/>
          <p:nvPr/>
        </p:nvGrpSpPr>
        <p:grpSpPr>
          <a:xfrm>
            <a:off x="6629400" y="2583668"/>
            <a:ext cx="11563324" cy="6114076"/>
            <a:chOff x="7276897" y="2740535"/>
            <a:chExt cx="11469614" cy="6114076"/>
          </a:xfrm>
        </p:grpSpPr>
        <p:sp>
          <p:nvSpPr>
            <p:cNvPr id="365" name="Google Shape;365;p24"/>
            <p:cNvSpPr/>
            <p:nvPr/>
          </p:nvSpPr>
          <p:spPr>
            <a:xfrm rot="5400000">
              <a:off x="7700318" y="4512151"/>
              <a:ext cx="1598180" cy="1819472"/>
            </a:xfrm>
            <a:prstGeom prst="bentUpArrow">
              <a:avLst>
                <a:gd fmla="val 32840" name="adj1"/>
                <a:gd fmla="val 25000" name="adj2"/>
                <a:gd fmla="val 35780" name="adj3"/>
              </a:avLst>
            </a:prstGeom>
            <a:solidFill>
              <a:srgbClr val="CEEADA"/>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4"/>
            <p:cNvSpPr/>
            <p:nvPr/>
          </p:nvSpPr>
          <p:spPr>
            <a:xfrm>
              <a:off x="7276897" y="2740535"/>
              <a:ext cx="2690395" cy="1883189"/>
            </a:xfrm>
            <a:custGeom>
              <a:rect b="b" l="l" r="r" t="t"/>
              <a:pathLst>
                <a:path extrusionOk="0" h="1883189" w="2690395">
                  <a:moveTo>
                    <a:pt x="0" y="313928"/>
                  </a:moveTo>
                  <a:cubicBezTo>
                    <a:pt x="0" y="140550"/>
                    <a:pt x="140550" y="0"/>
                    <a:pt x="313928" y="0"/>
                  </a:cubicBezTo>
                  <a:lnTo>
                    <a:pt x="2376467" y="0"/>
                  </a:lnTo>
                  <a:cubicBezTo>
                    <a:pt x="2549845" y="0"/>
                    <a:pt x="2690395" y="140550"/>
                    <a:pt x="2690395" y="313928"/>
                  </a:cubicBezTo>
                  <a:lnTo>
                    <a:pt x="2690395" y="1569261"/>
                  </a:lnTo>
                  <a:cubicBezTo>
                    <a:pt x="2690395" y="1742639"/>
                    <a:pt x="2549845" y="1883189"/>
                    <a:pt x="2376467" y="1883189"/>
                  </a:cubicBezTo>
                  <a:lnTo>
                    <a:pt x="313928" y="1883189"/>
                  </a:lnTo>
                  <a:cubicBezTo>
                    <a:pt x="140550" y="1883189"/>
                    <a:pt x="0" y="1742639"/>
                    <a:pt x="0" y="1569261"/>
                  </a:cubicBezTo>
                  <a:lnTo>
                    <a:pt x="0" y="313928"/>
                  </a:lnTo>
                  <a:close/>
                </a:path>
              </a:pathLst>
            </a:custGeom>
            <a:solidFill>
              <a:srgbClr val="00BF63"/>
            </a:solidFill>
            <a:ln cap="flat" cmpd="sng" w="25400">
              <a:solidFill>
                <a:schemeClr val="lt1"/>
              </a:solidFill>
              <a:prstDash val="solid"/>
              <a:round/>
              <a:headEnd len="sm" w="sm" type="none"/>
              <a:tailEnd len="sm" w="sm" type="none"/>
            </a:ln>
          </p:spPr>
          <p:txBody>
            <a:bodyPr anchorCtr="0" anchor="ctr" bIns="229100" lIns="229100" spcFirstLastPara="1" rIns="229100" wrap="square" tIns="229100">
              <a:noAutofit/>
            </a:bodyPr>
            <a:lstStyle/>
            <a:p>
              <a:pPr indent="0" lvl="0" marL="0" marR="0" rtl="0" algn="ctr">
                <a:lnSpc>
                  <a:spcPct val="90000"/>
                </a:lnSpc>
                <a:spcBef>
                  <a:spcPts val="0"/>
                </a:spcBef>
                <a:spcAft>
                  <a:spcPts val="0"/>
                </a:spcAft>
                <a:buClr>
                  <a:schemeClr val="lt1"/>
                </a:buClr>
                <a:buSzPts val="3600"/>
                <a:buFont typeface="Calibri"/>
                <a:buNone/>
              </a:pPr>
              <a:r>
                <a:rPr b="1" lang="en-US" sz="3600">
                  <a:solidFill>
                    <a:schemeClr val="lt1"/>
                  </a:solidFill>
                  <a:latin typeface="Calibri"/>
                  <a:ea typeface="Calibri"/>
                  <a:cs typeface="Calibri"/>
                  <a:sym typeface="Calibri"/>
                </a:rPr>
                <a:t>Yes/ No questions</a:t>
              </a:r>
              <a:endParaRPr/>
            </a:p>
          </p:txBody>
        </p:sp>
        <p:sp>
          <p:nvSpPr>
            <p:cNvPr id="367" name="Google Shape;367;p24"/>
            <p:cNvSpPr/>
            <p:nvPr/>
          </p:nvSpPr>
          <p:spPr>
            <a:xfrm>
              <a:off x="9967293" y="2920140"/>
              <a:ext cx="5817798" cy="1522077"/>
            </a:xfrm>
            <a:custGeom>
              <a:rect b="b" l="l" r="r" t="t"/>
              <a:pathLst>
                <a:path extrusionOk="0" h="1522077" w="1956737">
                  <a:moveTo>
                    <a:pt x="0" y="0"/>
                  </a:moveTo>
                  <a:lnTo>
                    <a:pt x="1956737" y="0"/>
                  </a:lnTo>
                  <a:lnTo>
                    <a:pt x="1956737" y="1522077"/>
                  </a:lnTo>
                  <a:lnTo>
                    <a:pt x="0" y="1522077"/>
                  </a:lnTo>
                  <a:lnTo>
                    <a:pt x="0" y="0"/>
                  </a:lnTo>
                  <a:close/>
                </a:path>
              </a:pathLst>
            </a:custGeom>
            <a:noFill/>
            <a:ln>
              <a:noFill/>
            </a:ln>
          </p:spPr>
          <p:txBody>
            <a:bodyPr anchorCtr="0" anchor="ctr" bIns="137150" lIns="137150" spcFirstLastPara="1" rIns="137150" wrap="square" tIns="137150">
              <a:noAutofit/>
            </a:bodyPr>
            <a:lstStyle/>
            <a:p>
              <a:pPr indent="0" lvl="1" marL="0" marR="0" rtl="0" algn="l">
                <a:lnSpc>
                  <a:spcPct val="90000"/>
                </a:lnSpc>
                <a:spcBef>
                  <a:spcPts val="0"/>
                </a:spcBef>
                <a:spcAft>
                  <a:spcPts val="0"/>
                </a:spcAft>
                <a:buNone/>
              </a:pPr>
              <a:r>
                <a:rPr b="0" i="0" lang="en-US" sz="3600" u="none" cap="none" strike="noStrike">
                  <a:solidFill>
                    <a:schemeClr val="dk1"/>
                  </a:solidFill>
                  <a:latin typeface="Calibri"/>
                  <a:ea typeface="Calibri"/>
                  <a:cs typeface="Calibri"/>
                  <a:sym typeface="Calibri"/>
                </a:rPr>
                <a:t>Do you have a large family?</a:t>
              </a:r>
              <a:endParaRPr/>
            </a:p>
          </p:txBody>
        </p:sp>
        <p:sp>
          <p:nvSpPr>
            <p:cNvPr id="368" name="Google Shape;368;p24"/>
            <p:cNvSpPr/>
            <p:nvPr/>
          </p:nvSpPr>
          <p:spPr>
            <a:xfrm rot="5400000">
              <a:off x="9930942" y="6627594"/>
              <a:ext cx="1598180" cy="1819472"/>
            </a:xfrm>
            <a:prstGeom prst="bentUpArrow">
              <a:avLst>
                <a:gd fmla="val 32840" name="adj1"/>
                <a:gd fmla="val 25000" name="adj2"/>
                <a:gd fmla="val 35780" name="adj3"/>
              </a:avLst>
            </a:prstGeom>
            <a:solidFill>
              <a:srgbClr val="EAE8EE"/>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24"/>
            <p:cNvSpPr/>
            <p:nvPr/>
          </p:nvSpPr>
          <p:spPr>
            <a:xfrm>
              <a:off x="9507521" y="4855979"/>
              <a:ext cx="2690395" cy="1883189"/>
            </a:xfrm>
            <a:custGeom>
              <a:rect b="b" l="l" r="r" t="t"/>
              <a:pathLst>
                <a:path extrusionOk="0" h="1883189" w="2690395">
                  <a:moveTo>
                    <a:pt x="0" y="313928"/>
                  </a:moveTo>
                  <a:cubicBezTo>
                    <a:pt x="0" y="140550"/>
                    <a:pt x="140550" y="0"/>
                    <a:pt x="313928" y="0"/>
                  </a:cubicBezTo>
                  <a:lnTo>
                    <a:pt x="2376467" y="0"/>
                  </a:lnTo>
                  <a:cubicBezTo>
                    <a:pt x="2549845" y="0"/>
                    <a:pt x="2690395" y="140550"/>
                    <a:pt x="2690395" y="313928"/>
                  </a:cubicBezTo>
                  <a:lnTo>
                    <a:pt x="2690395" y="1569261"/>
                  </a:lnTo>
                  <a:cubicBezTo>
                    <a:pt x="2690395" y="1742639"/>
                    <a:pt x="2549845" y="1883189"/>
                    <a:pt x="2376467" y="1883189"/>
                  </a:cubicBezTo>
                  <a:lnTo>
                    <a:pt x="313928" y="1883189"/>
                  </a:lnTo>
                  <a:cubicBezTo>
                    <a:pt x="140550" y="1883189"/>
                    <a:pt x="0" y="1742639"/>
                    <a:pt x="0" y="1569261"/>
                  </a:cubicBezTo>
                  <a:lnTo>
                    <a:pt x="0" y="313928"/>
                  </a:lnTo>
                  <a:close/>
                </a:path>
              </a:pathLst>
            </a:custGeom>
            <a:solidFill>
              <a:srgbClr val="5DAEA5"/>
            </a:solidFill>
            <a:ln cap="flat" cmpd="sng" w="25400">
              <a:solidFill>
                <a:schemeClr val="lt1"/>
              </a:solidFill>
              <a:prstDash val="solid"/>
              <a:round/>
              <a:headEnd len="sm" w="sm" type="none"/>
              <a:tailEnd len="sm" w="sm" type="none"/>
            </a:ln>
          </p:spPr>
          <p:txBody>
            <a:bodyPr anchorCtr="0" anchor="ctr" bIns="229100" lIns="229100" spcFirstLastPara="1" rIns="229100" wrap="square" tIns="229100">
              <a:noAutofit/>
            </a:bodyPr>
            <a:lstStyle/>
            <a:p>
              <a:pPr indent="0" lvl="0" marL="0" marR="0" rtl="0" algn="ctr">
                <a:lnSpc>
                  <a:spcPct val="90000"/>
                </a:lnSpc>
                <a:spcBef>
                  <a:spcPts val="0"/>
                </a:spcBef>
                <a:spcAft>
                  <a:spcPts val="0"/>
                </a:spcAft>
                <a:buClr>
                  <a:schemeClr val="lt1"/>
                </a:buClr>
                <a:buSzPts val="3600"/>
                <a:buFont typeface="Calibri"/>
                <a:buNone/>
              </a:pPr>
              <a:r>
                <a:rPr b="1" lang="en-US" sz="3600">
                  <a:solidFill>
                    <a:schemeClr val="lt1"/>
                  </a:solidFill>
                  <a:latin typeface="Calibri"/>
                  <a:ea typeface="Calibri"/>
                  <a:cs typeface="Calibri"/>
                  <a:sym typeface="Calibri"/>
                </a:rPr>
                <a:t>Wh/ H questions</a:t>
              </a:r>
              <a:endParaRPr/>
            </a:p>
          </p:txBody>
        </p:sp>
        <p:sp>
          <p:nvSpPr>
            <p:cNvPr id="370" name="Google Shape;370;p24"/>
            <p:cNvSpPr/>
            <p:nvPr/>
          </p:nvSpPr>
          <p:spPr>
            <a:xfrm>
              <a:off x="12197917" y="5035584"/>
              <a:ext cx="5254990" cy="1522077"/>
            </a:xfrm>
            <a:custGeom>
              <a:rect b="b" l="l" r="r" t="t"/>
              <a:pathLst>
                <a:path extrusionOk="0" h="1522077" w="1956737">
                  <a:moveTo>
                    <a:pt x="0" y="0"/>
                  </a:moveTo>
                  <a:lnTo>
                    <a:pt x="1956737" y="0"/>
                  </a:lnTo>
                  <a:lnTo>
                    <a:pt x="1956737" y="1522077"/>
                  </a:lnTo>
                  <a:lnTo>
                    <a:pt x="0" y="1522077"/>
                  </a:lnTo>
                  <a:lnTo>
                    <a:pt x="0" y="0"/>
                  </a:lnTo>
                  <a:close/>
                </a:path>
              </a:pathLst>
            </a:custGeom>
            <a:noFill/>
            <a:ln>
              <a:noFill/>
            </a:ln>
          </p:spPr>
          <p:txBody>
            <a:bodyPr anchorCtr="0" anchor="ctr" bIns="137150" lIns="137150" spcFirstLastPara="1" rIns="137150" wrap="square" tIns="137150">
              <a:noAutofit/>
            </a:bodyPr>
            <a:lstStyle/>
            <a:p>
              <a:pPr indent="0" lvl="0" marL="0" rtl="0" algn="l">
                <a:spcBef>
                  <a:spcPts val="0"/>
                </a:spcBef>
                <a:spcAft>
                  <a:spcPts val="0"/>
                </a:spcAft>
                <a:buNone/>
              </a:pPr>
              <a:r>
                <a:rPr lang="en-US" sz="3800">
                  <a:solidFill>
                    <a:schemeClr val="dk1"/>
                  </a:solidFill>
                  <a:latin typeface="Calibri"/>
                  <a:ea typeface="Calibri"/>
                  <a:cs typeface="Calibri"/>
                  <a:sym typeface="Calibri"/>
                </a:rPr>
                <a:t>What do you like doing in summer?</a:t>
              </a:r>
              <a:endParaRPr sz="3600">
                <a:solidFill>
                  <a:schemeClr val="dk1"/>
                </a:solidFill>
                <a:latin typeface="Calibri"/>
                <a:ea typeface="Calibri"/>
                <a:cs typeface="Calibri"/>
                <a:sym typeface="Calibri"/>
              </a:endParaRPr>
            </a:p>
            <a:p>
              <a:pPr indent="-57150" lvl="1" marL="285750" marR="0" rtl="0" algn="l">
                <a:lnSpc>
                  <a:spcPct val="90000"/>
                </a:lnSpc>
                <a:spcBef>
                  <a:spcPts val="540"/>
                </a:spcBef>
                <a:spcAft>
                  <a:spcPts val="0"/>
                </a:spcAft>
                <a:buClr>
                  <a:schemeClr val="dk1"/>
                </a:buClr>
                <a:buSzPts val="3600"/>
                <a:buFont typeface="Calibri"/>
                <a:buNone/>
              </a:pPr>
              <a:r>
                <a:t/>
              </a:r>
              <a:endParaRPr b="0" i="0" sz="3600" u="none" cap="none" strike="noStrike">
                <a:solidFill>
                  <a:schemeClr val="dk1"/>
                </a:solidFill>
                <a:latin typeface="Calibri"/>
                <a:ea typeface="Calibri"/>
                <a:cs typeface="Calibri"/>
                <a:sym typeface="Calibri"/>
              </a:endParaRPr>
            </a:p>
          </p:txBody>
        </p:sp>
        <p:sp>
          <p:nvSpPr>
            <p:cNvPr id="371" name="Google Shape;371;p24"/>
            <p:cNvSpPr/>
            <p:nvPr/>
          </p:nvSpPr>
          <p:spPr>
            <a:xfrm>
              <a:off x="11738145" y="6971422"/>
              <a:ext cx="2690395" cy="1883189"/>
            </a:xfrm>
            <a:custGeom>
              <a:rect b="b" l="l" r="r" t="t"/>
              <a:pathLst>
                <a:path extrusionOk="0" h="1883189" w="2690395">
                  <a:moveTo>
                    <a:pt x="0" y="313928"/>
                  </a:moveTo>
                  <a:cubicBezTo>
                    <a:pt x="0" y="140550"/>
                    <a:pt x="140550" y="0"/>
                    <a:pt x="313928" y="0"/>
                  </a:cubicBezTo>
                  <a:lnTo>
                    <a:pt x="2376467" y="0"/>
                  </a:lnTo>
                  <a:cubicBezTo>
                    <a:pt x="2549845" y="0"/>
                    <a:pt x="2690395" y="140550"/>
                    <a:pt x="2690395" y="313928"/>
                  </a:cubicBezTo>
                  <a:lnTo>
                    <a:pt x="2690395" y="1569261"/>
                  </a:lnTo>
                  <a:cubicBezTo>
                    <a:pt x="2690395" y="1742639"/>
                    <a:pt x="2549845" y="1883189"/>
                    <a:pt x="2376467" y="1883189"/>
                  </a:cubicBezTo>
                  <a:lnTo>
                    <a:pt x="313928" y="1883189"/>
                  </a:lnTo>
                  <a:cubicBezTo>
                    <a:pt x="140550" y="1883189"/>
                    <a:pt x="0" y="1742639"/>
                    <a:pt x="0" y="1569261"/>
                  </a:cubicBezTo>
                  <a:lnTo>
                    <a:pt x="0" y="313928"/>
                  </a:lnTo>
                  <a:close/>
                </a:path>
              </a:pathLst>
            </a:custGeom>
            <a:solidFill>
              <a:srgbClr val="7F63A1"/>
            </a:solidFill>
            <a:ln cap="flat" cmpd="sng" w="25400">
              <a:solidFill>
                <a:schemeClr val="lt1"/>
              </a:solidFill>
              <a:prstDash val="solid"/>
              <a:round/>
              <a:headEnd len="sm" w="sm" type="none"/>
              <a:tailEnd len="sm" w="sm" type="none"/>
            </a:ln>
          </p:spPr>
          <p:txBody>
            <a:bodyPr anchorCtr="0" anchor="ctr" bIns="229100" lIns="229100" spcFirstLastPara="1" rIns="229100" wrap="square" tIns="229100">
              <a:noAutofit/>
            </a:bodyPr>
            <a:lstStyle/>
            <a:p>
              <a:pPr indent="0" lvl="0" marL="0" marR="0" rtl="0" algn="ctr">
                <a:lnSpc>
                  <a:spcPct val="90000"/>
                </a:lnSpc>
                <a:spcBef>
                  <a:spcPts val="0"/>
                </a:spcBef>
                <a:spcAft>
                  <a:spcPts val="0"/>
                </a:spcAft>
                <a:buClr>
                  <a:schemeClr val="lt1"/>
                </a:buClr>
                <a:buSzPts val="3600"/>
                <a:buFont typeface="Calibri"/>
                <a:buNone/>
              </a:pPr>
              <a:r>
                <a:rPr b="1" lang="en-US" sz="3600">
                  <a:solidFill>
                    <a:schemeClr val="lt1"/>
                  </a:solidFill>
                  <a:latin typeface="Calibri"/>
                  <a:ea typeface="Calibri"/>
                  <a:cs typeface="Calibri"/>
                  <a:sym typeface="Calibri"/>
                </a:rPr>
                <a:t>Tell me</a:t>
              </a:r>
              <a:endParaRPr/>
            </a:p>
          </p:txBody>
        </p:sp>
        <p:sp>
          <p:nvSpPr>
            <p:cNvPr id="372" name="Google Shape;372;p24"/>
            <p:cNvSpPr/>
            <p:nvPr/>
          </p:nvSpPr>
          <p:spPr>
            <a:xfrm>
              <a:off x="14428541" y="7151027"/>
              <a:ext cx="4317970" cy="1522077"/>
            </a:xfrm>
            <a:custGeom>
              <a:rect b="b" l="l" r="r" t="t"/>
              <a:pathLst>
                <a:path extrusionOk="0" h="1522077" w="1956737">
                  <a:moveTo>
                    <a:pt x="0" y="0"/>
                  </a:moveTo>
                  <a:lnTo>
                    <a:pt x="1956737" y="0"/>
                  </a:lnTo>
                  <a:lnTo>
                    <a:pt x="1956737" y="1522077"/>
                  </a:lnTo>
                  <a:lnTo>
                    <a:pt x="0" y="1522077"/>
                  </a:lnTo>
                  <a:lnTo>
                    <a:pt x="0" y="0"/>
                  </a:lnTo>
                  <a:close/>
                </a:path>
              </a:pathLst>
            </a:custGeom>
            <a:noFill/>
            <a:ln>
              <a:noFill/>
            </a:ln>
          </p:spPr>
          <p:txBody>
            <a:bodyPr anchorCtr="0" anchor="ctr" bIns="137150" lIns="137150" spcFirstLastPara="1" rIns="137150" wrap="square" tIns="137150">
              <a:noAutofit/>
            </a:bodyPr>
            <a:lstStyle/>
            <a:p>
              <a:pPr indent="0" lvl="1" marL="0" marR="0" rtl="0" algn="l">
                <a:lnSpc>
                  <a:spcPct val="90000"/>
                </a:lnSpc>
                <a:spcBef>
                  <a:spcPts val="0"/>
                </a:spcBef>
                <a:spcAft>
                  <a:spcPts val="0"/>
                </a:spcAft>
                <a:buNone/>
              </a:pPr>
              <a:r>
                <a:rPr b="0" i="0" lang="en-US" sz="3600" u="none" cap="none" strike="noStrike">
                  <a:solidFill>
                    <a:schemeClr val="dk1"/>
                  </a:solidFill>
                  <a:latin typeface="Calibri"/>
                  <a:ea typeface="Calibri"/>
                  <a:cs typeface="Calibri"/>
                  <a:sym typeface="Calibri"/>
                </a:rPr>
                <a:t>Please tell me about your daily routine.</a:t>
              </a:r>
              <a:endParaRPr/>
            </a:p>
            <a:p>
              <a:pPr indent="-57150" lvl="1" marL="285750" marR="0" rtl="0" algn="l">
                <a:lnSpc>
                  <a:spcPct val="90000"/>
                </a:lnSpc>
                <a:spcBef>
                  <a:spcPts val="540"/>
                </a:spcBef>
                <a:spcAft>
                  <a:spcPts val="0"/>
                </a:spcAft>
                <a:buClr>
                  <a:schemeClr val="dk1"/>
                </a:buClr>
                <a:buSzPts val="3600"/>
                <a:buFont typeface="Calibri"/>
                <a:buNone/>
              </a:pPr>
              <a:r>
                <a:t/>
              </a:r>
              <a:endParaRPr b="0" i="0" sz="3600" u="none" cap="none" strike="noStrike">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58"/>
                                        </p:tgtEl>
                                        <p:attrNameLst>
                                          <p:attrName>style.visibility</p:attrName>
                                        </p:attrNameLst>
                                      </p:cBhvr>
                                      <p:to>
                                        <p:strVal val="visible"/>
                                      </p:to>
                                    </p:set>
                                    <p:animEffect filter="fade" transition="in">
                                      <p:cBhvr>
                                        <p:cTn dur="500"/>
                                        <p:tgtEl>
                                          <p:spTgt spid="3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cxnSp>
        <p:nvCxnSpPr>
          <p:cNvPr id="378" name="Google Shape;378;p25"/>
          <p:cNvCxnSpPr/>
          <p:nvPr/>
        </p:nvCxnSpPr>
        <p:spPr>
          <a:xfrm flipH="1" rot="10800000">
            <a:off x="6209270" y="1619250"/>
            <a:ext cx="11243637" cy="19050"/>
          </a:xfrm>
          <a:prstGeom prst="straightConnector1">
            <a:avLst/>
          </a:prstGeom>
          <a:noFill/>
          <a:ln cap="flat" cmpd="sng" w="38100">
            <a:solidFill>
              <a:srgbClr val="018345"/>
            </a:solidFill>
            <a:prstDash val="solid"/>
            <a:round/>
            <a:headEnd len="sm" w="sm" type="none"/>
            <a:tailEnd len="sm" w="sm" type="none"/>
          </a:ln>
        </p:spPr>
      </p:cxnSp>
      <p:cxnSp>
        <p:nvCxnSpPr>
          <p:cNvPr id="379" name="Google Shape;379;p25"/>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380" name="Google Shape;380;p25"/>
          <p:cNvGrpSpPr/>
          <p:nvPr/>
        </p:nvGrpSpPr>
        <p:grpSpPr>
          <a:xfrm rot="10800000">
            <a:off x="15785091" y="-536942"/>
            <a:ext cx="7681766" cy="4260610"/>
            <a:chOff x="0" y="-38100"/>
            <a:chExt cx="406400" cy="225405"/>
          </a:xfrm>
        </p:grpSpPr>
        <p:sp>
          <p:nvSpPr>
            <p:cNvPr id="381" name="Google Shape;381;p25"/>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82" name="Google Shape;382;p25"/>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83" name="Google Shape;383;p25"/>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384" name="Google Shape;384;p25"/>
          <p:cNvSpPr txBox="1"/>
          <p:nvPr/>
        </p:nvSpPr>
        <p:spPr>
          <a:xfrm>
            <a:off x="5571910" y="401132"/>
            <a:ext cx="11880998" cy="912045"/>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Yes/ No questions</a:t>
            </a:r>
            <a:endParaRPr b="1" sz="6000">
              <a:solidFill>
                <a:srgbClr val="018345"/>
              </a:solidFill>
              <a:latin typeface="Montserrat"/>
              <a:ea typeface="Montserrat"/>
              <a:cs typeface="Montserrat"/>
              <a:sym typeface="Montserrat"/>
            </a:endParaRPr>
          </a:p>
        </p:txBody>
      </p:sp>
      <p:grpSp>
        <p:nvGrpSpPr>
          <p:cNvPr id="385" name="Google Shape;385;p25"/>
          <p:cNvGrpSpPr/>
          <p:nvPr/>
        </p:nvGrpSpPr>
        <p:grpSpPr>
          <a:xfrm>
            <a:off x="-2718010" y="9274528"/>
            <a:ext cx="7950400" cy="1707231"/>
            <a:chOff x="0" y="-384762"/>
            <a:chExt cx="10600533" cy="2276307"/>
          </a:xfrm>
        </p:grpSpPr>
        <p:grpSp>
          <p:nvGrpSpPr>
            <p:cNvPr id="386" name="Google Shape;386;p25"/>
            <p:cNvGrpSpPr/>
            <p:nvPr/>
          </p:nvGrpSpPr>
          <p:grpSpPr>
            <a:xfrm>
              <a:off x="0" y="-384762"/>
              <a:ext cx="10600533" cy="2276307"/>
              <a:chOff x="0" y="-38100"/>
              <a:chExt cx="1049690" cy="225405"/>
            </a:xfrm>
          </p:grpSpPr>
          <p:sp>
            <p:nvSpPr>
              <p:cNvPr id="387" name="Google Shape;387;p25"/>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88" name="Google Shape;388;p25"/>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89" name="Google Shape;389;p25"/>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90" name="Google Shape;390;p25"/>
          <p:cNvGrpSpPr/>
          <p:nvPr/>
        </p:nvGrpSpPr>
        <p:grpSpPr>
          <a:xfrm>
            <a:off x="5792784" y="7253854"/>
            <a:ext cx="11334074" cy="1677005"/>
            <a:chOff x="5792784" y="7253854"/>
            <a:chExt cx="11334074" cy="1677005"/>
          </a:xfrm>
        </p:grpSpPr>
        <p:sp>
          <p:nvSpPr>
            <p:cNvPr id="391" name="Google Shape;391;p25"/>
            <p:cNvSpPr/>
            <p:nvPr/>
          </p:nvSpPr>
          <p:spPr>
            <a:xfrm>
              <a:off x="7127581" y="7406894"/>
              <a:ext cx="9999277" cy="1327986"/>
            </a:xfrm>
            <a:prstGeom prst="roundRect">
              <a:avLst>
                <a:gd fmla="val 16667" name="adj"/>
              </a:avLst>
            </a:prstGeom>
            <a:solidFill>
              <a:srgbClr val="ECFFE5"/>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6600"/>
                </a:buClr>
                <a:buSzPts val="4200"/>
                <a:buFont typeface="Roboto"/>
                <a:buNone/>
              </a:pPr>
              <a:r>
                <a:rPr b="1" i="0" lang="en-US" sz="4200" u="none" cap="none" strike="noStrike">
                  <a:solidFill>
                    <a:srgbClr val="006600"/>
                  </a:solidFill>
                  <a:latin typeface="Roboto"/>
                  <a:ea typeface="Roboto"/>
                  <a:cs typeface="Roboto"/>
                  <a:sym typeface="Roboto"/>
                </a:rPr>
                <a:t> YES/NO + LÝ DO/ VÍ DỤ/ THÔNG TIN</a:t>
              </a:r>
              <a:endParaRPr b="1" i="0" sz="4200" u="none" cap="none" strike="noStrike">
                <a:solidFill>
                  <a:srgbClr val="006600"/>
                </a:solidFill>
                <a:latin typeface="Roboto"/>
                <a:ea typeface="Roboto"/>
                <a:cs typeface="Roboto"/>
                <a:sym typeface="Roboto"/>
              </a:endParaRPr>
            </a:p>
          </p:txBody>
        </p:sp>
        <p:sp>
          <p:nvSpPr>
            <p:cNvPr id="392" name="Google Shape;392;p25"/>
            <p:cNvSpPr/>
            <p:nvPr/>
          </p:nvSpPr>
          <p:spPr>
            <a:xfrm>
              <a:off x="5792784" y="7253854"/>
              <a:ext cx="1742304" cy="1677005"/>
            </a:xfrm>
            <a:prstGeom prst="ellipse">
              <a:avLst/>
            </a:prstGeom>
            <a:solidFill>
              <a:schemeClr val="lt1"/>
            </a:solidFill>
            <a:ln cap="flat" cmpd="sng" w="25400">
              <a:solidFill>
                <a:srgbClr val="0066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Roboto"/>
                <a:buNone/>
              </a:pPr>
              <a:r>
                <a:rPr b="1" i="0" lang="en-US" sz="3200" u="none" cap="none" strike="noStrike">
                  <a:solidFill>
                    <a:schemeClr val="dk1"/>
                  </a:solidFill>
                  <a:latin typeface="Roboto"/>
                  <a:ea typeface="Roboto"/>
                  <a:cs typeface="Roboto"/>
                  <a:sym typeface="Roboto"/>
                </a:rPr>
                <a:t>TRẢ LỜI</a:t>
              </a:r>
              <a:endParaRPr sz="1800">
                <a:solidFill>
                  <a:schemeClr val="dk1"/>
                </a:solidFill>
                <a:latin typeface="Calibri"/>
                <a:ea typeface="Calibri"/>
                <a:cs typeface="Calibri"/>
                <a:sym typeface="Calibri"/>
              </a:endParaRPr>
            </a:p>
          </p:txBody>
        </p:sp>
      </p:grpSp>
      <p:sp>
        <p:nvSpPr>
          <p:cNvPr id="393" name="Google Shape;393;p25"/>
          <p:cNvSpPr/>
          <p:nvPr/>
        </p:nvSpPr>
        <p:spPr>
          <a:xfrm>
            <a:off x="7798464" y="2617597"/>
            <a:ext cx="8657510" cy="3810000"/>
          </a:xfrm>
          <a:prstGeom prst="roundRect">
            <a:avLst>
              <a:gd fmla="val 16667" name="adj"/>
            </a:avLst>
          </a:prstGeom>
          <a:solidFill>
            <a:schemeClr val="lt1"/>
          </a:solidFill>
          <a:ln cap="flat" cmpd="sng" w="25400">
            <a:solidFill>
              <a:srgbClr val="0183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None/>
            </a:pPr>
            <a:r>
              <a:rPr lang="en-US" sz="3600">
                <a:solidFill>
                  <a:schemeClr val="dk1"/>
                </a:solidFill>
                <a:latin typeface="Calibri"/>
                <a:ea typeface="Calibri"/>
                <a:cs typeface="Calibri"/>
                <a:sym typeface="Calibri"/>
              </a:rPr>
              <a:t>	Do you…?</a:t>
            </a:r>
            <a:endParaRPr/>
          </a:p>
          <a:p>
            <a:pPr indent="0" lvl="0" marL="0" marR="0" rtl="0" algn="l">
              <a:lnSpc>
                <a:spcPct val="150000"/>
              </a:lnSpc>
              <a:spcBef>
                <a:spcPts val="0"/>
              </a:spcBef>
              <a:spcAft>
                <a:spcPts val="0"/>
              </a:spcAft>
              <a:buNone/>
            </a:pPr>
            <a:r>
              <a:rPr lang="en-US" sz="3600">
                <a:solidFill>
                  <a:schemeClr val="dk1"/>
                </a:solidFill>
                <a:latin typeface="Calibri"/>
                <a:ea typeface="Calibri"/>
                <a:cs typeface="Calibri"/>
                <a:sym typeface="Calibri"/>
              </a:rPr>
              <a:t>	Have you…?</a:t>
            </a:r>
            <a:endParaRPr/>
          </a:p>
          <a:p>
            <a:pPr indent="0" lvl="0" marL="0" marR="0" rtl="0" algn="l">
              <a:lnSpc>
                <a:spcPct val="150000"/>
              </a:lnSpc>
              <a:spcBef>
                <a:spcPts val="0"/>
              </a:spcBef>
              <a:spcAft>
                <a:spcPts val="0"/>
              </a:spcAft>
              <a:buNone/>
            </a:pPr>
            <a:r>
              <a:rPr lang="en-US" sz="3600">
                <a:solidFill>
                  <a:schemeClr val="dk1"/>
                </a:solidFill>
                <a:latin typeface="Calibri"/>
                <a:ea typeface="Calibri"/>
                <a:cs typeface="Calibri"/>
                <a:sym typeface="Calibri"/>
              </a:rPr>
              <a:t>	Will you…?</a:t>
            </a:r>
            <a:endParaRPr/>
          </a:p>
          <a:p>
            <a:pPr indent="0" lvl="0" marL="0" marR="0" rtl="0" algn="l">
              <a:lnSpc>
                <a:spcPct val="150000"/>
              </a:lnSpc>
              <a:spcBef>
                <a:spcPts val="0"/>
              </a:spcBef>
              <a:spcAft>
                <a:spcPts val="0"/>
              </a:spcAft>
              <a:buNone/>
            </a:pPr>
            <a:r>
              <a:rPr lang="en-US" sz="3600">
                <a:solidFill>
                  <a:schemeClr val="dk1"/>
                </a:solidFill>
                <a:latin typeface="Calibri"/>
                <a:ea typeface="Calibri"/>
                <a:cs typeface="Calibri"/>
                <a:sym typeface="Calibri"/>
              </a:rPr>
              <a:t>	Can you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84"/>
                                        </p:tgtEl>
                                        <p:attrNameLst>
                                          <p:attrName>style.visibility</p:attrName>
                                        </p:attrNameLst>
                                      </p:cBhvr>
                                      <p:to>
                                        <p:strVal val="visible"/>
                                      </p:to>
                                    </p:set>
                                    <p:animEffect filter="fade" transition="in">
                                      <p:cBhvr>
                                        <p:cTn dur="500"/>
                                        <p:tgtEl>
                                          <p:spTgt spid="3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0"/>
                                        </p:tgtEl>
                                        <p:attrNameLst>
                                          <p:attrName>style.visibility</p:attrName>
                                        </p:attrNameLst>
                                      </p:cBhvr>
                                      <p:to>
                                        <p:strVal val="visible"/>
                                      </p:to>
                                    </p:set>
                                    <p:animEffect filter="fade" transition="in">
                                      <p:cBhvr>
                                        <p:cTn dur="500"/>
                                        <p:tgtEl>
                                          <p:spTgt spid="3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cxnSp>
        <p:nvCxnSpPr>
          <p:cNvPr id="399" name="Google Shape;399;p26"/>
          <p:cNvCxnSpPr/>
          <p:nvPr/>
        </p:nvCxnSpPr>
        <p:spPr>
          <a:xfrm flipH="1" rot="10800000">
            <a:off x="6209270" y="1619250"/>
            <a:ext cx="11243637" cy="19050"/>
          </a:xfrm>
          <a:prstGeom prst="straightConnector1">
            <a:avLst/>
          </a:prstGeom>
          <a:noFill/>
          <a:ln cap="flat" cmpd="sng" w="38100">
            <a:solidFill>
              <a:srgbClr val="018345"/>
            </a:solidFill>
            <a:prstDash val="solid"/>
            <a:round/>
            <a:headEnd len="sm" w="sm" type="none"/>
            <a:tailEnd len="sm" w="sm" type="none"/>
          </a:ln>
        </p:spPr>
      </p:cxnSp>
      <p:grpSp>
        <p:nvGrpSpPr>
          <p:cNvPr id="400" name="Google Shape;400;p26"/>
          <p:cNvGrpSpPr/>
          <p:nvPr/>
        </p:nvGrpSpPr>
        <p:grpSpPr>
          <a:xfrm rot="10800000">
            <a:off x="15785091" y="-536942"/>
            <a:ext cx="7681766" cy="4260610"/>
            <a:chOff x="0" y="-38100"/>
            <a:chExt cx="406400" cy="225405"/>
          </a:xfrm>
        </p:grpSpPr>
        <p:sp>
          <p:nvSpPr>
            <p:cNvPr id="401" name="Google Shape;401;p26"/>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02" name="Google Shape;402;p26"/>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03" name="Google Shape;403;p26"/>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404" name="Google Shape;404;p26"/>
          <p:cNvSpPr txBox="1"/>
          <p:nvPr/>
        </p:nvSpPr>
        <p:spPr>
          <a:xfrm>
            <a:off x="5571910" y="401132"/>
            <a:ext cx="11880998" cy="912045"/>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Ví dụ</a:t>
            </a:r>
            <a:endParaRPr b="1" sz="6000">
              <a:solidFill>
                <a:srgbClr val="018345"/>
              </a:solidFill>
              <a:latin typeface="Montserrat"/>
              <a:ea typeface="Montserrat"/>
              <a:cs typeface="Montserrat"/>
              <a:sym typeface="Montserrat"/>
            </a:endParaRPr>
          </a:p>
        </p:txBody>
      </p:sp>
      <p:grpSp>
        <p:nvGrpSpPr>
          <p:cNvPr id="405" name="Google Shape;405;p26"/>
          <p:cNvGrpSpPr/>
          <p:nvPr/>
        </p:nvGrpSpPr>
        <p:grpSpPr>
          <a:xfrm>
            <a:off x="-2718010" y="9274528"/>
            <a:ext cx="7950400" cy="1707231"/>
            <a:chOff x="0" y="-384762"/>
            <a:chExt cx="10600533" cy="2276307"/>
          </a:xfrm>
        </p:grpSpPr>
        <p:grpSp>
          <p:nvGrpSpPr>
            <p:cNvPr id="406" name="Google Shape;406;p26"/>
            <p:cNvGrpSpPr/>
            <p:nvPr/>
          </p:nvGrpSpPr>
          <p:grpSpPr>
            <a:xfrm>
              <a:off x="0" y="-384762"/>
              <a:ext cx="10600533" cy="2276307"/>
              <a:chOff x="0" y="-38100"/>
              <a:chExt cx="1049690" cy="225405"/>
            </a:xfrm>
          </p:grpSpPr>
          <p:sp>
            <p:nvSpPr>
              <p:cNvPr id="407" name="Google Shape;407;p26"/>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08" name="Google Shape;408;p26"/>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09" name="Google Shape;409;p26"/>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10" name="Google Shape;410;p26"/>
          <p:cNvSpPr/>
          <p:nvPr/>
        </p:nvSpPr>
        <p:spPr>
          <a:xfrm>
            <a:off x="6249666" y="2075176"/>
            <a:ext cx="11243637" cy="7468874"/>
          </a:xfrm>
          <a:prstGeom prst="rect">
            <a:avLst/>
          </a:prstGeom>
          <a:solidFill>
            <a:srgbClr val="ECFFE5"/>
          </a:solidFill>
          <a:ln cap="flat" cmpd="sng" w="25400">
            <a:solidFill>
              <a:srgbClr val="0066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chemeClr val="dk1"/>
              </a:solidFill>
              <a:latin typeface="Calibri"/>
              <a:ea typeface="Calibri"/>
              <a:cs typeface="Calibri"/>
              <a:sym typeface="Calibri"/>
            </a:endParaRPr>
          </a:p>
        </p:txBody>
      </p:sp>
      <p:grpSp>
        <p:nvGrpSpPr>
          <p:cNvPr id="411" name="Google Shape;411;p26"/>
          <p:cNvGrpSpPr/>
          <p:nvPr/>
        </p:nvGrpSpPr>
        <p:grpSpPr>
          <a:xfrm>
            <a:off x="6869037" y="2400300"/>
            <a:ext cx="9666364" cy="1545386"/>
            <a:chOff x="6869037" y="2762832"/>
            <a:chExt cx="9666364" cy="1545386"/>
          </a:xfrm>
        </p:grpSpPr>
        <p:sp>
          <p:nvSpPr>
            <p:cNvPr id="412" name="Google Shape;412;p26"/>
            <p:cNvSpPr txBox="1"/>
            <p:nvPr/>
          </p:nvSpPr>
          <p:spPr>
            <a:xfrm>
              <a:off x="6869037" y="2820631"/>
              <a:ext cx="5399163" cy="1487587"/>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rgbClr val="018345"/>
                </a:buClr>
                <a:buSzPts val="3200"/>
                <a:buFont typeface="Arial"/>
                <a:buChar char="•"/>
              </a:pPr>
              <a:r>
                <a:rPr b="1" i="0" lang="en-US" sz="3200">
                  <a:solidFill>
                    <a:srgbClr val="018345"/>
                  </a:solidFill>
                  <a:latin typeface="Roboto"/>
                  <a:ea typeface="Roboto"/>
                  <a:cs typeface="Roboto"/>
                  <a:sym typeface="Roboto"/>
                </a:rPr>
                <a:t>Trả lời Yes / No </a:t>
              </a:r>
              <a:endParaRPr/>
            </a:p>
            <a:p>
              <a:pPr indent="-457200" lvl="0" marL="457200" marR="0" rtl="0" algn="just">
                <a:lnSpc>
                  <a:spcPct val="150000"/>
                </a:lnSpc>
                <a:spcBef>
                  <a:spcPts val="0"/>
                </a:spcBef>
                <a:spcAft>
                  <a:spcPts val="0"/>
                </a:spcAft>
                <a:buClr>
                  <a:srgbClr val="018345"/>
                </a:buClr>
                <a:buSzPts val="3200"/>
                <a:buFont typeface="Arial"/>
                <a:buChar char="•"/>
              </a:pPr>
              <a:r>
                <a:rPr b="1" lang="en-US" sz="3200">
                  <a:solidFill>
                    <a:srgbClr val="018345"/>
                  </a:solidFill>
                  <a:latin typeface="Roboto"/>
                  <a:ea typeface="Roboto"/>
                  <a:cs typeface="Roboto"/>
                  <a:sym typeface="Roboto"/>
                </a:rPr>
                <a:t>Lý do/ ví dụ/</a:t>
              </a:r>
              <a:r>
                <a:rPr b="1" i="0" lang="en-US" sz="3200">
                  <a:solidFill>
                    <a:srgbClr val="018345"/>
                  </a:solidFill>
                  <a:latin typeface="Roboto"/>
                  <a:ea typeface="Roboto"/>
                  <a:cs typeface="Roboto"/>
                  <a:sym typeface="Roboto"/>
                </a:rPr>
                <a:t> thông tin</a:t>
              </a:r>
              <a:endParaRPr/>
            </a:p>
          </p:txBody>
        </p:sp>
        <p:sp>
          <p:nvSpPr>
            <p:cNvPr id="413" name="Google Shape;413;p26"/>
            <p:cNvSpPr txBox="1"/>
            <p:nvPr/>
          </p:nvSpPr>
          <p:spPr>
            <a:xfrm>
              <a:off x="13353975" y="2762832"/>
              <a:ext cx="3181426" cy="1487587"/>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rgbClr val="018345"/>
                </a:buClr>
                <a:buSzPts val="3200"/>
                <a:buFont typeface="Arial"/>
                <a:buChar char="•"/>
              </a:pPr>
              <a:r>
                <a:rPr b="1" i="0" lang="en-US" sz="3200">
                  <a:solidFill>
                    <a:srgbClr val="018345"/>
                  </a:solidFill>
                  <a:latin typeface="Roboto"/>
                  <a:ea typeface="Roboto"/>
                  <a:cs typeface="Roboto"/>
                  <a:sym typeface="Roboto"/>
                </a:rPr>
                <a:t>1 câu</a:t>
              </a:r>
              <a:endParaRPr b="1" i="0" sz="3200">
                <a:solidFill>
                  <a:srgbClr val="018345"/>
                </a:solidFill>
                <a:latin typeface="Roboto"/>
                <a:ea typeface="Roboto"/>
                <a:cs typeface="Roboto"/>
                <a:sym typeface="Roboto"/>
              </a:endParaRPr>
            </a:p>
            <a:p>
              <a:pPr indent="-457200" lvl="0" marL="457200" marR="0" rtl="0" algn="just">
                <a:lnSpc>
                  <a:spcPct val="150000"/>
                </a:lnSpc>
                <a:spcBef>
                  <a:spcPts val="0"/>
                </a:spcBef>
                <a:spcAft>
                  <a:spcPts val="0"/>
                </a:spcAft>
                <a:buClr>
                  <a:srgbClr val="018345"/>
                </a:buClr>
                <a:buSzPts val="3200"/>
                <a:buFont typeface="Arial"/>
                <a:buChar char="•"/>
              </a:pPr>
              <a:r>
                <a:rPr b="1" lang="en-US" sz="3200">
                  <a:solidFill>
                    <a:srgbClr val="018345"/>
                  </a:solidFill>
                  <a:latin typeface="Roboto"/>
                  <a:ea typeface="Roboto"/>
                  <a:cs typeface="Roboto"/>
                  <a:sym typeface="Roboto"/>
                </a:rPr>
                <a:t>2-3 câu</a:t>
              </a:r>
              <a:endParaRPr b="1" i="0" sz="3200">
                <a:solidFill>
                  <a:srgbClr val="018345"/>
                </a:solidFill>
                <a:latin typeface="Roboto"/>
                <a:ea typeface="Roboto"/>
                <a:cs typeface="Roboto"/>
                <a:sym typeface="Roboto"/>
              </a:endParaRPr>
            </a:p>
          </p:txBody>
        </p:sp>
        <p:sp>
          <p:nvSpPr>
            <p:cNvPr id="414" name="Google Shape;414;p26"/>
            <p:cNvSpPr/>
            <p:nvPr/>
          </p:nvSpPr>
          <p:spPr>
            <a:xfrm>
              <a:off x="11734800" y="3003502"/>
              <a:ext cx="926835" cy="514521"/>
            </a:xfrm>
            <a:prstGeom prst="rightArrow">
              <a:avLst>
                <a:gd fmla="val 50000" name="adj1"/>
                <a:gd fmla="val 50000" name="adj2"/>
              </a:avLst>
            </a:prstGeom>
            <a:solidFill>
              <a:schemeClr val="lt1"/>
            </a:solidFill>
            <a:ln cap="flat" cmpd="sng" w="25400">
              <a:solidFill>
                <a:srgbClr val="4CB48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15" name="Google Shape;415;p26"/>
            <p:cNvSpPr/>
            <p:nvPr/>
          </p:nvSpPr>
          <p:spPr>
            <a:xfrm>
              <a:off x="11722365" y="3651403"/>
              <a:ext cx="926835" cy="514521"/>
            </a:xfrm>
            <a:prstGeom prst="rightArrow">
              <a:avLst>
                <a:gd fmla="val 50000" name="adj1"/>
                <a:gd fmla="val 50000" name="adj2"/>
              </a:avLst>
            </a:prstGeom>
            <a:solidFill>
              <a:schemeClr val="lt1"/>
            </a:solidFill>
            <a:ln cap="flat" cmpd="sng" w="25400">
              <a:solidFill>
                <a:srgbClr val="4CB48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16" name="Google Shape;416;p26"/>
          <p:cNvGrpSpPr/>
          <p:nvPr/>
        </p:nvGrpSpPr>
        <p:grpSpPr>
          <a:xfrm>
            <a:off x="6594625" y="4110385"/>
            <a:ext cx="10169309" cy="5017800"/>
            <a:chOff x="6594625" y="4110385"/>
            <a:chExt cx="10169309" cy="5017800"/>
          </a:xfrm>
        </p:grpSpPr>
        <p:sp>
          <p:nvSpPr>
            <p:cNvPr id="417" name="Google Shape;417;p26"/>
            <p:cNvSpPr txBox="1"/>
            <p:nvPr/>
          </p:nvSpPr>
          <p:spPr>
            <a:xfrm>
              <a:off x="7059534" y="4110385"/>
              <a:ext cx="9704400" cy="50178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n-US" sz="3200">
                  <a:solidFill>
                    <a:srgbClr val="000000"/>
                  </a:solidFill>
                  <a:latin typeface="Roboto"/>
                  <a:ea typeface="Roboto"/>
                  <a:cs typeface="Roboto"/>
                  <a:sym typeface="Roboto"/>
                </a:rPr>
                <a:t>Do you have a large family?</a:t>
              </a:r>
              <a:endParaRPr/>
            </a:p>
            <a:p>
              <a:pPr indent="0" lvl="0" marL="0" marR="0" rtl="0" algn="just">
                <a:lnSpc>
                  <a:spcPct val="150000"/>
                </a:lnSpc>
                <a:spcBef>
                  <a:spcPts val="0"/>
                </a:spcBef>
                <a:spcAft>
                  <a:spcPts val="0"/>
                </a:spcAft>
                <a:buNone/>
              </a:pPr>
              <a:r>
                <a:rPr lang="en-US" sz="3200">
                  <a:solidFill>
                    <a:schemeClr val="dk1"/>
                  </a:solidFill>
                  <a:latin typeface="Roboto"/>
                  <a:ea typeface="Roboto"/>
                  <a:cs typeface="Roboto"/>
                  <a:sym typeface="Roboto"/>
                </a:rPr>
                <a:t>		     Yes, I come from an extended family. </a:t>
              </a:r>
              <a:endParaRPr/>
            </a:p>
            <a:p>
              <a:pPr indent="0" lvl="0" marL="0" marR="0" rtl="0" algn="just">
                <a:lnSpc>
                  <a:spcPct val="150000"/>
                </a:lnSpc>
                <a:spcBef>
                  <a:spcPts val="0"/>
                </a:spcBef>
                <a:spcAft>
                  <a:spcPts val="0"/>
                </a:spcAft>
                <a:buNone/>
              </a:pPr>
              <a:r>
                <a:rPr lang="en-US" sz="3200">
                  <a:solidFill>
                    <a:schemeClr val="dk1"/>
                  </a:solidFill>
                  <a:latin typeface="Roboto"/>
                  <a:ea typeface="Roboto"/>
                  <a:cs typeface="Roboto"/>
                  <a:sym typeface="Roboto"/>
                </a:rPr>
                <a:t>		      I live with my parents and three siblings. We also have two grandparents living with us. We are a close-knit family and we spend a lot of time together. I am grateful for my family and the love and support they give me.</a:t>
              </a:r>
              <a:endParaRPr/>
            </a:p>
          </p:txBody>
        </p:sp>
        <p:sp>
          <p:nvSpPr>
            <p:cNvPr id="418" name="Google Shape;418;p26"/>
            <p:cNvSpPr/>
            <p:nvPr/>
          </p:nvSpPr>
          <p:spPr>
            <a:xfrm>
              <a:off x="6594625" y="4819793"/>
              <a:ext cx="1981200" cy="647400"/>
            </a:xfrm>
            <a:prstGeom prst="roundRect">
              <a:avLst>
                <a:gd fmla="val 16667" name="adj"/>
              </a:avLst>
            </a:pr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Trả lời</a:t>
              </a:r>
              <a:endParaRPr sz="3200">
                <a:solidFill>
                  <a:schemeClr val="lt1"/>
                </a:solidFill>
                <a:latin typeface="Calibri"/>
                <a:ea typeface="Calibri"/>
                <a:cs typeface="Calibri"/>
                <a:sym typeface="Calibri"/>
              </a:endParaRPr>
            </a:p>
          </p:txBody>
        </p:sp>
        <p:sp>
          <p:nvSpPr>
            <p:cNvPr id="419" name="Google Shape;419;p26"/>
            <p:cNvSpPr/>
            <p:nvPr/>
          </p:nvSpPr>
          <p:spPr>
            <a:xfrm>
              <a:off x="6615626" y="5559317"/>
              <a:ext cx="1981200" cy="647400"/>
            </a:xfrm>
            <a:prstGeom prst="roundRect">
              <a:avLst>
                <a:gd fmla="val 16667" name="adj"/>
              </a:avLst>
            </a:pr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Thông tin</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04"/>
                                        </p:tgtEl>
                                        <p:attrNameLst>
                                          <p:attrName>style.visibility</p:attrName>
                                        </p:attrNameLst>
                                      </p:cBhvr>
                                      <p:to>
                                        <p:strVal val="visible"/>
                                      </p:to>
                                    </p:set>
                                    <p:animEffect filter="fade" transition="in">
                                      <p:cBhvr>
                                        <p:cTn dur="500"/>
                                        <p:tgtEl>
                                          <p:spTgt spid="4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
                                        </p:tgtEl>
                                        <p:attrNameLst>
                                          <p:attrName>style.visibility</p:attrName>
                                        </p:attrNameLst>
                                      </p:cBhvr>
                                      <p:to>
                                        <p:strVal val="visible"/>
                                      </p:to>
                                    </p:set>
                                    <p:animEffect filter="fade" transition="in">
                                      <p:cBhvr>
                                        <p:cTn dur="500"/>
                                        <p:tgtEl>
                                          <p:spTgt spid="4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6"/>
                                        </p:tgtEl>
                                        <p:attrNameLst>
                                          <p:attrName>style.visibility</p:attrName>
                                        </p:attrNameLst>
                                      </p:cBhvr>
                                      <p:to>
                                        <p:strVal val="visible"/>
                                      </p:to>
                                    </p:set>
                                    <p:animEffect filter="fade" transition="in">
                                      <p:cBhvr>
                                        <p:cTn dur="500"/>
                                        <p:tgtEl>
                                          <p:spTgt spid="4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cxnSp>
        <p:nvCxnSpPr>
          <p:cNvPr id="425" name="Google Shape;425;p27"/>
          <p:cNvCxnSpPr/>
          <p:nvPr/>
        </p:nvCxnSpPr>
        <p:spPr>
          <a:xfrm flipH="1" rot="10800000">
            <a:off x="6209270" y="1619250"/>
            <a:ext cx="11243637" cy="19050"/>
          </a:xfrm>
          <a:prstGeom prst="straightConnector1">
            <a:avLst/>
          </a:prstGeom>
          <a:noFill/>
          <a:ln cap="flat" cmpd="sng" w="38100">
            <a:solidFill>
              <a:srgbClr val="018345"/>
            </a:solidFill>
            <a:prstDash val="solid"/>
            <a:round/>
            <a:headEnd len="sm" w="sm" type="none"/>
            <a:tailEnd len="sm" w="sm" type="none"/>
          </a:ln>
        </p:spPr>
      </p:cxnSp>
      <p:cxnSp>
        <p:nvCxnSpPr>
          <p:cNvPr id="426" name="Google Shape;426;p27"/>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427" name="Google Shape;427;p27"/>
          <p:cNvGrpSpPr/>
          <p:nvPr/>
        </p:nvGrpSpPr>
        <p:grpSpPr>
          <a:xfrm rot="10800000">
            <a:off x="15785091" y="-536942"/>
            <a:ext cx="7681766" cy="4260610"/>
            <a:chOff x="0" y="-38100"/>
            <a:chExt cx="406400" cy="225405"/>
          </a:xfrm>
        </p:grpSpPr>
        <p:sp>
          <p:nvSpPr>
            <p:cNvPr id="428" name="Google Shape;428;p27"/>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29" name="Google Shape;429;p27"/>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30" name="Google Shape;430;p27"/>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431" name="Google Shape;431;p27"/>
          <p:cNvSpPr txBox="1"/>
          <p:nvPr/>
        </p:nvSpPr>
        <p:spPr>
          <a:xfrm>
            <a:off x="5571910" y="401132"/>
            <a:ext cx="11880998" cy="912045"/>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Ví dụ</a:t>
            </a:r>
            <a:endParaRPr b="1" sz="6000">
              <a:solidFill>
                <a:srgbClr val="018345"/>
              </a:solidFill>
              <a:latin typeface="Montserrat"/>
              <a:ea typeface="Montserrat"/>
              <a:cs typeface="Montserrat"/>
              <a:sym typeface="Montserrat"/>
            </a:endParaRPr>
          </a:p>
        </p:txBody>
      </p:sp>
      <p:grpSp>
        <p:nvGrpSpPr>
          <p:cNvPr id="432" name="Google Shape;432;p27"/>
          <p:cNvGrpSpPr/>
          <p:nvPr/>
        </p:nvGrpSpPr>
        <p:grpSpPr>
          <a:xfrm>
            <a:off x="-2718010" y="9274528"/>
            <a:ext cx="7950400" cy="1707231"/>
            <a:chOff x="0" y="-384762"/>
            <a:chExt cx="10600533" cy="2276307"/>
          </a:xfrm>
        </p:grpSpPr>
        <p:grpSp>
          <p:nvGrpSpPr>
            <p:cNvPr id="433" name="Google Shape;433;p27"/>
            <p:cNvGrpSpPr/>
            <p:nvPr/>
          </p:nvGrpSpPr>
          <p:grpSpPr>
            <a:xfrm>
              <a:off x="0" y="-384762"/>
              <a:ext cx="10600533" cy="2276307"/>
              <a:chOff x="0" y="-38100"/>
              <a:chExt cx="1049690" cy="225405"/>
            </a:xfrm>
          </p:grpSpPr>
          <p:sp>
            <p:nvSpPr>
              <p:cNvPr id="434" name="Google Shape;434;p27"/>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35" name="Google Shape;435;p27"/>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36" name="Google Shape;436;p27"/>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37" name="Google Shape;437;p27"/>
          <p:cNvGrpSpPr/>
          <p:nvPr/>
        </p:nvGrpSpPr>
        <p:grpSpPr>
          <a:xfrm>
            <a:off x="6249666" y="2781300"/>
            <a:ext cx="11243637" cy="5673551"/>
            <a:chOff x="6209270" y="2251250"/>
            <a:chExt cx="11243637" cy="6416499"/>
          </a:xfrm>
        </p:grpSpPr>
        <p:sp>
          <p:nvSpPr>
            <p:cNvPr id="438" name="Google Shape;438;p27"/>
            <p:cNvSpPr/>
            <p:nvPr/>
          </p:nvSpPr>
          <p:spPr>
            <a:xfrm>
              <a:off x="6209270" y="2251250"/>
              <a:ext cx="11243637" cy="6416499"/>
            </a:xfrm>
            <a:prstGeom prst="rect">
              <a:avLst/>
            </a:prstGeom>
            <a:solidFill>
              <a:srgbClr val="ECFFE5"/>
            </a:solidFill>
            <a:ln cap="flat" cmpd="sng" w="25400">
              <a:solidFill>
                <a:srgbClr val="0066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chemeClr val="dk1"/>
                </a:solidFill>
                <a:latin typeface="Calibri"/>
                <a:ea typeface="Calibri"/>
                <a:cs typeface="Calibri"/>
                <a:sym typeface="Calibri"/>
              </a:endParaRPr>
            </a:p>
          </p:txBody>
        </p:sp>
        <p:sp>
          <p:nvSpPr>
            <p:cNvPr id="439" name="Google Shape;439;p27"/>
            <p:cNvSpPr txBox="1"/>
            <p:nvPr/>
          </p:nvSpPr>
          <p:spPr>
            <a:xfrm>
              <a:off x="6828641" y="2891669"/>
              <a:ext cx="10005000" cy="48396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n-US" sz="3200">
                  <a:solidFill>
                    <a:srgbClr val="000000"/>
                  </a:solidFill>
                  <a:latin typeface="Roboto"/>
                  <a:ea typeface="Roboto"/>
                  <a:cs typeface="Roboto"/>
                  <a:sym typeface="Roboto"/>
                </a:rPr>
                <a:t>Do you have a large family?</a:t>
              </a:r>
              <a:endParaRPr/>
            </a:p>
            <a:p>
              <a:pPr indent="0" lvl="0" marL="0" marR="0" rtl="0" algn="just">
                <a:lnSpc>
                  <a:spcPct val="150000"/>
                </a:lnSpc>
                <a:spcBef>
                  <a:spcPts val="0"/>
                </a:spcBef>
                <a:spcAft>
                  <a:spcPts val="0"/>
                </a:spcAft>
                <a:buNone/>
              </a:pPr>
              <a:r>
                <a:rPr lang="en-US" sz="3200">
                  <a:solidFill>
                    <a:schemeClr val="dk1"/>
                  </a:solidFill>
                  <a:latin typeface="Roboto"/>
                  <a:ea typeface="Roboto"/>
                  <a:cs typeface="Roboto"/>
                  <a:sym typeface="Roboto"/>
                </a:rPr>
                <a:t>Yes, I come from an extended family. I live with my parents and three siblings. We also have two grandparents living with us. We are a close-knit family and we spend a lot of time together. I am grateful for my family and the love and support they give me</a:t>
              </a:r>
              <a:endParaRPr/>
            </a:p>
          </p:txBody>
        </p:sp>
      </p:grpSp>
      <p:cxnSp>
        <p:nvCxnSpPr>
          <p:cNvPr id="440" name="Google Shape;440;p27"/>
          <p:cNvCxnSpPr/>
          <p:nvPr/>
        </p:nvCxnSpPr>
        <p:spPr>
          <a:xfrm>
            <a:off x="13792200" y="6210300"/>
            <a:ext cx="2895600" cy="0"/>
          </a:xfrm>
          <a:prstGeom prst="straightConnector1">
            <a:avLst/>
          </a:prstGeom>
          <a:noFill/>
          <a:ln cap="flat" cmpd="sng" w="57150">
            <a:solidFill>
              <a:srgbClr val="BD4B48"/>
            </a:solidFill>
            <a:prstDash val="solid"/>
            <a:round/>
            <a:headEnd len="sm" w="sm" type="none"/>
            <a:tailEnd len="sm" w="sm" type="none"/>
          </a:ln>
        </p:spPr>
      </p:cxnSp>
      <p:cxnSp>
        <p:nvCxnSpPr>
          <p:cNvPr id="441" name="Google Shape;441;p27"/>
          <p:cNvCxnSpPr/>
          <p:nvPr/>
        </p:nvCxnSpPr>
        <p:spPr>
          <a:xfrm>
            <a:off x="8534400" y="6972300"/>
            <a:ext cx="3429000" cy="0"/>
          </a:xfrm>
          <a:prstGeom prst="straightConnector1">
            <a:avLst/>
          </a:prstGeom>
          <a:noFill/>
          <a:ln cap="flat" cmpd="sng" w="57150">
            <a:solidFill>
              <a:srgbClr val="BD4B48"/>
            </a:solidFill>
            <a:prstDash val="solid"/>
            <a:round/>
            <a:headEnd len="sm" w="sm" type="none"/>
            <a:tailEnd len="sm" w="sm" type="none"/>
          </a:ln>
        </p:spPr>
      </p:cxnSp>
      <p:cxnSp>
        <p:nvCxnSpPr>
          <p:cNvPr id="442" name="Google Shape;442;p27"/>
          <p:cNvCxnSpPr/>
          <p:nvPr/>
        </p:nvCxnSpPr>
        <p:spPr>
          <a:xfrm>
            <a:off x="11049000" y="5524500"/>
            <a:ext cx="1356492" cy="0"/>
          </a:xfrm>
          <a:prstGeom prst="straightConnector1">
            <a:avLst/>
          </a:prstGeom>
          <a:noFill/>
          <a:ln cap="flat" cmpd="sng" w="57150">
            <a:solidFill>
              <a:srgbClr val="BD4B48"/>
            </a:solidFill>
            <a:prstDash val="solid"/>
            <a:round/>
            <a:headEnd len="sm" w="sm" type="none"/>
            <a:tailEnd len="sm" w="sm" type="none"/>
          </a:ln>
        </p:spPr>
      </p:cxnSp>
      <p:cxnSp>
        <p:nvCxnSpPr>
          <p:cNvPr id="443" name="Google Shape;443;p27"/>
          <p:cNvCxnSpPr/>
          <p:nvPr/>
        </p:nvCxnSpPr>
        <p:spPr>
          <a:xfrm>
            <a:off x="13792200" y="6972300"/>
            <a:ext cx="2895600" cy="0"/>
          </a:xfrm>
          <a:prstGeom prst="straightConnector1">
            <a:avLst/>
          </a:prstGeom>
          <a:noFill/>
          <a:ln cap="flat" cmpd="sng" w="57150">
            <a:solidFill>
              <a:srgbClr val="BD4B48"/>
            </a:solidFill>
            <a:prstDash val="solid"/>
            <a:round/>
            <a:headEnd len="sm" w="sm" type="none"/>
            <a:tailEnd len="sm" w="sm" type="none"/>
          </a:ln>
        </p:spPr>
      </p:cxnSp>
      <p:cxnSp>
        <p:nvCxnSpPr>
          <p:cNvPr id="444" name="Google Shape;444;p27"/>
          <p:cNvCxnSpPr/>
          <p:nvPr/>
        </p:nvCxnSpPr>
        <p:spPr>
          <a:xfrm>
            <a:off x="10968729" y="4762500"/>
            <a:ext cx="2823471" cy="0"/>
          </a:xfrm>
          <a:prstGeom prst="straightConnector1">
            <a:avLst/>
          </a:prstGeom>
          <a:noFill/>
          <a:ln cap="flat" cmpd="sng" w="57150">
            <a:solidFill>
              <a:srgbClr val="BD4B48"/>
            </a:solidFill>
            <a:prstDash val="solid"/>
            <a:round/>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31"/>
                                        </p:tgtEl>
                                        <p:attrNameLst>
                                          <p:attrName>style.visibility</p:attrName>
                                        </p:attrNameLst>
                                      </p:cBhvr>
                                      <p:to>
                                        <p:strVal val="visible"/>
                                      </p:to>
                                    </p:set>
                                    <p:animEffect filter="fade" transition="in">
                                      <p:cBhvr>
                                        <p:cTn dur="500"/>
                                        <p:tgtEl>
                                          <p:spTgt spid="4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gtEl>
                                        <p:attrNameLst>
                                          <p:attrName>style.visibility</p:attrName>
                                        </p:attrNameLst>
                                      </p:cBhvr>
                                      <p:to>
                                        <p:strVal val="visible"/>
                                      </p:to>
                                    </p:set>
                                    <p:animEffect filter="fade" transition="in">
                                      <p:cBhvr>
                                        <p:cTn dur="500"/>
                                        <p:tgtEl>
                                          <p:spTgt spid="4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0"/>
                                        </p:tgtEl>
                                        <p:attrNameLst>
                                          <p:attrName>style.visibility</p:attrName>
                                        </p:attrNameLst>
                                      </p:cBhvr>
                                      <p:to>
                                        <p:strVal val="visible"/>
                                      </p:to>
                                    </p:set>
                                    <p:animEffect filter="fade" transition="in">
                                      <p:cBhvr>
                                        <p:cTn dur="500"/>
                                        <p:tgtEl>
                                          <p:spTgt spid="440"/>
                                        </p:tgtEl>
                                      </p:cBhvr>
                                    </p:animEffect>
                                  </p:childTnLst>
                                </p:cTn>
                              </p:par>
                              <p:par>
                                <p:cTn fill="hold" nodeType="withEffect" presetClass="entr" presetID="10" presetSubtype="0">
                                  <p:stCondLst>
                                    <p:cond delay="0"/>
                                  </p:stCondLst>
                                  <p:childTnLst>
                                    <p:set>
                                      <p:cBhvr>
                                        <p:cTn dur="1" fill="hold">
                                          <p:stCondLst>
                                            <p:cond delay="0"/>
                                          </p:stCondLst>
                                        </p:cTn>
                                        <p:tgtEl>
                                          <p:spTgt spid="441"/>
                                        </p:tgtEl>
                                        <p:attrNameLst>
                                          <p:attrName>style.visibility</p:attrName>
                                        </p:attrNameLst>
                                      </p:cBhvr>
                                      <p:to>
                                        <p:strVal val="visible"/>
                                      </p:to>
                                    </p:set>
                                    <p:animEffect filter="fade" transition="in">
                                      <p:cBhvr>
                                        <p:cTn dur="500"/>
                                        <p:tgtEl>
                                          <p:spTgt spid="441"/>
                                        </p:tgtEl>
                                      </p:cBhvr>
                                    </p:animEffect>
                                  </p:childTnLst>
                                </p:cTn>
                              </p:par>
                              <p:par>
                                <p:cTn fill="hold" nodeType="withEffect" presetClass="entr" presetID="10" presetSubtype="0">
                                  <p:stCondLst>
                                    <p:cond delay="0"/>
                                  </p:stCondLst>
                                  <p:childTnLst>
                                    <p:set>
                                      <p:cBhvr>
                                        <p:cTn dur="1" fill="hold">
                                          <p:stCondLst>
                                            <p:cond delay="0"/>
                                          </p:stCondLst>
                                        </p:cTn>
                                        <p:tgtEl>
                                          <p:spTgt spid="442"/>
                                        </p:tgtEl>
                                        <p:attrNameLst>
                                          <p:attrName>style.visibility</p:attrName>
                                        </p:attrNameLst>
                                      </p:cBhvr>
                                      <p:to>
                                        <p:strVal val="visible"/>
                                      </p:to>
                                    </p:set>
                                    <p:animEffect filter="fade" transition="in">
                                      <p:cBhvr>
                                        <p:cTn dur="500"/>
                                        <p:tgtEl>
                                          <p:spTgt spid="4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
                                        </p:tgtEl>
                                        <p:attrNameLst>
                                          <p:attrName>style.visibility</p:attrName>
                                        </p:attrNameLst>
                                      </p:cBhvr>
                                      <p:to>
                                        <p:strVal val="visible"/>
                                      </p:to>
                                    </p:set>
                                    <p:animEffect filter="fade" transition="in">
                                      <p:cBhvr>
                                        <p:cTn dur="500"/>
                                        <p:tgtEl>
                                          <p:spTgt spid="4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4"/>
                                        </p:tgtEl>
                                        <p:attrNameLst>
                                          <p:attrName>style.visibility</p:attrName>
                                        </p:attrNameLst>
                                      </p:cBhvr>
                                      <p:to>
                                        <p:strVal val="visible"/>
                                      </p:to>
                                    </p:set>
                                    <p:animEffect filter="fade" transition="in">
                                      <p:cBhvr>
                                        <p:cTn dur="500"/>
                                        <p:tgtEl>
                                          <p:spTgt spid="4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cxnSp>
        <p:nvCxnSpPr>
          <p:cNvPr id="450" name="Google Shape;450;p28"/>
          <p:cNvCxnSpPr/>
          <p:nvPr/>
        </p:nvCxnSpPr>
        <p:spPr>
          <a:xfrm flipH="1" rot="10800000">
            <a:off x="6209270" y="2305050"/>
            <a:ext cx="11243637" cy="19050"/>
          </a:xfrm>
          <a:prstGeom prst="straightConnector1">
            <a:avLst/>
          </a:prstGeom>
          <a:noFill/>
          <a:ln cap="flat" cmpd="sng" w="38100">
            <a:solidFill>
              <a:srgbClr val="018345"/>
            </a:solidFill>
            <a:prstDash val="solid"/>
            <a:round/>
            <a:headEnd len="sm" w="sm" type="none"/>
            <a:tailEnd len="sm" w="sm" type="none"/>
          </a:ln>
        </p:spPr>
      </p:cxnSp>
      <p:cxnSp>
        <p:nvCxnSpPr>
          <p:cNvPr id="451" name="Google Shape;451;p28"/>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452" name="Google Shape;452;p28"/>
          <p:cNvGrpSpPr/>
          <p:nvPr/>
        </p:nvGrpSpPr>
        <p:grpSpPr>
          <a:xfrm rot="10800000">
            <a:off x="15785091" y="-536942"/>
            <a:ext cx="7681766" cy="4260610"/>
            <a:chOff x="0" y="-38100"/>
            <a:chExt cx="406400" cy="225405"/>
          </a:xfrm>
        </p:grpSpPr>
        <p:sp>
          <p:nvSpPr>
            <p:cNvPr id="453" name="Google Shape;453;p28"/>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54" name="Google Shape;454;p28"/>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55" name="Google Shape;455;p28"/>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456" name="Google Shape;456;p28"/>
          <p:cNvSpPr txBox="1"/>
          <p:nvPr/>
        </p:nvSpPr>
        <p:spPr>
          <a:xfrm>
            <a:off x="5571910" y="1086932"/>
            <a:ext cx="11880998" cy="912045"/>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Từ vựng và cấu trúc</a:t>
            </a:r>
            <a:endParaRPr b="1" sz="6000">
              <a:solidFill>
                <a:srgbClr val="018345"/>
              </a:solidFill>
              <a:latin typeface="Montserrat"/>
              <a:ea typeface="Montserrat"/>
              <a:cs typeface="Montserrat"/>
              <a:sym typeface="Montserrat"/>
            </a:endParaRPr>
          </a:p>
        </p:txBody>
      </p:sp>
      <p:grpSp>
        <p:nvGrpSpPr>
          <p:cNvPr id="457" name="Google Shape;457;p28"/>
          <p:cNvGrpSpPr/>
          <p:nvPr/>
        </p:nvGrpSpPr>
        <p:grpSpPr>
          <a:xfrm>
            <a:off x="-2718010" y="9274528"/>
            <a:ext cx="7950400" cy="1707231"/>
            <a:chOff x="0" y="-384762"/>
            <a:chExt cx="10600533" cy="2276307"/>
          </a:xfrm>
        </p:grpSpPr>
        <p:grpSp>
          <p:nvGrpSpPr>
            <p:cNvPr id="458" name="Google Shape;458;p28"/>
            <p:cNvGrpSpPr/>
            <p:nvPr/>
          </p:nvGrpSpPr>
          <p:grpSpPr>
            <a:xfrm>
              <a:off x="0" y="-384762"/>
              <a:ext cx="10600533" cy="2276307"/>
              <a:chOff x="0" y="-38100"/>
              <a:chExt cx="1049690" cy="225405"/>
            </a:xfrm>
          </p:grpSpPr>
          <p:sp>
            <p:nvSpPr>
              <p:cNvPr id="459" name="Google Shape;459;p28"/>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60" name="Google Shape;460;p28"/>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61" name="Google Shape;461;p28"/>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62" name="Google Shape;462;p28"/>
          <p:cNvSpPr txBox="1"/>
          <p:nvPr/>
        </p:nvSpPr>
        <p:spPr>
          <a:xfrm>
            <a:off x="7227639" y="2857500"/>
            <a:ext cx="10170000" cy="6187800"/>
          </a:xfrm>
          <a:prstGeom prst="rect">
            <a:avLst/>
          </a:prstGeom>
          <a:noFill/>
          <a:ln>
            <a:noFill/>
          </a:ln>
        </p:spPr>
        <p:txBody>
          <a:bodyPr anchorCtr="0" anchor="t" bIns="45700" lIns="91425" spcFirstLastPara="1" rIns="91425" wrap="square" tIns="45700">
            <a:spAutoFit/>
          </a:bodyPr>
          <a:lstStyle/>
          <a:p>
            <a:pPr indent="-571500" lvl="0" marL="571500" marR="0" rtl="0" algn="l">
              <a:lnSpc>
                <a:spcPct val="200000"/>
              </a:lnSpc>
              <a:spcBef>
                <a:spcPts val="0"/>
              </a:spcBef>
              <a:spcAft>
                <a:spcPts val="0"/>
              </a:spcAft>
              <a:buClr>
                <a:srgbClr val="018345"/>
              </a:buClr>
              <a:buSzPts val="4400"/>
              <a:buFont typeface="Arial"/>
              <a:buChar char="•"/>
            </a:pPr>
            <a:r>
              <a:rPr lang="en-US" sz="4400">
                <a:solidFill>
                  <a:srgbClr val="018345"/>
                </a:solidFill>
                <a:latin typeface="Calibri"/>
                <a:ea typeface="Calibri"/>
                <a:cs typeface="Calibri"/>
                <a:sym typeface="Calibri"/>
              </a:rPr>
              <a:t>Extended family: </a:t>
            </a:r>
            <a:r>
              <a:rPr lang="en-US" sz="4400">
                <a:solidFill>
                  <a:schemeClr val="dk1"/>
                </a:solidFill>
                <a:latin typeface="Calibri"/>
                <a:ea typeface="Calibri"/>
                <a:cs typeface="Calibri"/>
                <a:sym typeface="Calibri"/>
              </a:rPr>
              <a:t>Gia đình lớn</a:t>
            </a:r>
            <a:endParaRPr sz="4400">
              <a:solidFill>
                <a:srgbClr val="018345"/>
              </a:solidFill>
              <a:latin typeface="Calibri"/>
              <a:ea typeface="Calibri"/>
              <a:cs typeface="Calibri"/>
              <a:sym typeface="Calibri"/>
            </a:endParaRPr>
          </a:p>
          <a:p>
            <a:pPr indent="-571500" lvl="0" marL="571500" marR="0" rtl="0" algn="l">
              <a:lnSpc>
                <a:spcPct val="200000"/>
              </a:lnSpc>
              <a:spcBef>
                <a:spcPts val="0"/>
              </a:spcBef>
              <a:spcAft>
                <a:spcPts val="0"/>
              </a:spcAft>
              <a:buClr>
                <a:srgbClr val="018345"/>
              </a:buClr>
              <a:buSzPts val="4400"/>
              <a:buFont typeface="Arial"/>
              <a:buChar char="•"/>
            </a:pPr>
            <a:r>
              <a:rPr lang="en-US" sz="4400">
                <a:solidFill>
                  <a:srgbClr val="018345"/>
                </a:solidFill>
                <a:latin typeface="Calibri"/>
                <a:ea typeface="Calibri"/>
                <a:cs typeface="Calibri"/>
                <a:sym typeface="Calibri"/>
              </a:rPr>
              <a:t>Sibling: </a:t>
            </a:r>
            <a:r>
              <a:rPr lang="en-US" sz="4400">
                <a:solidFill>
                  <a:schemeClr val="dk1"/>
                </a:solidFill>
                <a:latin typeface="Calibri"/>
                <a:ea typeface="Calibri"/>
                <a:cs typeface="Calibri"/>
                <a:sym typeface="Calibri"/>
              </a:rPr>
              <a:t>Anh/ chị/ em ruột</a:t>
            </a:r>
            <a:endParaRPr sz="4400">
              <a:solidFill>
                <a:schemeClr val="dk1"/>
              </a:solidFill>
              <a:latin typeface="Calibri"/>
              <a:ea typeface="Calibri"/>
              <a:cs typeface="Calibri"/>
              <a:sym typeface="Calibri"/>
            </a:endParaRPr>
          </a:p>
          <a:p>
            <a:pPr indent="-571500" lvl="0" marL="571500" marR="0" rtl="0" algn="l">
              <a:lnSpc>
                <a:spcPct val="200000"/>
              </a:lnSpc>
              <a:spcBef>
                <a:spcPts val="0"/>
              </a:spcBef>
              <a:spcAft>
                <a:spcPts val="0"/>
              </a:spcAft>
              <a:buClr>
                <a:srgbClr val="018345"/>
              </a:buClr>
              <a:buSzPts val="4400"/>
              <a:buFont typeface="Arial"/>
              <a:buChar char="•"/>
            </a:pPr>
            <a:r>
              <a:rPr lang="en-US" sz="4400">
                <a:solidFill>
                  <a:srgbClr val="018345"/>
                </a:solidFill>
                <a:latin typeface="Calibri"/>
                <a:ea typeface="Calibri"/>
                <a:cs typeface="Calibri"/>
                <a:sym typeface="Calibri"/>
              </a:rPr>
              <a:t>Close-knit family: </a:t>
            </a:r>
            <a:r>
              <a:rPr lang="en-US" sz="4400">
                <a:solidFill>
                  <a:schemeClr val="dk1"/>
                </a:solidFill>
                <a:latin typeface="Calibri"/>
                <a:ea typeface="Calibri"/>
                <a:cs typeface="Calibri"/>
                <a:sym typeface="Calibri"/>
              </a:rPr>
              <a:t>Gia đình gắn bó</a:t>
            </a:r>
            <a:endParaRPr sz="4400">
              <a:solidFill>
                <a:schemeClr val="dk1"/>
              </a:solidFill>
              <a:latin typeface="Calibri"/>
              <a:ea typeface="Calibri"/>
              <a:cs typeface="Calibri"/>
              <a:sym typeface="Calibri"/>
            </a:endParaRPr>
          </a:p>
          <a:p>
            <a:pPr indent="-571500" lvl="0" marL="571500" marR="0" rtl="0" algn="l">
              <a:lnSpc>
                <a:spcPct val="200000"/>
              </a:lnSpc>
              <a:spcBef>
                <a:spcPts val="0"/>
              </a:spcBef>
              <a:spcAft>
                <a:spcPts val="0"/>
              </a:spcAft>
              <a:buClr>
                <a:srgbClr val="018345"/>
              </a:buClr>
              <a:buSzPts val="4400"/>
              <a:buFont typeface="Arial"/>
              <a:buChar char="•"/>
            </a:pPr>
            <a:r>
              <a:rPr lang="en-US" sz="4400">
                <a:solidFill>
                  <a:srgbClr val="018345"/>
                </a:solidFill>
                <a:latin typeface="Calibri"/>
                <a:ea typeface="Calibri"/>
                <a:cs typeface="Calibri"/>
                <a:sym typeface="Calibri"/>
              </a:rPr>
              <a:t>Spend a lot of time: </a:t>
            </a:r>
            <a:r>
              <a:rPr lang="en-US" sz="4400">
                <a:solidFill>
                  <a:schemeClr val="dk1"/>
                </a:solidFill>
                <a:latin typeface="Calibri"/>
                <a:ea typeface="Calibri"/>
                <a:cs typeface="Calibri"/>
                <a:sym typeface="Calibri"/>
              </a:rPr>
              <a:t>Dành nhiều thời gian</a:t>
            </a:r>
            <a:endParaRPr sz="4400">
              <a:solidFill>
                <a:schemeClr val="dk1"/>
              </a:solidFill>
              <a:latin typeface="Calibri"/>
              <a:ea typeface="Calibri"/>
              <a:cs typeface="Calibri"/>
              <a:sym typeface="Calibri"/>
            </a:endParaRPr>
          </a:p>
          <a:p>
            <a:pPr indent="-571500" lvl="0" marL="571500" marR="0" rtl="0" algn="l">
              <a:lnSpc>
                <a:spcPct val="200000"/>
              </a:lnSpc>
              <a:spcBef>
                <a:spcPts val="0"/>
              </a:spcBef>
              <a:spcAft>
                <a:spcPts val="0"/>
              </a:spcAft>
              <a:buClr>
                <a:srgbClr val="018345"/>
              </a:buClr>
              <a:buSzPts val="4400"/>
              <a:buFont typeface="Arial"/>
              <a:buChar char="•"/>
            </a:pPr>
            <a:r>
              <a:rPr lang="en-US" sz="4400">
                <a:solidFill>
                  <a:srgbClr val="018345"/>
                </a:solidFill>
                <a:latin typeface="Calibri"/>
                <a:ea typeface="Calibri"/>
                <a:cs typeface="Calibri"/>
                <a:sym typeface="Calibri"/>
              </a:rPr>
              <a:t>I am grateful for: </a:t>
            </a:r>
            <a:r>
              <a:rPr lang="en-US" sz="4400">
                <a:solidFill>
                  <a:schemeClr val="dk1"/>
                </a:solidFill>
                <a:latin typeface="Calibri"/>
                <a:ea typeface="Calibri"/>
                <a:cs typeface="Calibri"/>
                <a:sym typeface="Calibri"/>
              </a:rPr>
              <a:t>Tôi biết ơn</a:t>
            </a:r>
            <a:endParaRPr sz="44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56"/>
                                        </p:tgtEl>
                                        <p:attrNameLst>
                                          <p:attrName>style.visibility</p:attrName>
                                        </p:attrNameLst>
                                      </p:cBhvr>
                                      <p:to>
                                        <p:strVal val="visible"/>
                                      </p:to>
                                    </p:set>
                                    <p:animEffect filter="fade" transition="in">
                                      <p:cBhvr>
                                        <p:cTn dur="500"/>
                                        <p:tgtEl>
                                          <p:spTgt spid="4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cxnSp>
        <p:nvCxnSpPr>
          <p:cNvPr id="468" name="Google Shape;468;p29"/>
          <p:cNvCxnSpPr/>
          <p:nvPr/>
        </p:nvCxnSpPr>
        <p:spPr>
          <a:xfrm flipH="1" rot="10800000">
            <a:off x="6510963" y="1924050"/>
            <a:ext cx="11243637" cy="19050"/>
          </a:xfrm>
          <a:prstGeom prst="straightConnector1">
            <a:avLst/>
          </a:prstGeom>
          <a:noFill/>
          <a:ln cap="flat" cmpd="sng" w="38100">
            <a:solidFill>
              <a:srgbClr val="018345"/>
            </a:solidFill>
            <a:prstDash val="solid"/>
            <a:round/>
            <a:headEnd len="sm" w="sm" type="none"/>
            <a:tailEnd len="sm" w="sm" type="none"/>
          </a:ln>
        </p:spPr>
      </p:cxnSp>
      <p:cxnSp>
        <p:nvCxnSpPr>
          <p:cNvPr id="469" name="Google Shape;469;p29"/>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470" name="Google Shape;470;p29"/>
          <p:cNvGrpSpPr/>
          <p:nvPr/>
        </p:nvGrpSpPr>
        <p:grpSpPr>
          <a:xfrm rot="10800000">
            <a:off x="15785091" y="-536942"/>
            <a:ext cx="7681766" cy="4260610"/>
            <a:chOff x="0" y="-38100"/>
            <a:chExt cx="406400" cy="225405"/>
          </a:xfrm>
        </p:grpSpPr>
        <p:sp>
          <p:nvSpPr>
            <p:cNvPr id="471" name="Google Shape;471;p29"/>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72" name="Google Shape;472;p29"/>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73" name="Google Shape;473;p29"/>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474" name="Google Shape;474;p29"/>
          <p:cNvSpPr txBox="1"/>
          <p:nvPr/>
        </p:nvSpPr>
        <p:spPr>
          <a:xfrm>
            <a:off x="5571910" y="705932"/>
            <a:ext cx="11880998" cy="912045"/>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Wh/H questions</a:t>
            </a:r>
            <a:endParaRPr b="1" sz="6000">
              <a:solidFill>
                <a:srgbClr val="018345"/>
              </a:solidFill>
              <a:latin typeface="Montserrat"/>
              <a:ea typeface="Montserrat"/>
              <a:cs typeface="Montserrat"/>
              <a:sym typeface="Montserrat"/>
            </a:endParaRPr>
          </a:p>
        </p:txBody>
      </p:sp>
      <p:grpSp>
        <p:nvGrpSpPr>
          <p:cNvPr id="475" name="Google Shape;475;p29"/>
          <p:cNvGrpSpPr/>
          <p:nvPr/>
        </p:nvGrpSpPr>
        <p:grpSpPr>
          <a:xfrm>
            <a:off x="-2718010" y="9274528"/>
            <a:ext cx="7950400" cy="1707231"/>
            <a:chOff x="0" y="-384762"/>
            <a:chExt cx="10600533" cy="2276307"/>
          </a:xfrm>
        </p:grpSpPr>
        <p:grpSp>
          <p:nvGrpSpPr>
            <p:cNvPr id="476" name="Google Shape;476;p29"/>
            <p:cNvGrpSpPr/>
            <p:nvPr/>
          </p:nvGrpSpPr>
          <p:grpSpPr>
            <a:xfrm>
              <a:off x="0" y="-384762"/>
              <a:ext cx="10600533" cy="2276307"/>
              <a:chOff x="0" y="-38100"/>
              <a:chExt cx="1049690" cy="225405"/>
            </a:xfrm>
          </p:grpSpPr>
          <p:sp>
            <p:nvSpPr>
              <p:cNvPr id="477" name="Google Shape;477;p29"/>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78" name="Google Shape;478;p29"/>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79" name="Google Shape;479;p29"/>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80" name="Google Shape;480;p29"/>
          <p:cNvSpPr/>
          <p:nvPr/>
        </p:nvSpPr>
        <p:spPr>
          <a:xfrm>
            <a:off x="7133422" y="2327169"/>
            <a:ext cx="9691480" cy="5597631"/>
          </a:xfrm>
          <a:prstGeom prst="roundRect">
            <a:avLst>
              <a:gd fmla="val 16667" name="adj"/>
            </a:avLst>
          </a:prstGeom>
          <a:solidFill>
            <a:schemeClr val="lt1"/>
          </a:solidFill>
          <a:ln cap="flat" cmpd="sng" w="25400">
            <a:solidFill>
              <a:srgbClr val="006600"/>
            </a:solidFill>
            <a:prstDash val="solid"/>
            <a:round/>
            <a:headEnd len="sm" w="sm" type="none"/>
            <a:tailEnd len="sm" w="sm" type="none"/>
          </a:ln>
        </p:spPr>
        <p:txBody>
          <a:bodyPr anchorCtr="0" anchor="ctr" bIns="45700" lIns="91425" spcFirstLastPara="1" rIns="91425" wrap="square" tIns="45700">
            <a:noAutofit/>
          </a:bodyPr>
          <a:lstStyle/>
          <a:p>
            <a:pPr indent="-342900" lvl="0" marL="342900" marR="0" rtl="0" algn="l">
              <a:lnSpc>
                <a:spcPct val="200000"/>
              </a:lnSpc>
              <a:spcBef>
                <a:spcPts val="0"/>
              </a:spcBef>
              <a:spcAft>
                <a:spcPts val="0"/>
              </a:spcAft>
              <a:buClr>
                <a:srgbClr val="000000"/>
              </a:buClr>
              <a:buSzPts val="2400"/>
              <a:buFont typeface="Arial"/>
              <a:buChar char="•"/>
            </a:pPr>
            <a:r>
              <a:rPr b="0" i="0" lang="en-US" sz="2800" u="none" cap="none" strike="noStrike">
                <a:solidFill>
                  <a:srgbClr val="018345"/>
                </a:solidFill>
                <a:latin typeface="Calibri"/>
                <a:ea typeface="Calibri"/>
                <a:cs typeface="Calibri"/>
                <a:sym typeface="Calibri"/>
              </a:rPr>
              <a:t>WHO…?                               </a:t>
            </a:r>
            <a:r>
              <a:rPr b="0" i="0" lang="en-US" sz="2800" u="none" cap="none" strike="noStrike">
                <a:solidFill>
                  <a:schemeClr val="dk1"/>
                </a:solidFill>
                <a:latin typeface="Calibri"/>
                <a:ea typeface="Calibri"/>
                <a:cs typeface="Calibri"/>
                <a:sym typeface="Calibri"/>
              </a:rPr>
              <a:t>Hỏi về người</a:t>
            </a:r>
            <a:endParaRPr b="0" i="0" sz="2800" u="none" cap="none" strike="noStrike">
              <a:solidFill>
                <a:srgbClr val="FF0000"/>
              </a:solidFill>
              <a:latin typeface="Calibri"/>
              <a:ea typeface="Calibri"/>
              <a:cs typeface="Calibri"/>
              <a:sym typeface="Calibri"/>
            </a:endParaRPr>
          </a:p>
          <a:p>
            <a:pPr indent="-342900" lvl="0" marL="342900" marR="0" rtl="0" algn="l">
              <a:lnSpc>
                <a:spcPct val="200000"/>
              </a:lnSpc>
              <a:spcBef>
                <a:spcPts val="0"/>
              </a:spcBef>
              <a:spcAft>
                <a:spcPts val="0"/>
              </a:spcAft>
              <a:buClr>
                <a:srgbClr val="000000"/>
              </a:buClr>
              <a:buSzPts val="2400"/>
              <a:buFont typeface="Arial"/>
              <a:buChar char="•"/>
            </a:pPr>
            <a:r>
              <a:rPr b="0" i="0" lang="en-US" sz="2800" u="none" cap="none" strike="noStrike">
                <a:solidFill>
                  <a:srgbClr val="018345"/>
                </a:solidFill>
                <a:latin typeface="Calibri"/>
                <a:ea typeface="Calibri"/>
                <a:cs typeface="Calibri"/>
                <a:sym typeface="Calibri"/>
              </a:rPr>
              <a:t>WHERE…?                           </a:t>
            </a:r>
            <a:r>
              <a:rPr b="0" i="0" lang="en-US" sz="2800" u="none" cap="none" strike="noStrike">
                <a:solidFill>
                  <a:schemeClr val="dk1"/>
                </a:solidFill>
                <a:latin typeface="Calibri"/>
                <a:ea typeface="Calibri"/>
                <a:cs typeface="Calibri"/>
                <a:sym typeface="Calibri"/>
              </a:rPr>
              <a:t>Hỏi về địa điểm</a:t>
            </a:r>
            <a:endParaRPr b="0" i="0" sz="2800" u="none" cap="none" strike="noStrike">
              <a:solidFill>
                <a:srgbClr val="FF0000"/>
              </a:solidFill>
              <a:latin typeface="Calibri"/>
              <a:ea typeface="Calibri"/>
              <a:cs typeface="Calibri"/>
              <a:sym typeface="Calibri"/>
            </a:endParaRPr>
          </a:p>
          <a:p>
            <a:pPr indent="-342900" lvl="0" marL="342900" marR="0" rtl="0" algn="l">
              <a:lnSpc>
                <a:spcPct val="200000"/>
              </a:lnSpc>
              <a:spcBef>
                <a:spcPts val="0"/>
              </a:spcBef>
              <a:spcAft>
                <a:spcPts val="0"/>
              </a:spcAft>
              <a:buClr>
                <a:srgbClr val="000000"/>
              </a:buClr>
              <a:buSzPts val="2400"/>
              <a:buFont typeface="Arial"/>
              <a:buChar char="•"/>
            </a:pPr>
            <a:r>
              <a:rPr b="0" i="0" lang="en-US" sz="2800" u="none" cap="none" strike="noStrike">
                <a:solidFill>
                  <a:srgbClr val="018345"/>
                </a:solidFill>
                <a:latin typeface="Calibri"/>
                <a:ea typeface="Calibri"/>
                <a:cs typeface="Calibri"/>
                <a:sym typeface="Calibri"/>
              </a:rPr>
              <a:t>WHEN…?                             </a:t>
            </a:r>
            <a:r>
              <a:rPr b="0" i="0" lang="en-US" sz="2800" u="none" cap="none" strike="noStrike">
                <a:solidFill>
                  <a:schemeClr val="dk1"/>
                </a:solidFill>
                <a:latin typeface="Calibri"/>
                <a:ea typeface="Calibri"/>
                <a:cs typeface="Calibri"/>
                <a:sym typeface="Calibri"/>
              </a:rPr>
              <a:t>Hỏi về thời điểm</a:t>
            </a:r>
            <a:endParaRPr b="0" i="0" sz="2800" u="none" cap="none" strike="noStrike">
              <a:solidFill>
                <a:srgbClr val="FF0000"/>
              </a:solidFill>
              <a:latin typeface="Calibri"/>
              <a:ea typeface="Calibri"/>
              <a:cs typeface="Calibri"/>
              <a:sym typeface="Calibri"/>
            </a:endParaRPr>
          </a:p>
          <a:p>
            <a:pPr indent="-342900" lvl="0" marL="342900" marR="0" rtl="0" algn="l">
              <a:lnSpc>
                <a:spcPct val="200000"/>
              </a:lnSpc>
              <a:spcBef>
                <a:spcPts val="0"/>
              </a:spcBef>
              <a:spcAft>
                <a:spcPts val="0"/>
              </a:spcAft>
              <a:buClr>
                <a:srgbClr val="000000"/>
              </a:buClr>
              <a:buSzPts val="2400"/>
              <a:buFont typeface="Arial"/>
              <a:buChar char="•"/>
            </a:pPr>
            <a:r>
              <a:rPr b="0" i="0" lang="en-US" sz="2800" u="none" cap="none" strike="noStrike">
                <a:solidFill>
                  <a:srgbClr val="018345"/>
                </a:solidFill>
                <a:latin typeface="Calibri"/>
                <a:ea typeface="Calibri"/>
                <a:cs typeface="Calibri"/>
                <a:sym typeface="Calibri"/>
              </a:rPr>
              <a:t>WHAT/WHICH…?               </a:t>
            </a:r>
            <a:r>
              <a:rPr b="0" i="0" lang="en-US" sz="2800" u="none" cap="none" strike="noStrike">
                <a:solidFill>
                  <a:schemeClr val="dk1"/>
                </a:solidFill>
                <a:latin typeface="Calibri"/>
                <a:ea typeface="Calibri"/>
                <a:cs typeface="Calibri"/>
                <a:sym typeface="Calibri"/>
              </a:rPr>
              <a:t>Hỏi về đồ vật/sự </a:t>
            </a:r>
            <a:r>
              <a:rPr lang="en-US" sz="2800">
                <a:solidFill>
                  <a:schemeClr val="dk1"/>
                </a:solidFill>
                <a:latin typeface="Calibri"/>
                <a:ea typeface="Calibri"/>
                <a:cs typeface="Calibri"/>
                <a:sym typeface="Calibri"/>
              </a:rPr>
              <a:t>vật</a:t>
            </a:r>
            <a:endParaRPr b="0" i="0" sz="2800" u="none" cap="none" strike="noStrike">
              <a:solidFill>
                <a:srgbClr val="FF0000"/>
              </a:solidFill>
              <a:latin typeface="Calibri"/>
              <a:ea typeface="Calibri"/>
              <a:cs typeface="Calibri"/>
              <a:sym typeface="Calibri"/>
            </a:endParaRPr>
          </a:p>
          <a:p>
            <a:pPr indent="-342900" lvl="0" marL="342900" marR="0" rtl="0" algn="l">
              <a:lnSpc>
                <a:spcPct val="200000"/>
              </a:lnSpc>
              <a:spcBef>
                <a:spcPts val="0"/>
              </a:spcBef>
              <a:spcAft>
                <a:spcPts val="0"/>
              </a:spcAft>
              <a:buClr>
                <a:srgbClr val="000000"/>
              </a:buClr>
              <a:buSzPts val="2400"/>
              <a:buFont typeface="Arial"/>
              <a:buChar char="•"/>
            </a:pPr>
            <a:r>
              <a:rPr b="0" i="0" lang="en-US" sz="2800" u="none" cap="none" strike="noStrike">
                <a:solidFill>
                  <a:srgbClr val="018345"/>
                </a:solidFill>
                <a:latin typeface="Calibri"/>
                <a:ea typeface="Calibri"/>
                <a:cs typeface="Calibri"/>
                <a:sym typeface="Calibri"/>
              </a:rPr>
              <a:t>WHY…?                                </a:t>
            </a:r>
            <a:r>
              <a:rPr b="0" i="0" lang="en-US" sz="2800" u="none" cap="none" strike="noStrike">
                <a:solidFill>
                  <a:schemeClr val="dk1"/>
                </a:solidFill>
                <a:latin typeface="Calibri"/>
                <a:ea typeface="Calibri"/>
                <a:cs typeface="Calibri"/>
                <a:sym typeface="Calibri"/>
              </a:rPr>
              <a:t>Hỏi về lý do</a:t>
            </a:r>
            <a:endParaRPr b="0" i="0" sz="2800" u="none" cap="none" strike="noStrike">
              <a:solidFill>
                <a:srgbClr val="FF0000"/>
              </a:solidFill>
              <a:latin typeface="Calibri"/>
              <a:ea typeface="Calibri"/>
              <a:cs typeface="Calibri"/>
              <a:sym typeface="Calibri"/>
            </a:endParaRPr>
          </a:p>
          <a:p>
            <a:pPr indent="-342900" lvl="0" marL="342900" marR="0" rtl="0" algn="l">
              <a:lnSpc>
                <a:spcPct val="200000"/>
              </a:lnSpc>
              <a:spcBef>
                <a:spcPts val="0"/>
              </a:spcBef>
              <a:spcAft>
                <a:spcPts val="0"/>
              </a:spcAft>
              <a:buClr>
                <a:srgbClr val="000000"/>
              </a:buClr>
              <a:buSzPts val="2400"/>
              <a:buFont typeface="Arial"/>
              <a:buChar char="•"/>
            </a:pPr>
            <a:r>
              <a:rPr b="0" i="0" lang="en-US" sz="2800" u="none" cap="none" strike="noStrike">
                <a:solidFill>
                  <a:srgbClr val="018345"/>
                </a:solidFill>
                <a:latin typeface="Calibri"/>
                <a:ea typeface="Calibri"/>
                <a:cs typeface="Calibri"/>
                <a:sym typeface="Calibri"/>
              </a:rPr>
              <a:t>HOW…?                               </a:t>
            </a:r>
            <a:r>
              <a:rPr b="0" i="0" lang="en-US" sz="2800" u="none" cap="none" strike="noStrike">
                <a:solidFill>
                  <a:schemeClr val="dk1"/>
                </a:solidFill>
                <a:latin typeface="Calibri"/>
                <a:ea typeface="Calibri"/>
                <a:cs typeface="Calibri"/>
                <a:sym typeface="Calibri"/>
              </a:rPr>
              <a:t>Bằng cách nào/như thế nào</a:t>
            </a:r>
            <a:r>
              <a:rPr b="0" i="0" lang="en-US" sz="2800" u="none" cap="none" strike="noStrike">
                <a:solidFill>
                  <a:schemeClr val="lt1"/>
                </a:solidFill>
                <a:latin typeface="Calibri"/>
                <a:ea typeface="Calibri"/>
                <a:cs typeface="Calibri"/>
                <a:sym typeface="Calibri"/>
              </a:rPr>
              <a:t> </a:t>
            </a:r>
            <a:endParaRPr sz="2800">
              <a:solidFill>
                <a:schemeClr val="dk1"/>
              </a:solidFill>
              <a:latin typeface="Calibri"/>
              <a:ea typeface="Calibri"/>
              <a:cs typeface="Calibri"/>
              <a:sym typeface="Calibri"/>
            </a:endParaRPr>
          </a:p>
        </p:txBody>
      </p:sp>
      <p:grpSp>
        <p:nvGrpSpPr>
          <p:cNvPr id="481" name="Google Shape;481;p29"/>
          <p:cNvGrpSpPr/>
          <p:nvPr/>
        </p:nvGrpSpPr>
        <p:grpSpPr>
          <a:xfrm>
            <a:off x="7567211" y="8292893"/>
            <a:ext cx="8823902" cy="1452613"/>
            <a:chOff x="6967876" y="2380700"/>
            <a:chExt cx="7197067" cy="1452613"/>
          </a:xfrm>
        </p:grpSpPr>
        <p:sp>
          <p:nvSpPr>
            <p:cNvPr id="482" name="Google Shape;482;p29"/>
            <p:cNvSpPr/>
            <p:nvPr/>
          </p:nvSpPr>
          <p:spPr>
            <a:xfrm>
              <a:off x="7662650" y="2470163"/>
              <a:ext cx="6502293" cy="1273686"/>
            </a:xfrm>
            <a:prstGeom prst="roundRect">
              <a:avLst>
                <a:gd fmla="val 16667" name="adj"/>
              </a:avLst>
            </a:prstGeom>
            <a:solidFill>
              <a:srgbClr val="ECFFE5"/>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6600"/>
                </a:buClr>
                <a:buSzPts val="4800"/>
                <a:buFont typeface="Calibri"/>
                <a:buNone/>
              </a:pPr>
              <a:r>
                <a:rPr b="1" i="0" lang="en-US" sz="4800" u="none" cap="none" strike="noStrike">
                  <a:solidFill>
                    <a:srgbClr val="006600"/>
                  </a:solidFill>
                  <a:latin typeface="Calibri"/>
                  <a:ea typeface="Calibri"/>
                  <a:cs typeface="Calibri"/>
                  <a:sym typeface="Calibri"/>
                </a:rPr>
                <a:t>TRỌNG TÂM + CHI TIẾT</a:t>
              </a:r>
              <a:endParaRPr b="1" i="0" sz="2400" u="none" cap="none" strike="noStrike">
                <a:solidFill>
                  <a:srgbClr val="006600"/>
                </a:solidFill>
                <a:latin typeface="Calibri"/>
                <a:ea typeface="Calibri"/>
                <a:cs typeface="Calibri"/>
                <a:sym typeface="Calibri"/>
              </a:endParaRPr>
            </a:p>
          </p:txBody>
        </p:sp>
        <p:sp>
          <p:nvSpPr>
            <p:cNvPr id="483" name="Google Shape;483;p29"/>
            <p:cNvSpPr/>
            <p:nvPr/>
          </p:nvSpPr>
          <p:spPr>
            <a:xfrm>
              <a:off x="6967876" y="2380700"/>
              <a:ext cx="1213605" cy="1452613"/>
            </a:xfrm>
            <a:prstGeom prst="ellipse">
              <a:avLst/>
            </a:prstGeom>
            <a:solidFill>
              <a:schemeClr val="lt1"/>
            </a:solidFill>
            <a:ln cap="flat" cmpd="sng" w="25400">
              <a:solidFill>
                <a:srgbClr val="0183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rPr b="1" i="0" lang="en-US" sz="2800" u="none" cap="none" strike="noStrike">
                  <a:solidFill>
                    <a:schemeClr val="dk1"/>
                  </a:solidFill>
                  <a:latin typeface="Calibri"/>
                  <a:ea typeface="Calibri"/>
                  <a:cs typeface="Calibri"/>
                  <a:sym typeface="Calibri"/>
                </a:rPr>
                <a:t>TRẢ LỜI</a:t>
              </a:r>
              <a:endParaRPr sz="1800">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74"/>
                                        </p:tgtEl>
                                        <p:attrNameLst>
                                          <p:attrName>style.visibility</p:attrName>
                                        </p:attrNameLst>
                                      </p:cBhvr>
                                      <p:to>
                                        <p:strVal val="visible"/>
                                      </p:to>
                                    </p:set>
                                    <p:animEffect filter="fade" transition="in">
                                      <p:cBhvr>
                                        <p:cTn dur="500"/>
                                        <p:tgtEl>
                                          <p:spTgt spid="4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1"/>
                                        </p:tgtEl>
                                        <p:attrNameLst>
                                          <p:attrName>style.visibility</p:attrName>
                                        </p:attrNameLst>
                                      </p:cBhvr>
                                      <p:to>
                                        <p:strVal val="visible"/>
                                      </p:to>
                                    </p:set>
                                    <p:animEffect filter="fade" transition="in">
                                      <p:cBhvr>
                                        <p:cTn dur="500"/>
                                        <p:tgtEl>
                                          <p:spTgt spid="4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cxnSp>
        <p:nvCxnSpPr>
          <p:cNvPr id="489" name="Google Shape;489;p30"/>
          <p:cNvCxnSpPr/>
          <p:nvPr/>
        </p:nvCxnSpPr>
        <p:spPr>
          <a:xfrm flipH="1" rot="10800000">
            <a:off x="6209270" y="1619250"/>
            <a:ext cx="11243637" cy="19050"/>
          </a:xfrm>
          <a:prstGeom prst="straightConnector1">
            <a:avLst/>
          </a:prstGeom>
          <a:noFill/>
          <a:ln cap="flat" cmpd="sng" w="38100">
            <a:solidFill>
              <a:srgbClr val="018345"/>
            </a:solidFill>
            <a:prstDash val="solid"/>
            <a:round/>
            <a:headEnd len="sm" w="sm" type="none"/>
            <a:tailEnd len="sm" w="sm" type="none"/>
          </a:ln>
        </p:spPr>
      </p:cxnSp>
      <p:grpSp>
        <p:nvGrpSpPr>
          <p:cNvPr id="490" name="Google Shape;490;p30"/>
          <p:cNvGrpSpPr/>
          <p:nvPr/>
        </p:nvGrpSpPr>
        <p:grpSpPr>
          <a:xfrm rot="10800000">
            <a:off x="15785091" y="-536942"/>
            <a:ext cx="7681766" cy="4260610"/>
            <a:chOff x="0" y="-38100"/>
            <a:chExt cx="406400" cy="225405"/>
          </a:xfrm>
        </p:grpSpPr>
        <p:sp>
          <p:nvSpPr>
            <p:cNvPr id="491" name="Google Shape;491;p30"/>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92" name="Google Shape;492;p30"/>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93" name="Google Shape;493;p30"/>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494" name="Google Shape;494;p30"/>
          <p:cNvSpPr txBox="1"/>
          <p:nvPr/>
        </p:nvSpPr>
        <p:spPr>
          <a:xfrm>
            <a:off x="5571910" y="401132"/>
            <a:ext cx="11880998" cy="912045"/>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Ví dụ</a:t>
            </a:r>
            <a:endParaRPr b="1" sz="6000">
              <a:solidFill>
                <a:srgbClr val="018345"/>
              </a:solidFill>
              <a:latin typeface="Montserrat"/>
              <a:ea typeface="Montserrat"/>
              <a:cs typeface="Montserrat"/>
              <a:sym typeface="Montserrat"/>
            </a:endParaRPr>
          </a:p>
        </p:txBody>
      </p:sp>
      <p:grpSp>
        <p:nvGrpSpPr>
          <p:cNvPr id="495" name="Google Shape;495;p30"/>
          <p:cNvGrpSpPr/>
          <p:nvPr/>
        </p:nvGrpSpPr>
        <p:grpSpPr>
          <a:xfrm>
            <a:off x="-2718010" y="9274528"/>
            <a:ext cx="7950400" cy="1707231"/>
            <a:chOff x="0" y="-384762"/>
            <a:chExt cx="10600533" cy="2276307"/>
          </a:xfrm>
        </p:grpSpPr>
        <p:grpSp>
          <p:nvGrpSpPr>
            <p:cNvPr id="496" name="Google Shape;496;p30"/>
            <p:cNvGrpSpPr/>
            <p:nvPr/>
          </p:nvGrpSpPr>
          <p:grpSpPr>
            <a:xfrm>
              <a:off x="0" y="-384762"/>
              <a:ext cx="10600533" cy="2276307"/>
              <a:chOff x="0" y="-38100"/>
              <a:chExt cx="1049690" cy="225405"/>
            </a:xfrm>
          </p:grpSpPr>
          <p:sp>
            <p:nvSpPr>
              <p:cNvPr id="497" name="Google Shape;497;p30"/>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98" name="Google Shape;498;p30"/>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99" name="Google Shape;499;p30"/>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00" name="Google Shape;500;p30"/>
          <p:cNvSpPr/>
          <p:nvPr/>
        </p:nvSpPr>
        <p:spPr>
          <a:xfrm>
            <a:off x="6249675" y="2075175"/>
            <a:ext cx="11639700" cy="7468800"/>
          </a:xfrm>
          <a:prstGeom prst="rect">
            <a:avLst/>
          </a:prstGeom>
          <a:solidFill>
            <a:srgbClr val="ECFFE5"/>
          </a:solidFill>
          <a:ln cap="flat" cmpd="sng" w="25400">
            <a:solidFill>
              <a:srgbClr val="0066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chemeClr val="dk1"/>
              </a:solidFill>
              <a:latin typeface="Calibri"/>
              <a:ea typeface="Calibri"/>
              <a:cs typeface="Calibri"/>
              <a:sym typeface="Calibri"/>
            </a:endParaRPr>
          </a:p>
        </p:txBody>
      </p:sp>
      <p:grpSp>
        <p:nvGrpSpPr>
          <p:cNvPr id="501" name="Google Shape;501;p30"/>
          <p:cNvGrpSpPr/>
          <p:nvPr/>
        </p:nvGrpSpPr>
        <p:grpSpPr>
          <a:xfrm>
            <a:off x="6869037" y="2400300"/>
            <a:ext cx="9666364" cy="1545386"/>
            <a:chOff x="6869037" y="2762832"/>
            <a:chExt cx="9666364" cy="1545386"/>
          </a:xfrm>
        </p:grpSpPr>
        <p:sp>
          <p:nvSpPr>
            <p:cNvPr id="502" name="Google Shape;502;p30"/>
            <p:cNvSpPr txBox="1"/>
            <p:nvPr/>
          </p:nvSpPr>
          <p:spPr>
            <a:xfrm>
              <a:off x="6869037" y="2820631"/>
              <a:ext cx="5399163" cy="1487587"/>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rgbClr val="018345"/>
                </a:buClr>
                <a:buSzPts val="3200"/>
                <a:buFont typeface="Arial"/>
                <a:buChar char="•"/>
              </a:pPr>
              <a:r>
                <a:rPr b="1" i="0" lang="en-US" sz="3200">
                  <a:solidFill>
                    <a:srgbClr val="018345"/>
                  </a:solidFill>
                  <a:latin typeface="Roboto"/>
                  <a:ea typeface="Roboto"/>
                  <a:cs typeface="Roboto"/>
                  <a:sym typeface="Roboto"/>
                </a:rPr>
                <a:t>Trả lời </a:t>
              </a:r>
              <a:r>
                <a:rPr b="1" lang="en-US" sz="3200">
                  <a:solidFill>
                    <a:srgbClr val="018345"/>
                  </a:solidFill>
                  <a:latin typeface="Roboto"/>
                  <a:ea typeface="Roboto"/>
                  <a:cs typeface="Roboto"/>
                  <a:sym typeface="Roboto"/>
                </a:rPr>
                <a:t>vào trọng tâm</a:t>
              </a:r>
              <a:r>
                <a:rPr b="1" i="0" lang="en-US" sz="3200">
                  <a:solidFill>
                    <a:srgbClr val="018345"/>
                  </a:solidFill>
                  <a:latin typeface="Roboto"/>
                  <a:ea typeface="Roboto"/>
                  <a:cs typeface="Roboto"/>
                  <a:sym typeface="Roboto"/>
                </a:rPr>
                <a:t> </a:t>
              </a:r>
              <a:endParaRPr/>
            </a:p>
            <a:p>
              <a:pPr indent="-457200" lvl="0" marL="457200" marR="0" rtl="0" algn="just">
                <a:lnSpc>
                  <a:spcPct val="150000"/>
                </a:lnSpc>
                <a:spcBef>
                  <a:spcPts val="0"/>
                </a:spcBef>
                <a:spcAft>
                  <a:spcPts val="0"/>
                </a:spcAft>
                <a:buClr>
                  <a:srgbClr val="018345"/>
                </a:buClr>
                <a:buSzPts val="3200"/>
                <a:buFont typeface="Arial"/>
                <a:buChar char="•"/>
              </a:pPr>
              <a:r>
                <a:rPr b="1" i="0" lang="en-US" sz="3200">
                  <a:solidFill>
                    <a:srgbClr val="018345"/>
                  </a:solidFill>
                  <a:latin typeface="Roboto"/>
                  <a:ea typeface="Roboto"/>
                  <a:cs typeface="Roboto"/>
                  <a:sym typeface="Roboto"/>
                </a:rPr>
                <a:t>Phát triển chi tiết </a:t>
              </a:r>
              <a:endParaRPr/>
            </a:p>
          </p:txBody>
        </p:sp>
        <p:sp>
          <p:nvSpPr>
            <p:cNvPr id="503" name="Google Shape;503;p30"/>
            <p:cNvSpPr txBox="1"/>
            <p:nvPr/>
          </p:nvSpPr>
          <p:spPr>
            <a:xfrm>
              <a:off x="13353975" y="2762832"/>
              <a:ext cx="3181426" cy="1487587"/>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rgbClr val="018345"/>
                </a:buClr>
                <a:buSzPts val="3200"/>
                <a:buFont typeface="Arial"/>
                <a:buChar char="•"/>
              </a:pPr>
              <a:r>
                <a:rPr b="1" i="0" lang="en-US" sz="3200">
                  <a:solidFill>
                    <a:srgbClr val="018345"/>
                  </a:solidFill>
                  <a:latin typeface="Roboto"/>
                  <a:ea typeface="Roboto"/>
                  <a:cs typeface="Roboto"/>
                  <a:sym typeface="Roboto"/>
                </a:rPr>
                <a:t>1 câu</a:t>
              </a:r>
              <a:endParaRPr b="1" i="0" sz="3200">
                <a:solidFill>
                  <a:srgbClr val="018345"/>
                </a:solidFill>
                <a:latin typeface="Roboto"/>
                <a:ea typeface="Roboto"/>
                <a:cs typeface="Roboto"/>
                <a:sym typeface="Roboto"/>
              </a:endParaRPr>
            </a:p>
            <a:p>
              <a:pPr indent="-457200" lvl="0" marL="457200" marR="0" rtl="0" algn="just">
                <a:lnSpc>
                  <a:spcPct val="150000"/>
                </a:lnSpc>
                <a:spcBef>
                  <a:spcPts val="0"/>
                </a:spcBef>
                <a:spcAft>
                  <a:spcPts val="0"/>
                </a:spcAft>
                <a:buClr>
                  <a:srgbClr val="018345"/>
                </a:buClr>
                <a:buSzPts val="3200"/>
                <a:buFont typeface="Arial"/>
                <a:buChar char="•"/>
              </a:pPr>
              <a:r>
                <a:rPr b="1" lang="en-US" sz="3200">
                  <a:solidFill>
                    <a:srgbClr val="018345"/>
                  </a:solidFill>
                  <a:latin typeface="Roboto"/>
                  <a:ea typeface="Roboto"/>
                  <a:cs typeface="Roboto"/>
                  <a:sym typeface="Roboto"/>
                </a:rPr>
                <a:t>2-3 câu</a:t>
              </a:r>
              <a:endParaRPr b="1" i="0" sz="3200">
                <a:solidFill>
                  <a:srgbClr val="018345"/>
                </a:solidFill>
                <a:latin typeface="Roboto"/>
                <a:ea typeface="Roboto"/>
                <a:cs typeface="Roboto"/>
                <a:sym typeface="Roboto"/>
              </a:endParaRPr>
            </a:p>
          </p:txBody>
        </p:sp>
        <p:sp>
          <p:nvSpPr>
            <p:cNvPr id="504" name="Google Shape;504;p30"/>
            <p:cNvSpPr/>
            <p:nvPr/>
          </p:nvSpPr>
          <p:spPr>
            <a:xfrm>
              <a:off x="11734800" y="3003502"/>
              <a:ext cx="926835" cy="514521"/>
            </a:xfrm>
            <a:prstGeom prst="rightArrow">
              <a:avLst>
                <a:gd fmla="val 50000" name="adj1"/>
                <a:gd fmla="val 50000" name="adj2"/>
              </a:avLst>
            </a:prstGeom>
            <a:solidFill>
              <a:schemeClr val="lt1"/>
            </a:solidFill>
            <a:ln cap="flat" cmpd="sng" w="25400">
              <a:solidFill>
                <a:srgbClr val="4CB48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05" name="Google Shape;505;p30"/>
            <p:cNvSpPr/>
            <p:nvPr/>
          </p:nvSpPr>
          <p:spPr>
            <a:xfrm>
              <a:off x="11722365" y="3651403"/>
              <a:ext cx="926835" cy="514521"/>
            </a:xfrm>
            <a:prstGeom prst="rightArrow">
              <a:avLst>
                <a:gd fmla="val 50000" name="adj1"/>
                <a:gd fmla="val 50000" name="adj2"/>
              </a:avLst>
            </a:prstGeom>
            <a:solidFill>
              <a:schemeClr val="lt1"/>
            </a:solidFill>
            <a:ln cap="flat" cmpd="sng" w="25400">
              <a:solidFill>
                <a:srgbClr val="4CB48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06" name="Google Shape;506;p30"/>
          <p:cNvGrpSpPr/>
          <p:nvPr/>
        </p:nvGrpSpPr>
        <p:grpSpPr>
          <a:xfrm>
            <a:off x="6629400" y="4110375"/>
            <a:ext cx="10667925" cy="5017800"/>
            <a:chOff x="6324600" y="4110375"/>
            <a:chExt cx="10667925" cy="5017800"/>
          </a:xfrm>
        </p:grpSpPr>
        <p:sp>
          <p:nvSpPr>
            <p:cNvPr id="507" name="Google Shape;507;p30"/>
            <p:cNvSpPr txBox="1"/>
            <p:nvPr/>
          </p:nvSpPr>
          <p:spPr>
            <a:xfrm>
              <a:off x="6564225" y="4110375"/>
              <a:ext cx="10428300" cy="5017800"/>
            </a:xfrm>
            <a:prstGeom prst="rect">
              <a:avLst/>
            </a:prstGeom>
            <a:noFill/>
            <a:ln>
              <a:noFill/>
            </a:ln>
          </p:spPr>
          <p:txBody>
            <a:bodyPr anchorCtr="0" anchor="t" bIns="45700" lIns="91425" spcFirstLastPara="1" rIns="91425" wrap="square" tIns="45700">
              <a:spAutoFit/>
            </a:bodyPr>
            <a:lstStyle/>
            <a:p>
              <a:pPr indent="0" lvl="0" marL="0" rtl="0" algn="just">
                <a:lnSpc>
                  <a:spcPct val="150000"/>
                </a:lnSpc>
                <a:spcBef>
                  <a:spcPts val="0"/>
                </a:spcBef>
                <a:spcAft>
                  <a:spcPts val="0"/>
                </a:spcAft>
                <a:buSzPts val="1100"/>
                <a:buNone/>
              </a:pPr>
              <a:r>
                <a:rPr b="1" lang="en-US" sz="3200">
                  <a:latin typeface="Roboto"/>
                  <a:ea typeface="Roboto"/>
                  <a:cs typeface="Roboto"/>
                  <a:sym typeface="Roboto"/>
                </a:rPr>
                <a:t>What do you like doing in summer?</a:t>
              </a:r>
              <a:endParaRPr b="1" sz="3200">
                <a:latin typeface="Roboto"/>
                <a:ea typeface="Roboto"/>
                <a:cs typeface="Roboto"/>
                <a:sym typeface="Roboto"/>
              </a:endParaRPr>
            </a:p>
            <a:p>
              <a:pPr indent="457200" lvl="0" marL="457200" marR="0" rtl="0" algn="just">
                <a:lnSpc>
                  <a:spcPct val="150000"/>
                </a:lnSpc>
                <a:spcBef>
                  <a:spcPts val="0"/>
                </a:spcBef>
                <a:spcAft>
                  <a:spcPts val="0"/>
                </a:spcAft>
                <a:buNone/>
              </a:pPr>
              <a:r>
                <a:rPr lang="en-US" sz="3200">
                  <a:solidFill>
                    <a:schemeClr val="dk1"/>
                  </a:solidFill>
                  <a:latin typeface="Roboto"/>
                  <a:ea typeface="Roboto"/>
                  <a:cs typeface="Roboto"/>
                  <a:sym typeface="Roboto"/>
                </a:rPr>
                <a:t>		Well, I’m really keen on swimming, so I love spending time at the beach when I can. </a:t>
              </a:r>
              <a:endParaRPr/>
            </a:p>
            <a:p>
              <a:pPr indent="457200" lvl="0" marL="457200" marR="0" rtl="0" algn="just">
                <a:lnSpc>
                  <a:spcPct val="150000"/>
                </a:lnSpc>
                <a:spcBef>
                  <a:spcPts val="0"/>
                </a:spcBef>
                <a:spcAft>
                  <a:spcPts val="0"/>
                </a:spcAft>
                <a:buNone/>
              </a:pPr>
              <a:r>
                <a:rPr lang="en-US" sz="3200">
                  <a:solidFill>
                    <a:schemeClr val="dk1"/>
                  </a:solidFill>
                  <a:latin typeface="Roboto"/>
                  <a:ea typeface="Roboto"/>
                  <a:cs typeface="Roboto"/>
                  <a:sym typeface="Roboto"/>
                </a:rPr>
                <a:t>		I’m also into going for country walks. It’s a great way to keep fit. And something else I really enjoy is hanging out with friends in the long summer evenings.</a:t>
              </a:r>
              <a:endParaRPr/>
            </a:p>
          </p:txBody>
        </p:sp>
        <p:sp>
          <p:nvSpPr>
            <p:cNvPr id="508" name="Google Shape;508;p30"/>
            <p:cNvSpPr/>
            <p:nvPr/>
          </p:nvSpPr>
          <p:spPr>
            <a:xfrm>
              <a:off x="6324600" y="4748180"/>
              <a:ext cx="1981200" cy="647400"/>
            </a:xfrm>
            <a:prstGeom prst="roundRect">
              <a:avLst>
                <a:gd fmla="val 16667" name="adj"/>
              </a:avLst>
            </a:pr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Trọng tâm</a:t>
              </a:r>
              <a:endParaRPr sz="3200">
                <a:solidFill>
                  <a:schemeClr val="lt1"/>
                </a:solidFill>
                <a:latin typeface="Calibri"/>
                <a:ea typeface="Calibri"/>
                <a:cs typeface="Calibri"/>
                <a:sym typeface="Calibri"/>
              </a:endParaRPr>
            </a:p>
          </p:txBody>
        </p:sp>
        <p:sp>
          <p:nvSpPr>
            <p:cNvPr id="509" name="Google Shape;509;p30"/>
            <p:cNvSpPr/>
            <p:nvPr/>
          </p:nvSpPr>
          <p:spPr>
            <a:xfrm>
              <a:off x="6324601" y="6218828"/>
              <a:ext cx="1981200" cy="647400"/>
            </a:xfrm>
            <a:prstGeom prst="roundRect">
              <a:avLst>
                <a:gd fmla="val 16667" name="adj"/>
              </a:avLst>
            </a:pr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Chi tiết</a:t>
              </a:r>
              <a:endParaRPr sz="3200">
                <a:solidFill>
                  <a:schemeClr val="lt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94"/>
                                        </p:tgtEl>
                                        <p:attrNameLst>
                                          <p:attrName>style.visibility</p:attrName>
                                        </p:attrNameLst>
                                      </p:cBhvr>
                                      <p:to>
                                        <p:strVal val="visible"/>
                                      </p:to>
                                    </p:set>
                                    <p:animEffect filter="fade" transition="in">
                                      <p:cBhvr>
                                        <p:cTn dur="500"/>
                                        <p:tgtEl>
                                          <p:spTgt spid="4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1"/>
                                        </p:tgtEl>
                                        <p:attrNameLst>
                                          <p:attrName>style.visibility</p:attrName>
                                        </p:attrNameLst>
                                      </p:cBhvr>
                                      <p:to>
                                        <p:strVal val="visible"/>
                                      </p:to>
                                    </p:set>
                                    <p:animEffect filter="fade" transition="in">
                                      <p:cBhvr>
                                        <p:cTn dur="500"/>
                                        <p:tgtEl>
                                          <p:spTgt spid="5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6"/>
                                        </p:tgtEl>
                                        <p:attrNameLst>
                                          <p:attrName>style.visibility</p:attrName>
                                        </p:attrNameLst>
                                      </p:cBhvr>
                                      <p:to>
                                        <p:strVal val="visible"/>
                                      </p:to>
                                    </p:set>
                                    <p:animEffect filter="fade" transition="in">
                                      <p:cBhvr>
                                        <p:cTn dur="500"/>
                                        <p:tgtEl>
                                          <p:spTgt spid="5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cxnSp>
        <p:nvCxnSpPr>
          <p:cNvPr id="515" name="Google Shape;515;p31"/>
          <p:cNvCxnSpPr/>
          <p:nvPr/>
        </p:nvCxnSpPr>
        <p:spPr>
          <a:xfrm flipH="1" rot="10800000">
            <a:off x="6209270" y="1619250"/>
            <a:ext cx="11243637" cy="19050"/>
          </a:xfrm>
          <a:prstGeom prst="straightConnector1">
            <a:avLst/>
          </a:prstGeom>
          <a:noFill/>
          <a:ln cap="flat" cmpd="sng" w="38100">
            <a:solidFill>
              <a:srgbClr val="018345"/>
            </a:solidFill>
            <a:prstDash val="solid"/>
            <a:round/>
            <a:headEnd len="sm" w="sm" type="none"/>
            <a:tailEnd len="sm" w="sm" type="none"/>
          </a:ln>
        </p:spPr>
      </p:cxnSp>
      <p:cxnSp>
        <p:nvCxnSpPr>
          <p:cNvPr id="516" name="Google Shape;516;p31"/>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517" name="Google Shape;517;p31"/>
          <p:cNvGrpSpPr/>
          <p:nvPr/>
        </p:nvGrpSpPr>
        <p:grpSpPr>
          <a:xfrm rot="10800000">
            <a:off x="15785091" y="-536942"/>
            <a:ext cx="7681766" cy="4260610"/>
            <a:chOff x="0" y="-38100"/>
            <a:chExt cx="406400" cy="225405"/>
          </a:xfrm>
        </p:grpSpPr>
        <p:sp>
          <p:nvSpPr>
            <p:cNvPr id="518" name="Google Shape;518;p31"/>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19" name="Google Shape;519;p31"/>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20" name="Google Shape;520;p31"/>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521" name="Google Shape;521;p31"/>
          <p:cNvSpPr txBox="1"/>
          <p:nvPr/>
        </p:nvSpPr>
        <p:spPr>
          <a:xfrm>
            <a:off x="5571910" y="401132"/>
            <a:ext cx="11880998" cy="901850"/>
          </a:xfrm>
          <a:prstGeom prst="rect">
            <a:avLst/>
          </a:prstGeom>
          <a:noFill/>
          <a:ln>
            <a:noFill/>
          </a:ln>
        </p:spPr>
        <p:txBody>
          <a:bodyPr anchorCtr="0" anchor="t" bIns="0" lIns="0" spcFirstLastPara="1" rIns="0" wrap="square" tIns="0">
            <a:spAutoFit/>
          </a:bodyPr>
          <a:lstStyle/>
          <a:p>
            <a:pPr indent="0" lvl="0" marL="0" marR="0" rtl="0" algn="ctr">
              <a:lnSpc>
                <a:spcPct val="137592"/>
              </a:lnSpc>
              <a:spcBef>
                <a:spcPts val="0"/>
              </a:spcBef>
              <a:spcAft>
                <a:spcPts val="0"/>
              </a:spcAft>
              <a:buNone/>
            </a:pPr>
            <a:r>
              <a:rPr b="1" lang="en-US" sz="5400">
                <a:solidFill>
                  <a:srgbClr val="018345"/>
                </a:solidFill>
                <a:latin typeface="Montserrat"/>
                <a:ea typeface="Montserrat"/>
                <a:cs typeface="Montserrat"/>
                <a:sym typeface="Montserrat"/>
              </a:rPr>
              <a:t>Cách trả lời và ví dụ</a:t>
            </a:r>
            <a:endParaRPr b="1" sz="5400">
              <a:solidFill>
                <a:srgbClr val="018345"/>
              </a:solidFill>
              <a:latin typeface="Montserrat"/>
              <a:ea typeface="Montserrat"/>
              <a:cs typeface="Montserrat"/>
              <a:sym typeface="Montserrat"/>
            </a:endParaRPr>
          </a:p>
        </p:txBody>
      </p:sp>
      <p:grpSp>
        <p:nvGrpSpPr>
          <p:cNvPr id="522" name="Google Shape;522;p31"/>
          <p:cNvGrpSpPr/>
          <p:nvPr/>
        </p:nvGrpSpPr>
        <p:grpSpPr>
          <a:xfrm>
            <a:off x="-2718010" y="9274528"/>
            <a:ext cx="7950400" cy="1707231"/>
            <a:chOff x="0" y="-384762"/>
            <a:chExt cx="10600533" cy="2276307"/>
          </a:xfrm>
        </p:grpSpPr>
        <p:grpSp>
          <p:nvGrpSpPr>
            <p:cNvPr id="523" name="Google Shape;523;p31"/>
            <p:cNvGrpSpPr/>
            <p:nvPr/>
          </p:nvGrpSpPr>
          <p:grpSpPr>
            <a:xfrm>
              <a:off x="0" y="-384762"/>
              <a:ext cx="10600533" cy="2276307"/>
              <a:chOff x="0" y="-38100"/>
              <a:chExt cx="1049690" cy="225405"/>
            </a:xfrm>
          </p:grpSpPr>
          <p:sp>
            <p:nvSpPr>
              <p:cNvPr id="524" name="Google Shape;524;p31"/>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525" name="Google Shape;525;p31"/>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26" name="Google Shape;526;p31"/>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27" name="Google Shape;527;p31"/>
          <p:cNvGrpSpPr/>
          <p:nvPr/>
        </p:nvGrpSpPr>
        <p:grpSpPr>
          <a:xfrm>
            <a:off x="7239000" y="2233490"/>
            <a:ext cx="8823902" cy="1452613"/>
            <a:chOff x="6967876" y="2380700"/>
            <a:chExt cx="7197067" cy="1452613"/>
          </a:xfrm>
        </p:grpSpPr>
        <p:sp>
          <p:nvSpPr>
            <p:cNvPr id="528" name="Google Shape;528;p31"/>
            <p:cNvSpPr/>
            <p:nvPr/>
          </p:nvSpPr>
          <p:spPr>
            <a:xfrm>
              <a:off x="7662650" y="2470163"/>
              <a:ext cx="6502293" cy="1273686"/>
            </a:xfrm>
            <a:prstGeom prst="roundRect">
              <a:avLst>
                <a:gd fmla="val 16667" name="adj"/>
              </a:avLst>
            </a:prstGeom>
            <a:solidFill>
              <a:srgbClr val="ECFFE5"/>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6600"/>
                </a:buClr>
                <a:buSzPts val="4800"/>
                <a:buFont typeface="Calibri"/>
                <a:buNone/>
              </a:pPr>
              <a:r>
                <a:rPr b="1" i="0" lang="en-US" sz="4800" u="none" cap="none" strike="noStrike">
                  <a:solidFill>
                    <a:srgbClr val="006600"/>
                  </a:solidFill>
                  <a:latin typeface="Calibri"/>
                  <a:ea typeface="Calibri"/>
                  <a:cs typeface="Calibri"/>
                  <a:sym typeface="Calibri"/>
                </a:rPr>
                <a:t>TRỌNG TÂM + CHI TIẾT</a:t>
              </a:r>
              <a:endParaRPr b="1" i="0" sz="2400" u="none" cap="none" strike="noStrike">
                <a:solidFill>
                  <a:srgbClr val="006600"/>
                </a:solidFill>
                <a:latin typeface="Calibri"/>
                <a:ea typeface="Calibri"/>
                <a:cs typeface="Calibri"/>
                <a:sym typeface="Calibri"/>
              </a:endParaRPr>
            </a:p>
          </p:txBody>
        </p:sp>
        <p:sp>
          <p:nvSpPr>
            <p:cNvPr id="529" name="Google Shape;529;p31"/>
            <p:cNvSpPr/>
            <p:nvPr/>
          </p:nvSpPr>
          <p:spPr>
            <a:xfrm>
              <a:off x="6967876" y="2380700"/>
              <a:ext cx="1213605" cy="1452613"/>
            </a:xfrm>
            <a:prstGeom prst="ellipse">
              <a:avLst/>
            </a:prstGeom>
            <a:solidFill>
              <a:schemeClr val="lt1"/>
            </a:solidFill>
            <a:ln cap="flat" cmpd="sng" w="25400">
              <a:solidFill>
                <a:srgbClr val="0183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rPr b="1" i="0" lang="en-US" sz="2800" u="none" cap="none" strike="noStrike">
                  <a:solidFill>
                    <a:schemeClr val="dk1"/>
                  </a:solidFill>
                  <a:latin typeface="Calibri"/>
                  <a:ea typeface="Calibri"/>
                  <a:cs typeface="Calibri"/>
                  <a:sym typeface="Calibri"/>
                </a:rPr>
                <a:t>TRẢ LỜI</a:t>
              </a:r>
              <a:endParaRPr sz="1800">
                <a:solidFill>
                  <a:schemeClr val="dk1"/>
                </a:solidFill>
                <a:latin typeface="Calibri"/>
                <a:ea typeface="Calibri"/>
                <a:cs typeface="Calibri"/>
                <a:sym typeface="Calibri"/>
              </a:endParaRPr>
            </a:p>
          </p:txBody>
        </p:sp>
      </p:grpSp>
      <p:grpSp>
        <p:nvGrpSpPr>
          <p:cNvPr id="530" name="Google Shape;530;p31"/>
          <p:cNvGrpSpPr/>
          <p:nvPr/>
        </p:nvGrpSpPr>
        <p:grpSpPr>
          <a:xfrm>
            <a:off x="6480107" y="4396787"/>
            <a:ext cx="10588693" cy="4613863"/>
            <a:chOff x="6066866" y="4100655"/>
            <a:chExt cx="11243637" cy="4877741"/>
          </a:xfrm>
        </p:grpSpPr>
        <p:sp>
          <p:nvSpPr>
            <p:cNvPr id="531" name="Google Shape;531;p31"/>
            <p:cNvSpPr/>
            <p:nvPr/>
          </p:nvSpPr>
          <p:spPr>
            <a:xfrm>
              <a:off x="6066866" y="4104708"/>
              <a:ext cx="11243637" cy="4873688"/>
            </a:xfrm>
            <a:prstGeom prst="rect">
              <a:avLst/>
            </a:prstGeom>
            <a:solidFill>
              <a:srgbClr val="ECFFE5"/>
            </a:solidFill>
            <a:ln cap="flat" cmpd="sng" w="25400">
              <a:solidFill>
                <a:srgbClr val="0066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chemeClr val="dk1"/>
                </a:solidFill>
                <a:latin typeface="Calibri"/>
                <a:ea typeface="Calibri"/>
                <a:cs typeface="Calibri"/>
                <a:sym typeface="Calibri"/>
              </a:endParaRPr>
            </a:p>
          </p:txBody>
        </p:sp>
        <p:sp>
          <p:nvSpPr>
            <p:cNvPr id="532" name="Google Shape;532;p31"/>
            <p:cNvSpPr/>
            <p:nvPr/>
          </p:nvSpPr>
          <p:spPr>
            <a:xfrm>
              <a:off x="6468134" y="4100655"/>
              <a:ext cx="10482531" cy="34163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Calibri"/>
                <a:buNone/>
              </a:pPr>
              <a:r>
                <a:rPr b="1" i="0" lang="en-US" sz="3600" u="sng" cap="none" strike="noStrike">
                  <a:solidFill>
                    <a:schemeClr val="dk1"/>
                  </a:solidFill>
                  <a:latin typeface="Calibri"/>
                  <a:ea typeface="Calibri"/>
                  <a:cs typeface="Calibri"/>
                  <a:sym typeface="Calibri"/>
                </a:rPr>
                <a:t> </a:t>
              </a:r>
              <a:endParaRPr sz="3600">
                <a:solidFill>
                  <a:schemeClr val="dk1"/>
                </a:solidFill>
                <a:latin typeface="Calibri"/>
                <a:ea typeface="Calibri"/>
                <a:cs typeface="Calibri"/>
                <a:sym typeface="Calibri"/>
              </a:endParaRPr>
            </a:p>
            <a:p>
              <a:pPr indent="0" lvl="1" marL="0" marR="0" rtl="0" algn="l">
                <a:lnSpc>
                  <a:spcPct val="90000"/>
                </a:lnSpc>
                <a:spcBef>
                  <a:spcPts val="0"/>
                </a:spcBef>
                <a:spcAft>
                  <a:spcPts val="0"/>
                </a:spcAft>
                <a:buNone/>
              </a:pPr>
              <a:r>
                <a:rPr b="1" i="0" lang="en-US" sz="3600" u="none" cap="none" strike="noStrike">
                  <a:solidFill>
                    <a:schemeClr val="dk1"/>
                  </a:solidFill>
                  <a:latin typeface="Calibri"/>
                  <a:ea typeface="Calibri"/>
                  <a:cs typeface="Calibri"/>
                  <a:sym typeface="Calibri"/>
                </a:rPr>
                <a:t>What do you like doing in summer?</a:t>
              </a:r>
              <a:endParaRPr b="0" i="0" sz="3600" u="none" cap="none" strike="noStrike">
                <a:solidFill>
                  <a:schemeClr val="dk1"/>
                </a:solidFill>
                <a:latin typeface="Calibri"/>
                <a:ea typeface="Calibri"/>
                <a:cs typeface="Calibri"/>
                <a:sym typeface="Calibri"/>
              </a:endParaRPr>
            </a:p>
            <a:p>
              <a:pPr indent="0" lvl="0" marL="0" marR="0" rtl="0" algn="just">
                <a:lnSpc>
                  <a:spcPct val="100000"/>
                </a:lnSpc>
                <a:spcBef>
                  <a:spcPts val="540"/>
                </a:spcBef>
                <a:spcAft>
                  <a:spcPts val="0"/>
                </a:spcAft>
                <a:buClr>
                  <a:schemeClr val="dk1"/>
                </a:buClr>
                <a:buSzPts val="3600"/>
                <a:buFont typeface="Calibri"/>
                <a:buNone/>
              </a:pPr>
              <a:r>
                <a:rPr lang="en-US" sz="3600">
                  <a:solidFill>
                    <a:schemeClr val="dk1"/>
                  </a:solidFill>
                  <a:latin typeface="Calibri"/>
                  <a:ea typeface="Calibri"/>
                  <a:cs typeface="Calibri"/>
                  <a:sym typeface="Calibri"/>
                </a:rPr>
                <a:t>Well, I’m really keen on swimming, so I love spending time at the beach when I can. I’m also into going for country walks. It’s a great way to keep fit. And something else I really enjoy is hanging out with friends in the long summer evenings.</a:t>
              </a:r>
              <a:endParaRPr/>
            </a:p>
          </p:txBody>
        </p:sp>
      </p:grpSp>
      <p:cxnSp>
        <p:nvCxnSpPr>
          <p:cNvPr id="533" name="Google Shape;533;p31"/>
          <p:cNvCxnSpPr/>
          <p:nvPr/>
        </p:nvCxnSpPr>
        <p:spPr>
          <a:xfrm>
            <a:off x="8442504" y="6057900"/>
            <a:ext cx="3630600" cy="0"/>
          </a:xfrm>
          <a:prstGeom prst="straightConnector1">
            <a:avLst/>
          </a:prstGeom>
          <a:noFill/>
          <a:ln cap="flat" cmpd="sng" w="57150">
            <a:solidFill>
              <a:srgbClr val="BD4B48"/>
            </a:solidFill>
            <a:prstDash val="solid"/>
            <a:round/>
            <a:headEnd len="sm" w="sm" type="none"/>
            <a:tailEnd len="sm" w="sm" type="none"/>
          </a:ln>
        </p:spPr>
      </p:cxnSp>
      <p:cxnSp>
        <p:nvCxnSpPr>
          <p:cNvPr id="534" name="Google Shape;534;p31"/>
          <p:cNvCxnSpPr/>
          <p:nvPr/>
        </p:nvCxnSpPr>
        <p:spPr>
          <a:xfrm>
            <a:off x="14401800" y="6632713"/>
            <a:ext cx="2133600" cy="0"/>
          </a:xfrm>
          <a:prstGeom prst="straightConnector1">
            <a:avLst/>
          </a:prstGeom>
          <a:noFill/>
          <a:ln cap="flat" cmpd="sng" w="57150">
            <a:solidFill>
              <a:srgbClr val="BD4B48"/>
            </a:solidFill>
            <a:prstDash val="solid"/>
            <a:round/>
            <a:headEnd len="sm" w="sm" type="none"/>
            <a:tailEnd len="sm" w="sm" type="none"/>
          </a:ln>
        </p:spPr>
      </p:cxnSp>
      <p:cxnSp>
        <p:nvCxnSpPr>
          <p:cNvPr id="535" name="Google Shape;535;p31"/>
          <p:cNvCxnSpPr/>
          <p:nvPr/>
        </p:nvCxnSpPr>
        <p:spPr>
          <a:xfrm>
            <a:off x="15049500" y="7200900"/>
            <a:ext cx="1485900" cy="0"/>
          </a:xfrm>
          <a:prstGeom prst="straightConnector1">
            <a:avLst/>
          </a:prstGeom>
          <a:noFill/>
          <a:ln cap="flat" cmpd="sng" w="57150">
            <a:solidFill>
              <a:srgbClr val="BD4B48"/>
            </a:solidFill>
            <a:prstDash val="solid"/>
            <a:round/>
            <a:headEnd len="sm" w="sm" type="none"/>
            <a:tailEnd len="sm" w="sm" type="none"/>
          </a:ln>
        </p:spPr>
      </p:cxnSp>
      <p:cxnSp>
        <p:nvCxnSpPr>
          <p:cNvPr id="536" name="Google Shape;536;p31"/>
          <p:cNvCxnSpPr/>
          <p:nvPr/>
        </p:nvCxnSpPr>
        <p:spPr>
          <a:xfrm>
            <a:off x="8001000" y="7734300"/>
            <a:ext cx="2805778" cy="0"/>
          </a:xfrm>
          <a:prstGeom prst="straightConnector1">
            <a:avLst/>
          </a:prstGeom>
          <a:noFill/>
          <a:ln cap="flat" cmpd="sng" w="57150">
            <a:solidFill>
              <a:srgbClr val="BD4B48"/>
            </a:solidFill>
            <a:prstDash val="solid"/>
            <a:round/>
            <a:headEnd len="sm" w="sm" type="none"/>
            <a:tailEnd len="sm" w="sm" type="none"/>
          </a:ln>
        </p:spPr>
      </p:cxnSp>
      <p:cxnSp>
        <p:nvCxnSpPr>
          <p:cNvPr id="537" name="Google Shape;537;p31"/>
          <p:cNvCxnSpPr/>
          <p:nvPr/>
        </p:nvCxnSpPr>
        <p:spPr>
          <a:xfrm>
            <a:off x="14267764" y="7734300"/>
            <a:ext cx="2462159" cy="0"/>
          </a:xfrm>
          <a:prstGeom prst="straightConnector1">
            <a:avLst/>
          </a:prstGeom>
          <a:noFill/>
          <a:ln cap="flat" cmpd="sng" w="57150">
            <a:solidFill>
              <a:srgbClr val="BD4B48"/>
            </a:solidFill>
            <a:prstDash val="solid"/>
            <a:round/>
            <a:headEnd len="sm" w="sm" type="none"/>
            <a:tailEnd len="sm" w="sm" type="none"/>
          </a:ln>
        </p:spPr>
      </p:cxnSp>
      <p:cxnSp>
        <p:nvCxnSpPr>
          <p:cNvPr id="538" name="Google Shape;538;p31"/>
          <p:cNvCxnSpPr/>
          <p:nvPr/>
        </p:nvCxnSpPr>
        <p:spPr>
          <a:xfrm>
            <a:off x="9287308" y="8267700"/>
            <a:ext cx="5114492" cy="0"/>
          </a:xfrm>
          <a:prstGeom prst="straightConnector1">
            <a:avLst/>
          </a:prstGeom>
          <a:noFill/>
          <a:ln cap="flat" cmpd="sng" w="57150">
            <a:solidFill>
              <a:srgbClr val="BD4B48"/>
            </a:solidFill>
            <a:prstDash val="solid"/>
            <a:round/>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21"/>
                                        </p:tgtEl>
                                        <p:attrNameLst>
                                          <p:attrName>style.visibility</p:attrName>
                                        </p:attrNameLst>
                                      </p:cBhvr>
                                      <p:to>
                                        <p:strVal val="visible"/>
                                      </p:to>
                                    </p:set>
                                    <p:animEffect filter="fade" transition="in">
                                      <p:cBhvr>
                                        <p:cTn dur="500"/>
                                        <p:tgtEl>
                                          <p:spTgt spid="5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7"/>
                                        </p:tgtEl>
                                        <p:attrNameLst>
                                          <p:attrName>style.visibility</p:attrName>
                                        </p:attrNameLst>
                                      </p:cBhvr>
                                      <p:to>
                                        <p:strVal val="visible"/>
                                      </p:to>
                                    </p:set>
                                    <p:animEffect filter="fade" transition="in">
                                      <p:cBhvr>
                                        <p:cTn dur="500"/>
                                        <p:tgtEl>
                                          <p:spTgt spid="5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0"/>
                                        </p:tgtEl>
                                        <p:attrNameLst>
                                          <p:attrName>style.visibility</p:attrName>
                                        </p:attrNameLst>
                                      </p:cBhvr>
                                      <p:to>
                                        <p:strVal val="visible"/>
                                      </p:to>
                                    </p:set>
                                    <p:animEffect filter="fade" transition="in">
                                      <p:cBhvr>
                                        <p:cTn dur="500"/>
                                        <p:tgtEl>
                                          <p:spTgt spid="5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3"/>
                                        </p:tgtEl>
                                        <p:attrNameLst>
                                          <p:attrName>style.visibility</p:attrName>
                                        </p:attrNameLst>
                                      </p:cBhvr>
                                      <p:to>
                                        <p:strVal val="visible"/>
                                      </p:to>
                                    </p:set>
                                    <p:animEffect filter="fade" transition="in">
                                      <p:cBhvr>
                                        <p:cTn dur="500"/>
                                        <p:tgtEl>
                                          <p:spTgt spid="533"/>
                                        </p:tgtEl>
                                      </p:cBhvr>
                                    </p:animEffect>
                                  </p:childTnLst>
                                </p:cTn>
                              </p:par>
                              <p:par>
                                <p:cTn fill="hold" nodeType="withEffect" presetClass="entr" presetID="10" presetSubtype="0">
                                  <p:stCondLst>
                                    <p:cond delay="0"/>
                                  </p:stCondLst>
                                  <p:childTnLst>
                                    <p:set>
                                      <p:cBhvr>
                                        <p:cTn dur="1" fill="hold">
                                          <p:stCondLst>
                                            <p:cond delay="0"/>
                                          </p:stCondLst>
                                        </p:cTn>
                                        <p:tgtEl>
                                          <p:spTgt spid="534"/>
                                        </p:tgtEl>
                                        <p:attrNameLst>
                                          <p:attrName>style.visibility</p:attrName>
                                        </p:attrNameLst>
                                      </p:cBhvr>
                                      <p:to>
                                        <p:strVal val="visible"/>
                                      </p:to>
                                    </p:set>
                                    <p:animEffect filter="fade" transition="in">
                                      <p:cBhvr>
                                        <p:cTn dur="500"/>
                                        <p:tgtEl>
                                          <p:spTgt spid="534"/>
                                        </p:tgtEl>
                                      </p:cBhvr>
                                    </p:animEffect>
                                  </p:childTnLst>
                                </p:cTn>
                              </p:par>
                              <p:par>
                                <p:cTn fill="hold" nodeType="withEffect" presetClass="entr" presetID="10" presetSubtype="0">
                                  <p:stCondLst>
                                    <p:cond delay="0"/>
                                  </p:stCondLst>
                                  <p:childTnLst>
                                    <p:set>
                                      <p:cBhvr>
                                        <p:cTn dur="1" fill="hold">
                                          <p:stCondLst>
                                            <p:cond delay="0"/>
                                          </p:stCondLst>
                                        </p:cTn>
                                        <p:tgtEl>
                                          <p:spTgt spid="535"/>
                                        </p:tgtEl>
                                        <p:attrNameLst>
                                          <p:attrName>style.visibility</p:attrName>
                                        </p:attrNameLst>
                                      </p:cBhvr>
                                      <p:to>
                                        <p:strVal val="visible"/>
                                      </p:to>
                                    </p:set>
                                    <p:animEffect filter="fade" transition="in">
                                      <p:cBhvr>
                                        <p:cTn dur="500"/>
                                        <p:tgtEl>
                                          <p:spTgt spid="535"/>
                                        </p:tgtEl>
                                      </p:cBhvr>
                                    </p:animEffect>
                                  </p:childTnLst>
                                </p:cTn>
                              </p:par>
                              <p:par>
                                <p:cTn fill="hold" nodeType="withEffect" presetClass="entr" presetID="10" presetSubtype="0">
                                  <p:stCondLst>
                                    <p:cond delay="0"/>
                                  </p:stCondLst>
                                  <p:childTnLst>
                                    <p:set>
                                      <p:cBhvr>
                                        <p:cTn dur="1" fill="hold">
                                          <p:stCondLst>
                                            <p:cond delay="0"/>
                                          </p:stCondLst>
                                        </p:cTn>
                                        <p:tgtEl>
                                          <p:spTgt spid="536"/>
                                        </p:tgtEl>
                                        <p:attrNameLst>
                                          <p:attrName>style.visibility</p:attrName>
                                        </p:attrNameLst>
                                      </p:cBhvr>
                                      <p:to>
                                        <p:strVal val="visible"/>
                                      </p:to>
                                    </p:set>
                                    <p:animEffect filter="fade" transition="in">
                                      <p:cBhvr>
                                        <p:cTn dur="500"/>
                                        <p:tgtEl>
                                          <p:spTgt spid="536"/>
                                        </p:tgtEl>
                                      </p:cBhvr>
                                    </p:animEffect>
                                  </p:childTnLst>
                                </p:cTn>
                              </p:par>
                              <p:par>
                                <p:cTn fill="hold" nodeType="withEffect" presetClass="entr" presetID="10" presetSubtype="0">
                                  <p:stCondLst>
                                    <p:cond delay="0"/>
                                  </p:stCondLst>
                                  <p:childTnLst>
                                    <p:set>
                                      <p:cBhvr>
                                        <p:cTn dur="1" fill="hold">
                                          <p:stCondLst>
                                            <p:cond delay="0"/>
                                          </p:stCondLst>
                                        </p:cTn>
                                        <p:tgtEl>
                                          <p:spTgt spid="537"/>
                                        </p:tgtEl>
                                        <p:attrNameLst>
                                          <p:attrName>style.visibility</p:attrName>
                                        </p:attrNameLst>
                                      </p:cBhvr>
                                      <p:to>
                                        <p:strVal val="visible"/>
                                      </p:to>
                                    </p:set>
                                    <p:animEffect filter="fade" transition="in">
                                      <p:cBhvr>
                                        <p:cTn dur="500"/>
                                        <p:tgtEl>
                                          <p:spTgt spid="537"/>
                                        </p:tgtEl>
                                      </p:cBhvr>
                                    </p:animEffect>
                                  </p:childTnLst>
                                </p:cTn>
                              </p:par>
                              <p:par>
                                <p:cTn fill="hold" nodeType="withEffect" presetClass="entr" presetID="10" presetSubtype="0">
                                  <p:stCondLst>
                                    <p:cond delay="0"/>
                                  </p:stCondLst>
                                  <p:childTnLst>
                                    <p:set>
                                      <p:cBhvr>
                                        <p:cTn dur="1" fill="hold">
                                          <p:stCondLst>
                                            <p:cond delay="0"/>
                                          </p:stCondLst>
                                        </p:cTn>
                                        <p:tgtEl>
                                          <p:spTgt spid="538"/>
                                        </p:tgtEl>
                                        <p:attrNameLst>
                                          <p:attrName>style.visibility</p:attrName>
                                        </p:attrNameLst>
                                      </p:cBhvr>
                                      <p:to>
                                        <p:strVal val="visible"/>
                                      </p:to>
                                    </p:set>
                                    <p:animEffect filter="fade" transition="in">
                                      <p:cBhvr>
                                        <p:cTn dur="500"/>
                                        <p:tgtEl>
                                          <p:spTgt spid="5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cxnSp>
        <p:nvCxnSpPr>
          <p:cNvPr id="544" name="Google Shape;544;p32"/>
          <p:cNvCxnSpPr/>
          <p:nvPr/>
        </p:nvCxnSpPr>
        <p:spPr>
          <a:xfrm flipH="1" rot="10800000">
            <a:off x="6209270" y="1619250"/>
            <a:ext cx="11243637" cy="19050"/>
          </a:xfrm>
          <a:prstGeom prst="straightConnector1">
            <a:avLst/>
          </a:prstGeom>
          <a:noFill/>
          <a:ln cap="flat" cmpd="sng" w="38100">
            <a:solidFill>
              <a:srgbClr val="018345"/>
            </a:solidFill>
            <a:prstDash val="solid"/>
            <a:round/>
            <a:headEnd len="sm" w="sm" type="none"/>
            <a:tailEnd len="sm" w="sm" type="none"/>
          </a:ln>
        </p:spPr>
      </p:cxnSp>
      <p:cxnSp>
        <p:nvCxnSpPr>
          <p:cNvPr id="545" name="Google Shape;545;p32"/>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546" name="Google Shape;546;p32"/>
          <p:cNvGrpSpPr/>
          <p:nvPr/>
        </p:nvGrpSpPr>
        <p:grpSpPr>
          <a:xfrm rot="10800000">
            <a:off x="15785091" y="-536942"/>
            <a:ext cx="7681766" cy="4260610"/>
            <a:chOff x="0" y="-38100"/>
            <a:chExt cx="406400" cy="225405"/>
          </a:xfrm>
        </p:grpSpPr>
        <p:sp>
          <p:nvSpPr>
            <p:cNvPr id="547" name="Google Shape;547;p32"/>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48" name="Google Shape;548;p32"/>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49" name="Google Shape;549;p32"/>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550" name="Google Shape;550;p32"/>
          <p:cNvSpPr txBox="1"/>
          <p:nvPr/>
        </p:nvSpPr>
        <p:spPr>
          <a:xfrm>
            <a:off x="5571910" y="401132"/>
            <a:ext cx="11880998" cy="912045"/>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Từ vựng và cấu trúc</a:t>
            </a:r>
            <a:endParaRPr b="1" sz="6000">
              <a:solidFill>
                <a:srgbClr val="018345"/>
              </a:solidFill>
              <a:latin typeface="Montserrat"/>
              <a:ea typeface="Montserrat"/>
              <a:cs typeface="Montserrat"/>
              <a:sym typeface="Montserrat"/>
            </a:endParaRPr>
          </a:p>
        </p:txBody>
      </p:sp>
      <p:grpSp>
        <p:nvGrpSpPr>
          <p:cNvPr id="551" name="Google Shape;551;p32"/>
          <p:cNvGrpSpPr/>
          <p:nvPr/>
        </p:nvGrpSpPr>
        <p:grpSpPr>
          <a:xfrm>
            <a:off x="-2718010" y="9274528"/>
            <a:ext cx="7950400" cy="1707231"/>
            <a:chOff x="0" y="-384762"/>
            <a:chExt cx="10600533" cy="2276307"/>
          </a:xfrm>
        </p:grpSpPr>
        <p:grpSp>
          <p:nvGrpSpPr>
            <p:cNvPr id="552" name="Google Shape;552;p32"/>
            <p:cNvGrpSpPr/>
            <p:nvPr/>
          </p:nvGrpSpPr>
          <p:grpSpPr>
            <a:xfrm>
              <a:off x="0" y="-384762"/>
              <a:ext cx="10600533" cy="2276307"/>
              <a:chOff x="0" y="-38100"/>
              <a:chExt cx="1049690" cy="225405"/>
            </a:xfrm>
          </p:grpSpPr>
          <p:sp>
            <p:nvSpPr>
              <p:cNvPr id="553" name="Google Shape;553;p32"/>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554" name="Google Shape;554;p32"/>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55" name="Google Shape;555;p32"/>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56" name="Google Shape;556;p32"/>
          <p:cNvSpPr txBox="1"/>
          <p:nvPr/>
        </p:nvSpPr>
        <p:spPr>
          <a:xfrm>
            <a:off x="6671038" y="2132648"/>
            <a:ext cx="10990800" cy="6864900"/>
          </a:xfrm>
          <a:prstGeom prst="rect">
            <a:avLst/>
          </a:prstGeom>
          <a:noFill/>
          <a:ln>
            <a:noFill/>
          </a:ln>
        </p:spPr>
        <p:txBody>
          <a:bodyPr anchorCtr="0" anchor="t" bIns="45700" lIns="91425" spcFirstLastPara="1" rIns="91425" wrap="square" tIns="45700">
            <a:spAutoFit/>
          </a:bodyPr>
          <a:lstStyle/>
          <a:p>
            <a:pPr indent="-571500" lvl="0" marL="571500" marR="0" rtl="0" algn="l">
              <a:lnSpc>
                <a:spcPct val="150000"/>
              </a:lnSpc>
              <a:spcBef>
                <a:spcPts val="0"/>
              </a:spcBef>
              <a:spcAft>
                <a:spcPts val="0"/>
              </a:spcAft>
              <a:buClr>
                <a:srgbClr val="018345"/>
              </a:buClr>
              <a:buSzPts val="4400"/>
              <a:buFont typeface="Arial"/>
              <a:buChar char="•"/>
            </a:pPr>
            <a:r>
              <a:rPr lang="en-US" sz="4400">
                <a:solidFill>
                  <a:srgbClr val="018345"/>
                </a:solidFill>
                <a:latin typeface="Calibri"/>
                <a:ea typeface="Calibri"/>
                <a:cs typeface="Calibri"/>
                <a:sym typeface="Calibri"/>
              </a:rPr>
              <a:t>I’m really keen on: </a:t>
            </a:r>
            <a:r>
              <a:rPr lang="en-US" sz="4400">
                <a:solidFill>
                  <a:schemeClr val="dk1"/>
                </a:solidFill>
                <a:latin typeface="Calibri"/>
                <a:ea typeface="Calibri"/>
                <a:cs typeface="Calibri"/>
                <a:sym typeface="Calibri"/>
              </a:rPr>
              <a:t>Tôi thực sự thích</a:t>
            </a:r>
            <a:endParaRPr sz="4400">
              <a:solidFill>
                <a:schemeClr val="dk1"/>
              </a:solidFill>
              <a:latin typeface="Calibri"/>
              <a:ea typeface="Calibri"/>
              <a:cs typeface="Calibri"/>
              <a:sym typeface="Calibri"/>
            </a:endParaRPr>
          </a:p>
          <a:p>
            <a:pPr indent="-571500" lvl="0" marL="571500" marR="0" rtl="0" algn="l">
              <a:lnSpc>
                <a:spcPct val="150000"/>
              </a:lnSpc>
              <a:spcBef>
                <a:spcPts val="0"/>
              </a:spcBef>
              <a:spcAft>
                <a:spcPts val="0"/>
              </a:spcAft>
              <a:buClr>
                <a:srgbClr val="018345"/>
              </a:buClr>
              <a:buSzPts val="4400"/>
              <a:buFont typeface="Arial"/>
              <a:buChar char="•"/>
            </a:pPr>
            <a:r>
              <a:rPr lang="en-US" sz="4400">
                <a:solidFill>
                  <a:srgbClr val="018345"/>
                </a:solidFill>
                <a:latin typeface="Calibri"/>
                <a:ea typeface="Calibri"/>
                <a:cs typeface="Calibri"/>
                <a:sym typeface="Calibri"/>
              </a:rPr>
              <a:t>I’m also into: </a:t>
            </a:r>
            <a:r>
              <a:rPr lang="en-US" sz="4400">
                <a:solidFill>
                  <a:schemeClr val="dk1"/>
                </a:solidFill>
                <a:latin typeface="Calibri"/>
                <a:ea typeface="Calibri"/>
                <a:cs typeface="Calibri"/>
                <a:sym typeface="Calibri"/>
              </a:rPr>
              <a:t>Tôi cũng thích</a:t>
            </a:r>
            <a:endParaRPr sz="4400">
              <a:solidFill>
                <a:schemeClr val="dk1"/>
              </a:solidFill>
              <a:latin typeface="Calibri"/>
              <a:ea typeface="Calibri"/>
              <a:cs typeface="Calibri"/>
              <a:sym typeface="Calibri"/>
            </a:endParaRPr>
          </a:p>
          <a:p>
            <a:pPr indent="-571500" lvl="0" marL="571500" marR="0" rtl="0" algn="l">
              <a:lnSpc>
                <a:spcPct val="150000"/>
              </a:lnSpc>
              <a:spcBef>
                <a:spcPts val="0"/>
              </a:spcBef>
              <a:spcAft>
                <a:spcPts val="0"/>
              </a:spcAft>
              <a:buClr>
                <a:srgbClr val="018345"/>
              </a:buClr>
              <a:buSzPts val="4400"/>
              <a:buFont typeface="Arial"/>
              <a:buChar char="•"/>
            </a:pPr>
            <a:r>
              <a:rPr lang="en-US" sz="4400">
                <a:solidFill>
                  <a:srgbClr val="018345"/>
                </a:solidFill>
                <a:latin typeface="Calibri"/>
                <a:ea typeface="Calibri"/>
                <a:cs typeface="Calibri"/>
                <a:sym typeface="Calibri"/>
              </a:rPr>
              <a:t>Keep fit: </a:t>
            </a:r>
            <a:r>
              <a:rPr lang="en-US" sz="4400">
                <a:solidFill>
                  <a:schemeClr val="dk1"/>
                </a:solidFill>
                <a:latin typeface="Calibri"/>
                <a:ea typeface="Calibri"/>
                <a:cs typeface="Calibri"/>
                <a:sym typeface="Calibri"/>
              </a:rPr>
              <a:t>Giữ sức khỏe</a:t>
            </a:r>
            <a:endParaRPr sz="4400">
              <a:solidFill>
                <a:schemeClr val="dk1"/>
              </a:solidFill>
              <a:latin typeface="Calibri"/>
              <a:ea typeface="Calibri"/>
              <a:cs typeface="Calibri"/>
              <a:sym typeface="Calibri"/>
            </a:endParaRPr>
          </a:p>
          <a:p>
            <a:pPr indent="-571500" lvl="0" marL="571500" marR="0" rtl="0" algn="l">
              <a:lnSpc>
                <a:spcPct val="150000"/>
              </a:lnSpc>
              <a:spcBef>
                <a:spcPts val="0"/>
              </a:spcBef>
              <a:spcAft>
                <a:spcPts val="0"/>
              </a:spcAft>
              <a:buClr>
                <a:srgbClr val="018345"/>
              </a:buClr>
              <a:buSzPts val="4400"/>
              <a:buFont typeface="Arial"/>
              <a:buChar char="•"/>
            </a:pPr>
            <a:r>
              <a:rPr lang="en-US" sz="4400">
                <a:solidFill>
                  <a:srgbClr val="018345"/>
                </a:solidFill>
                <a:latin typeface="Calibri"/>
                <a:ea typeface="Calibri"/>
                <a:cs typeface="Calibri"/>
                <a:sym typeface="Calibri"/>
              </a:rPr>
              <a:t>Something else: </a:t>
            </a:r>
            <a:r>
              <a:rPr lang="en-US" sz="4400">
                <a:solidFill>
                  <a:schemeClr val="dk1"/>
                </a:solidFill>
                <a:latin typeface="Calibri"/>
                <a:ea typeface="Calibri"/>
                <a:cs typeface="Calibri"/>
                <a:sym typeface="Calibri"/>
              </a:rPr>
              <a:t>Cái gì khác</a:t>
            </a:r>
            <a:endParaRPr sz="4400">
              <a:solidFill>
                <a:schemeClr val="dk1"/>
              </a:solidFill>
              <a:latin typeface="Calibri"/>
              <a:ea typeface="Calibri"/>
              <a:cs typeface="Calibri"/>
              <a:sym typeface="Calibri"/>
            </a:endParaRPr>
          </a:p>
          <a:p>
            <a:pPr indent="-571500" lvl="0" marL="571500" marR="0" rtl="0" algn="l">
              <a:lnSpc>
                <a:spcPct val="150000"/>
              </a:lnSpc>
              <a:spcBef>
                <a:spcPts val="0"/>
              </a:spcBef>
              <a:spcAft>
                <a:spcPts val="0"/>
              </a:spcAft>
              <a:buClr>
                <a:srgbClr val="018345"/>
              </a:buClr>
              <a:buSzPts val="4400"/>
              <a:buFont typeface="Arial"/>
              <a:buChar char="•"/>
            </a:pPr>
            <a:r>
              <a:rPr lang="en-US" sz="4400">
                <a:solidFill>
                  <a:srgbClr val="018345"/>
                </a:solidFill>
                <a:latin typeface="Calibri"/>
                <a:ea typeface="Calibri"/>
                <a:cs typeface="Calibri"/>
                <a:sym typeface="Calibri"/>
              </a:rPr>
              <a:t>Hang out: </a:t>
            </a:r>
            <a:r>
              <a:rPr lang="en-US" sz="4400">
                <a:solidFill>
                  <a:schemeClr val="dk1"/>
                </a:solidFill>
                <a:latin typeface="Calibri"/>
                <a:ea typeface="Calibri"/>
                <a:cs typeface="Calibri"/>
                <a:sym typeface="Calibri"/>
              </a:rPr>
              <a:t>Đi chơi</a:t>
            </a:r>
            <a:endParaRPr sz="4400">
              <a:solidFill>
                <a:schemeClr val="dk1"/>
              </a:solidFill>
              <a:latin typeface="Calibri"/>
              <a:ea typeface="Calibri"/>
              <a:cs typeface="Calibri"/>
              <a:sym typeface="Calibri"/>
            </a:endParaRPr>
          </a:p>
          <a:p>
            <a:pPr indent="-571500" lvl="0" marL="571500" marR="0" rtl="0" algn="l">
              <a:lnSpc>
                <a:spcPct val="150000"/>
              </a:lnSpc>
              <a:spcBef>
                <a:spcPts val="0"/>
              </a:spcBef>
              <a:spcAft>
                <a:spcPts val="0"/>
              </a:spcAft>
              <a:buClr>
                <a:srgbClr val="018345"/>
              </a:buClr>
              <a:buSzPts val="4400"/>
              <a:buFont typeface="Arial"/>
              <a:buChar char="•"/>
            </a:pPr>
            <a:r>
              <a:rPr lang="en-US" sz="4400">
                <a:solidFill>
                  <a:srgbClr val="018345"/>
                </a:solidFill>
                <a:latin typeface="Calibri"/>
                <a:ea typeface="Calibri"/>
                <a:cs typeface="Calibri"/>
                <a:sym typeface="Calibri"/>
              </a:rPr>
              <a:t>On the long summer evening: </a:t>
            </a:r>
            <a:r>
              <a:rPr lang="en-US" sz="4400">
                <a:solidFill>
                  <a:schemeClr val="dk1"/>
                </a:solidFill>
                <a:latin typeface="Calibri"/>
                <a:ea typeface="Calibri"/>
                <a:cs typeface="Calibri"/>
                <a:sym typeface="Calibri"/>
              </a:rPr>
              <a:t>Vào những buổi tối mùa hè dài</a:t>
            </a:r>
            <a:endParaRPr sz="44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50"/>
                                        </p:tgtEl>
                                        <p:attrNameLst>
                                          <p:attrName>style.visibility</p:attrName>
                                        </p:attrNameLst>
                                      </p:cBhvr>
                                      <p:to>
                                        <p:strVal val="visible"/>
                                      </p:to>
                                    </p:set>
                                    <p:animEffect filter="fade" transition="in">
                                      <p:cBhvr>
                                        <p:cTn dur="500"/>
                                        <p:tgtEl>
                                          <p:spTgt spid="5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cxnSp>
        <p:nvCxnSpPr>
          <p:cNvPr id="562" name="Google Shape;562;p33"/>
          <p:cNvCxnSpPr/>
          <p:nvPr/>
        </p:nvCxnSpPr>
        <p:spPr>
          <a:xfrm flipH="1" rot="10800000">
            <a:off x="6510963" y="1924050"/>
            <a:ext cx="11243637" cy="19050"/>
          </a:xfrm>
          <a:prstGeom prst="straightConnector1">
            <a:avLst/>
          </a:prstGeom>
          <a:noFill/>
          <a:ln cap="flat" cmpd="sng" w="38100">
            <a:solidFill>
              <a:srgbClr val="018345"/>
            </a:solidFill>
            <a:prstDash val="solid"/>
            <a:round/>
            <a:headEnd len="sm" w="sm" type="none"/>
            <a:tailEnd len="sm" w="sm" type="none"/>
          </a:ln>
        </p:spPr>
      </p:cxnSp>
      <p:cxnSp>
        <p:nvCxnSpPr>
          <p:cNvPr id="563" name="Google Shape;563;p33"/>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564" name="Google Shape;564;p33"/>
          <p:cNvGrpSpPr/>
          <p:nvPr/>
        </p:nvGrpSpPr>
        <p:grpSpPr>
          <a:xfrm rot="10800000">
            <a:off x="15785091" y="-536942"/>
            <a:ext cx="7681766" cy="4260610"/>
            <a:chOff x="0" y="-38100"/>
            <a:chExt cx="406400" cy="225405"/>
          </a:xfrm>
        </p:grpSpPr>
        <p:sp>
          <p:nvSpPr>
            <p:cNvPr id="565" name="Google Shape;565;p33"/>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66" name="Google Shape;566;p33"/>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67" name="Google Shape;567;p33"/>
          <p:cNvSpPr txBox="1"/>
          <p:nvPr/>
        </p:nvSpPr>
        <p:spPr>
          <a:xfrm>
            <a:off x="5571910" y="705932"/>
            <a:ext cx="11880998" cy="912045"/>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Tell me</a:t>
            </a:r>
            <a:endParaRPr b="1" sz="6000">
              <a:solidFill>
                <a:srgbClr val="018345"/>
              </a:solidFill>
              <a:latin typeface="Montserrat"/>
              <a:ea typeface="Montserrat"/>
              <a:cs typeface="Montserrat"/>
              <a:sym typeface="Montserrat"/>
            </a:endParaRPr>
          </a:p>
        </p:txBody>
      </p:sp>
      <p:grpSp>
        <p:nvGrpSpPr>
          <p:cNvPr id="568" name="Google Shape;568;p33"/>
          <p:cNvGrpSpPr/>
          <p:nvPr/>
        </p:nvGrpSpPr>
        <p:grpSpPr>
          <a:xfrm>
            <a:off x="-2718010" y="9274528"/>
            <a:ext cx="7950400" cy="1707231"/>
            <a:chOff x="0" y="-384762"/>
            <a:chExt cx="10600533" cy="2276307"/>
          </a:xfrm>
        </p:grpSpPr>
        <p:grpSp>
          <p:nvGrpSpPr>
            <p:cNvPr id="569" name="Google Shape;569;p33"/>
            <p:cNvGrpSpPr/>
            <p:nvPr/>
          </p:nvGrpSpPr>
          <p:grpSpPr>
            <a:xfrm>
              <a:off x="0" y="-384762"/>
              <a:ext cx="10600533" cy="2276307"/>
              <a:chOff x="0" y="-38100"/>
              <a:chExt cx="1049690" cy="225405"/>
            </a:xfrm>
          </p:grpSpPr>
          <p:sp>
            <p:nvSpPr>
              <p:cNvPr id="570" name="Google Shape;570;p33"/>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571" name="Google Shape;571;p33"/>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72" name="Google Shape;572;p33"/>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73" name="Google Shape;573;p33"/>
          <p:cNvGrpSpPr/>
          <p:nvPr/>
        </p:nvGrpSpPr>
        <p:grpSpPr>
          <a:xfrm>
            <a:off x="6118834" y="7524447"/>
            <a:ext cx="11334074" cy="1677005"/>
            <a:chOff x="5792784" y="7253854"/>
            <a:chExt cx="11334074" cy="1677005"/>
          </a:xfrm>
        </p:grpSpPr>
        <p:sp>
          <p:nvSpPr>
            <p:cNvPr id="574" name="Google Shape;574;p33"/>
            <p:cNvSpPr/>
            <p:nvPr/>
          </p:nvSpPr>
          <p:spPr>
            <a:xfrm>
              <a:off x="7127581" y="7406894"/>
              <a:ext cx="9999277" cy="1327986"/>
            </a:xfrm>
            <a:prstGeom prst="roundRect">
              <a:avLst>
                <a:gd fmla="val 16667" name="adj"/>
              </a:avLst>
            </a:prstGeom>
            <a:solidFill>
              <a:srgbClr val="ECFFE5"/>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6600"/>
                </a:buClr>
                <a:buSzPts val="4000"/>
                <a:buFont typeface="Roboto"/>
                <a:buNone/>
              </a:pPr>
              <a:r>
                <a:rPr b="1" i="0" lang="en-US" sz="4000" u="none" cap="none" strike="noStrike">
                  <a:solidFill>
                    <a:srgbClr val="006600"/>
                  </a:solidFill>
                  <a:latin typeface="Roboto"/>
                  <a:ea typeface="Roboto"/>
                  <a:cs typeface="Roboto"/>
                  <a:sym typeface="Roboto"/>
                </a:rPr>
                <a:t>CUNG CẤP THÔNG TIN + PHÁT TRIỂN Ý</a:t>
              </a:r>
              <a:endParaRPr b="1" i="0" sz="4000" u="none" cap="none" strike="noStrike">
                <a:solidFill>
                  <a:srgbClr val="006600"/>
                </a:solidFill>
                <a:latin typeface="Roboto"/>
                <a:ea typeface="Roboto"/>
                <a:cs typeface="Roboto"/>
                <a:sym typeface="Roboto"/>
              </a:endParaRPr>
            </a:p>
          </p:txBody>
        </p:sp>
        <p:sp>
          <p:nvSpPr>
            <p:cNvPr id="575" name="Google Shape;575;p33"/>
            <p:cNvSpPr/>
            <p:nvPr/>
          </p:nvSpPr>
          <p:spPr>
            <a:xfrm>
              <a:off x="5792784" y="7253854"/>
              <a:ext cx="1742304" cy="1677005"/>
            </a:xfrm>
            <a:prstGeom prst="ellipse">
              <a:avLst/>
            </a:prstGeom>
            <a:solidFill>
              <a:schemeClr val="lt1"/>
            </a:solidFill>
            <a:ln cap="flat" cmpd="sng" w="25400">
              <a:solidFill>
                <a:srgbClr val="0066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Roboto"/>
                <a:buNone/>
              </a:pPr>
              <a:r>
                <a:rPr b="1" i="0" lang="en-US" sz="3200" u="none" cap="none" strike="noStrike">
                  <a:solidFill>
                    <a:schemeClr val="dk1"/>
                  </a:solidFill>
                  <a:latin typeface="Roboto"/>
                  <a:ea typeface="Roboto"/>
                  <a:cs typeface="Roboto"/>
                  <a:sym typeface="Roboto"/>
                </a:rPr>
                <a:t>TRẢ LỜI</a:t>
              </a:r>
              <a:endParaRPr sz="1800">
                <a:solidFill>
                  <a:schemeClr val="dk1"/>
                </a:solidFill>
                <a:latin typeface="Calibri"/>
                <a:ea typeface="Calibri"/>
                <a:cs typeface="Calibri"/>
                <a:sym typeface="Calibri"/>
              </a:endParaRPr>
            </a:p>
          </p:txBody>
        </p:sp>
      </p:grpSp>
      <p:sp>
        <p:nvSpPr>
          <p:cNvPr id="576" name="Google Shape;576;p33"/>
          <p:cNvSpPr/>
          <p:nvPr/>
        </p:nvSpPr>
        <p:spPr>
          <a:xfrm>
            <a:off x="7798464" y="2693477"/>
            <a:ext cx="8657510" cy="3810000"/>
          </a:xfrm>
          <a:prstGeom prst="roundRect">
            <a:avLst>
              <a:gd fmla="val 16667" name="adj"/>
            </a:avLst>
          </a:prstGeom>
          <a:solidFill>
            <a:schemeClr val="lt1"/>
          </a:solidFill>
          <a:ln cap="flat" cmpd="sng" w="25400">
            <a:solidFill>
              <a:srgbClr val="0183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None/>
            </a:pPr>
            <a:r>
              <a:rPr lang="en-US" sz="4400">
                <a:solidFill>
                  <a:schemeClr val="dk1"/>
                </a:solidFill>
                <a:latin typeface="Calibri"/>
                <a:ea typeface="Calibri"/>
                <a:cs typeface="Calibri"/>
                <a:sym typeface="Calibri"/>
              </a:rPr>
              <a:t>	Please tell me …</a:t>
            </a:r>
            <a:endParaRPr/>
          </a:p>
          <a:p>
            <a:pPr indent="0" lvl="0" marL="0" marR="0" rtl="0" algn="l">
              <a:lnSpc>
                <a:spcPct val="150000"/>
              </a:lnSpc>
              <a:spcBef>
                <a:spcPts val="0"/>
              </a:spcBef>
              <a:spcAft>
                <a:spcPts val="0"/>
              </a:spcAft>
              <a:buNone/>
            </a:pPr>
            <a:r>
              <a:rPr lang="en-US" sz="4400">
                <a:solidFill>
                  <a:schemeClr val="dk1"/>
                </a:solidFill>
                <a:latin typeface="Calibri"/>
                <a:ea typeface="Calibri"/>
                <a:cs typeface="Calibri"/>
                <a:sym typeface="Calibri"/>
              </a:rPr>
              <a:t>	Tell me …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67"/>
                                        </p:tgtEl>
                                        <p:attrNameLst>
                                          <p:attrName>style.visibility</p:attrName>
                                        </p:attrNameLst>
                                      </p:cBhvr>
                                      <p:to>
                                        <p:strVal val="visible"/>
                                      </p:to>
                                    </p:set>
                                    <p:animEffect filter="fade" transition="in">
                                      <p:cBhvr>
                                        <p:cTn dur="500"/>
                                        <p:tgtEl>
                                          <p:spTgt spid="5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3"/>
                                        </p:tgtEl>
                                        <p:attrNameLst>
                                          <p:attrName>style.visibility</p:attrName>
                                        </p:attrNameLst>
                                      </p:cBhvr>
                                      <p:to>
                                        <p:strVal val="visible"/>
                                      </p:to>
                                    </p:set>
                                    <p:animEffect filter="fade" transition="in">
                                      <p:cBhvr>
                                        <p:cTn dur="500"/>
                                        <p:tgtEl>
                                          <p:spTgt spid="5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cxnSp>
        <p:nvCxnSpPr>
          <p:cNvPr id="582" name="Google Shape;582;p34"/>
          <p:cNvCxnSpPr/>
          <p:nvPr/>
        </p:nvCxnSpPr>
        <p:spPr>
          <a:xfrm flipH="1" rot="10800000">
            <a:off x="6209270" y="1619250"/>
            <a:ext cx="11243637" cy="19050"/>
          </a:xfrm>
          <a:prstGeom prst="straightConnector1">
            <a:avLst/>
          </a:prstGeom>
          <a:noFill/>
          <a:ln cap="flat" cmpd="sng" w="38100">
            <a:solidFill>
              <a:srgbClr val="018345"/>
            </a:solidFill>
            <a:prstDash val="solid"/>
            <a:round/>
            <a:headEnd len="sm" w="sm" type="none"/>
            <a:tailEnd len="sm" w="sm" type="none"/>
          </a:ln>
        </p:spPr>
      </p:cxnSp>
      <p:grpSp>
        <p:nvGrpSpPr>
          <p:cNvPr id="583" name="Google Shape;583;p34"/>
          <p:cNvGrpSpPr/>
          <p:nvPr/>
        </p:nvGrpSpPr>
        <p:grpSpPr>
          <a:xfrm rot="10800000">
            <a:off x="15785091" y="-536942"/>
            <a:ext cx="7681766" cy="4260610"/>
            <a:chOff x="0" y="-38100"/>
            <a:chExt cx="406400" cy="225405"/>
          </a:xfrm>
        </p:grpSpPr>
        <p:sp>
          <p:nvSpPr>
            <p:cNvPr id="584" name="Google Shape;584;p34"/>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85" name="Google Shape;585;p34"/>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86" name="Google Shape;586;p34"/>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587" name="Google Shape;587;p34"/>
          <p:cNvSpPr txBox="1"/>
          <p:nvPr/>
        </p:nvSpPr>
        <p:spPr>
          <a:xfrm>
            <a:off x="5571910" y="401132"/>
            <a:ext cx="11880998" cy="912045"/>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Ví dụ</a:t>
            </a:r>
            <a:endParaRPr b="1" sz="6000">
              <a:solidFill>
                <a:srgbClr val="018345"/>
              </a:solidFill>
              <a:latin typeface="Montserrat"/>
              <a:ea typeface="Montserrat"/>
              <a:cs typeface="Montserrat"/>
              <a:sym typeface="Montserrat"/>
            </a:endParaRPr>
          </a:p>
        </p:txBody>
      </p:sp>
      <p:grpSp>
        <p:nvGrpSpPr>
          <p:cNvPr id="588" name="Google Shape;588;p34"/>
          <p:cNvGrpSpPr/>
          <p:nvPr/>
        </p:nvGrpSpPr>
        <p:grpSpPr>
          <a:xfrm>
            <a:off x="-2718010" y="9274528"/>
            <a:ext cx="7950400" cy="1707231"/>
            <a:chOff x="0" y="-384762"/>
            <a:chExt cx="10600533" cy="2276307"/>
          </a:xfrm>
        </p:grpSpPr>
        <p:grpSp>
          <p:nvGrpSpPr>
            <p:cNvPr id="589" name="Google Shape;589;p34"/>
            <p:cNvGrpSpPr/>
            <p:nvPr/>
          </p:nvGrpSpPr>
          <p:grpSpPr>
            <a:xfrm>
              <a:off x="0" y="-384762"/>
              <a:ext cx="10600533" cy="2276307"/>
              <a:chOff x="0" y="-38100"/>
              <a:chExt cx="1049690" cy="225405"/>
            </a:xfrm>
          </p:grpSpPr>
          <p:sp>
            <p:nvSpPr>
              <p:cNvPr id="590" name="Google Shape;590;p34"/>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591" name="Google Shape;591;p34"/>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92" name="Google Shape;592;p34"/>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93" name="Google Shape;593;p34"/>
          <p:cNvSpPr/>
          <p:nvPr/>
        </p:nvSpPr>
        <p:spPr>
          <a:xfrm>
            <a:off x="6249675" y="2075175"/>
            <a:ext cx="11684400" cy="7950000"/>
          </a:xfrm>
          <a:prstGeom prst="rect">
            <a:avLst/>
          </a:prstGeom>
          <a:solidFill>
            <a:srgbClr val="ECFFE5"/>
          </a:solidFill>
          <a:ln cap="flat" cmpd="sng" w="25400">
            <a:solidFill>
              <a:srgbClr val="0066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chemeClr val="dk1"/>
              </a:solidFill>
              <a:latin typeface="Calibri"/>
              <a:ea typeface="Calibri"/>
              <a:cs typeface="Calibri"/>
              <a:sym typeface="Calibri"/>
            </a:endParaRPr>
          </a:p>
        </p:txBody>
      </p:sp>
      <p:grpSp>
        <p:nvGrpSpPr>
          <p:cNvPr id="594" name="Google Shape;594;p34"/>
          <p:cNvGrpSpPr/>
          <p:nvPr/>
        </p:nvGrpSpPr>
        <p:grpSpPr>
          <a:xfrm>
            <a:off x="6869037" y="2400300"/>
            <a:ext cx="9666364" cy="1545386"/>
            <a:chOff x="6869037" y="2762832"/>
            <a:chExt cx="9666364" cy="1545386"/>
          </a:xfrm>
        </p:grpSpPr>
        <p:sp>
          <p:nvSpPr>
            <p:cNvPr id="595" name="Google Shape;595;p34"/>
            <p:cNvSpPr txBox="1"/>
            <p:nvPr/>
          </p:nvSpPr>
          <p:spPr>
            <a:xfrm>
              <a:off x="6869037" y="2820631"/>
              <a:ext cx="5399163" cy="1487587"/>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rgbClr val="018345"/>
                </a:buClr>
                <a:buSzPts val="3200"/>
                <a:buFont typeface="Arial"/>
                <a:buChar char="•"/>
              </a:pPr>
              <a:r>
                <a:rPr b="1" lang="en-US" sz="3200">
                  <a:solidFill>
                    <a:srgbClr val="018345"/>
                  </a:solidFill>
                  <a:latin typeface="Roboto"/>
                  <a:ea typeface="Roboto"/>
                  <a:cs typeface="Roboto"/>
                  <a:sym typeface="Roboto"/>
                </a:rPr>
                <a:t>Cung cấp thông tin</a:t>
              </a:r>
              <a:endParaRPr b="1" i="0" sz="3200">
                <a:solidFill>
                  <a:srgbClr val="018345"/>
                </a:solidFill>
                <a:latin typeface="Roboto"/>
                <a:ea typeface="Roboto"/>
                <a:cs typeface="Roboto"/>
                <a:sym typeface="Roboto"/>
              </a:endParaRPr>
            </a:p>
            <a:p>
              <a:pPr indent="-457200" lvl="0" marL="457200" marR="0" rtl="0" algn="just">
                <a:lnSpc>
                  <a:spcPct val="150000"/>
                </a:lnSpc>
                <a:spcBef>
                  <a:spcPts val="0"/>
                </a:spcBef>
                <a:spcAft>
                  <a:spcPts val="0"/>
                </a:spcAft>
                <a:buClr>
                  <a:srgbClr val="018345"/>
                </a:buClr>
                <a:buSzPts val="3200"/>
                <a:buFont typeface="Arial"/>
                <a:buChar char="•"/>
              </a:pPr>
              <a:r>
                <a:rPr b="1" i="0" lang="en-US" sz="3200">
                  <a:solidFill>
                    <a:srgbClr val="018345"/>
                  </a:solidFill>
                  <a:latin typeface="Roboto"/>
                  <a:ea typeface="Roboto"/>
                  <a:cs typeface="Roboto"/>
                  <a:sym typeface="Roboto"/>
                </a:rPr>
                <a:t>Phát triển </a:t>
              </a:r>
              <a:r>
                <a:rPr b="1" lang="en-US" sz="3200">
                  <a:solidFill>
                    <a:srgbClr val="018345"/>
                  </a:solidFill>
                  <a:latin typeface="Roboto"/>
                  <a:ea typeface="Roboto"/>
                  <a:cs typeface="Roboto"/>
                  <a:sym typeface="Roboto"/>
                </a:rPr>
                <a:t>ý</a:t>
              </a:r>
              <a:endParaRPr b="1" i="0" sz="3200">
                <a:solidFill>
                  <a:srgbClr val="018345"/>
                </a:solidFill>
                <a:latin typeface="Roboto"/>
                <a:ea typeface="Roboto"/>
                <a:cs typeface="Roboto"/>
                <a:sym typeface="Roboto"/>
              </a:endParaRPr>
            </a:p>
          </p:txBody>
        </p:sp>
        <p:sp>
          <p:nvSpPr>
            <p:cNvPr id="596" name="Google Shape;596;p34"/>
            <p:cNvSpPr txBox="1"/>
            <p:nvPr/>
          </p:nvSpPr>
          <p:spPr>
            <a:xfrm>
              <a:off x="13353975" y="2762832"/>
              <a:ext cx="3181426" cy="1487587"/>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rgbClr val="018345"/>
                </a:buClr>
                <a:buSzPts val="3200"/>
                <a:buFont typeface="Arial"/>
                <a:buChar char="•"/>
              </a:pPr>
              <a:r>
                <a:rPr b="1" i="0" lang="en-US" sz="3200">
                  <a:solidFill>
                    <a:srgbClr val="018345"/>
                  </a:solidFill>
                  <a:latin typeface="Roboto"/>
                  <a:ea typeface="Roboto"/>
                  <a:cs typeface="Roboto"/>
                  <a:sym typeface="Roboto"/>
                </a:rPr>
                <a:t>1 câu</a:t>
              </a:r>
              <a:endParaRPr b="1" i="0" sz="3200">
                <a:solidFill>
                  <a:srgbClr val="018345"/>
                </a:solidFill>
                <a:latin typeface="Roboto"/>
                <a:ea typeface="Roboto"/>
                <a:cs typeface="Roboto"/>
                <a:sym typeface="Roboto"/>
              </a:endParaRPr>
            </a:p>
            <a:p>
              <a:pPr indent="-457200" lvl="0" marL="457200" marR="0" rtl="0" algn="just">
                <a:lnSpc>
                  <a:spcPct val="150000"/>
                </a:lnSpc>
                <a:spcBef>
                  <a:spcPts val="0"/>
                </a:spcBef>
                <a:spcAft>
                  <a:spcPts val="0"/>
                </a:spcAft>
                <a:buClr>
                  <a:srgbClr val="018345"/>
                </a:buClr>
                <a:buSzPts val="3200"/>
                <a:buFont typeface="Arial"/>
                <a:buChar char="•"/>
              </a:pPr>
              <a:r>
                <a:rPr b="1" lang="en-US" sz="3200">
                  <a:solidFill>
                    <a:srgbClr val="018345"/>
                  </a:solidFill>
                  <a:latin typeface="Roboto"/>
                  <a:ea typeface="Roboto"/>
                  <a:cs typeface="Roboto"/>
                  <a:sym typeface="Roboto"/>
                </a:rPr>
                <a:t>2-3 câu</a:t>
              </a:r>
              <a:endParaRPr b="1" i="0" sz="3200">
                <a:solidFill>
                  <a:srgbClr val="018345"/>
                </a:solidFill>
                <a:latin typeface="Roboto"/>
                <a:ea typeface="Roboto"/>
                <a:cs typeface="Roboto"/>
                <a:sym typeface="Roboto"/>
              </a:endParaRPr>
            </a:p>
          </p:txBody>
        </p:sp>
        <p:sp>
          <p:nvSpPr>
            <p:cNvPr id="597" name="Google Shape;597;p34"/>
            <p:cNvSpPr/>
            <p:nvPr/>
          </p:nvSpPr>
          <p:spPr>
            <a:xfrm>
              <a:off x="11734800" y="3003502"/>
              <a:ext cx="926835" cy="514521"/>
            </a:xfrm>
            <a:prstGeom prst="rightArrow">
              <a:avLst>
                <a:gd fmla="val 50000" name="adj1"/>
                <a:gd fmla="val 50000" name="adj2"/>
              </a:avLst>
            </a:prstGeom>
            <a:solidFill>
              <a:schemeClr val="lt1"/>
            </a:solidFill>
            <a:ln cap="flat" cmpd="sng" w="25400">
              <a:solidFill>
                <a:srgbClr val="4CB48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98" name="Google Shape;598;p34"/>
            <p:cNvSpPr/>
            <p:nvPr/>
          </p:nvSpPr>
          <p:spPr>
            <a:xfrm>
              <a:off x="11722365" y="3651403"/>
              <a:ext cx="926835" cy="514521"/>
            </a:xfrm>
            <a:prstGeom prst="rightArrow">
              <a:avLst>
                <a:gd fmla="val 50000" name="adj1"/>
                <a:gd fmla="val 50000" name="adj2"/>
              </a:avLst>
            </a:prstGeom>
            <a:solidFill>
              <a:schemeClr val="lt1"/>
            </a:solidFill>
            <a:ln cap="flat" cmpd="sng" w="25400">
              <a:solidFill>
                <a:srgbClr val="4CB48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99" name="Google Shape;599;p34"/>
          <p:cNvGrpSpPr/>
          <p:nvPr/>
        </p:nvGrpSpPr>
        <p:grpSpPr>
          <a:xfrm>
            <a:off x="6326499" y="3881775"/>
            <a:ext cx="11166801" cy="5756700"/>
            <a:chOff x="6326499" y="3881775"/>
            <a:chExt cx="11166801" cy="5756700"/>
          </a:xfrm>
        </p:grpSpPr>
        <p:sp>
          <p:nvSpPr>
            <p:cNvPr id="600" name="Google Shape;600;p34"/>
            <p:cNvSpPr txBox="1"/>
            <p:nvPr/>
          </p:nvSpPr>
          <p:spPr>
            <a:xfrm>
              <a:off x="6705600" y="3881775"/>
              <a:ext cx="10787700" cy="57567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n-US" sz="3200">
                  <a:solidFill>
                    <a:srgbClr val="000000"/>
                  </a:solidFill>
                  <a:latin typeface="Roboto"/>
                  <a:ea typeface="Roboto"/>
                  <a:cs typeface="Roboto"/>
                  <a:sym typeface="Roboto"/>
                </a:rPr>
                <a:t>Please tell me about your best holiday.</a:t>
              </a:r>
              <a:endParaRPr/>
            </a:p>
            <a:p>
              <a:pPr indent="457200" lvl="0" marL="457200" marR="0" rtl="0" algn="just">
                <a:lnSpc>
                  <a:spcPct val="150000"/>
                </a:lnSpc>
                <a:spcBef>
                  <a:spcPts val="0"/>
                </a:spcBef>
                <a:spcAft>
                  <a:spcPts val="0"/>
                </a:spcAft>
                <a:buNone/>
              </a:pPr>
              <a:r>
                <a:rPr lang="en-US" sz="3200">
                  <a:solidFill>
                    <a:schemeClr val="dk1"/>
                  </a:solidFill>
                  <a:latin typeface="Roboto"/>
                  <a:ea typeface="Roboto"/>
                  <a:cs typeface="Roboto"/>
                  <a:sym typeface="Roboto"/>
                </a:rPr>
                <a:t>		To be honest, the best holiday I’ve ever had was when I was invited to stay with friends who live in London. </a:t>
              </a:r>
              <a:endParaRPr/>
            </a:p>
            <a:p>
              <a:pPr indent="0" lvl="0" marL="0" marR="0" rtl="0" algn="just">
                <a:lnSpc>
                  <a:spcPct val="150000"/>
                </a:lnSpc>
                <a:spcBef>
                  <a:spcPts val="0"/>
                </a:spcBef>
                <a:spcAft>
                  <a:spcPts val="0"/>
                </a:spcAft>
                <a:buNone/>
              </a:pPr>
              <a:r>
                <a:rPr lang="en-US" sz="3200">
                  <a:solidFill>
                    <a:schemeClr val="dk1"/>
                  </a:solidFill>
                  <a:latin typeface="Roboto"/>
                  <a:ea typeface="Roboto"/>
                  <a:cs typeface="Roboto"/>
                  <a:sym typeface="Roboto"/>
                </a:rPr>
                <a:t>				We went sightseeing and also took a boat trip down the Thames, which was a great experience. I really fell in love with London. I’ve been invited to go back next year, and I can’t wait!</a:t>
              </a:r>
              <a:endParaRPr/>
            </a:p>
          </p:txBody>
        </p:sp>
        <p:sp>
          <p:nvSpPr>
            <p:cNvPr id="601" name="Google Shape;601;p34"/>
            <p:cNvSpPr/>
            <p:nvPr/>
          </p:nvSpPr>
          <p:spPr>
            <a:xfrm>
              <a:off x="6326499" y="4541279"/>
              <a:ext cx="2208000" cy="647400"/>
            </a:xfrm>
            <a:prstGeom prst="roundRect">
              <a:avLst>
                <a:gd fmla="val 16667" name="adj"/>
              </a:avLst>
            </a:pr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Thông tin</a:t>
              </a:r>
              <a:endParaRPr/>
            </a:p>
          </p:txBody>
        </p:sp>
        <p:sp>
          <p:nvSpPr>
            <p:cNvPr id="602" name="Google Shape;602;p34"/>
            <p:cNvSpPr/>
            <p:nvPr/>
          </p:nvSpPr>
          <p:spPr>
            <a:xfrm>
              <a:off x="6326499" y="6732417"/>
              <a:ext cx="2208000" cy="647400"/>
            </a:xfrm>
            <a:prstGeom prst="roundRect">
              <a:avLst>
                <a:gd fmla="val 16667" name="adj"/>
              </a:avLst>
            </a:pr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Phát triển ý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87"/>
                                        </p:tgtEl>
                                        <p:attrNameLst>
                                          <p:attrName>style.visibility</p:attrName>
                                        </p:attrNameLst>
                                      </p:cBhvr>
                                      <p:to>
                                        <p:strVal val="visible"/>
                                      </p:to>
                                    </p:set>
                                    <p:animEffect filter="fade" transition="in">
                                      <p:cBhvr>
                                        <p:cTn dur="500"/>
                                        <p:tgtEl>
                                          <p:spTgt spid="5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4"/>
                                        </p:tgtEl>
                                        <p:attrNameLst>
                                          <p:attrName>style.visibility</p:attrName>
                                        </p:attrNameLst>
                                      </p:cBhvr>
                                      <p:to>
                                        <p:strVal val="visible"/>
                                      </p:to>
                                    </p:set>
                                    <p:animEffect filter="fade" transition="in">
                                      <p:cBhvr>
                                        <p:cTn dur="500"/>
                                        <p:tgtEl>
                                          <p:spTgt spid="5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9"/>
                                        </p:tgtEl>
                                        <p:attrNameLst>
                                          <p:attrName>style.visibility</p:attrName>
                                        </p:attrNameLst>
                                      </p:cBhvr>
                                      <p:to>
                                        <p:strVal val="visible"/>
                                      </p:to>
                                    </p:set>
                                    <p:animEffect filter="fade" transition="in">
                                      <p:cBhvr>
                                        <p:cTn dur="500"/>
                                        <p:tgtEl>
                                          <p:spTgt spid="5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cxnSp>
        <p:nvCxnSpPr>
          <p:cNvPr id="608" name="Google Shape;608;p35"/>
          <p:cNvCxnSpPr/>
          <p:nvPr/>
        </p:nvCxnSpPr>
        <p:spPr>
          <a:xfrm flipH="1" rot="10800000">
            <a:off x="6209270" y="1619250"/>
            <a:ext cx="11243637" cy="19050"/>
          </a:xfrm>
          <a:prstGeom prst="straightConnector1">
            <a:avLst/>
          </a:prstGeom>
          <a:noFill/>
          <a:ln cap="flat" cmpd="sng" w="38100">
            <a:solidFill>
              <a:srgbClr val="018345"/>
            </a:solidFill>
            <a:prstDash val="solid"/>
            <a:round/>
            <a:headEnd len="sm" w="sm" type="none"/>
            <a:tailEnd len="sm" w="sm" type="none"/>
          </a:ln>
        </p:spPr>
      </p:cxnSp>
      <p:cxnSp>
        <p:nvCxnSpPr>
          <p:cNvPr id="609" name="Google Shape;609;p35"/>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610" name="Google Shape;610;p35"/>
          <p:cNvGrpSpPr/>
          <p:nvPr/>
        </p:nvGrpSpPr>
        <p:grpSpPr>
          <a:xfrm rot="10800000">
            <a:off x="15785091" y="-536942"/>
            <a:ext cx="7681766" cy="4260610"/>
            <a:chOff x="0" y="-38100"/>
            <a:chExt cx="406400" cy="225405"/>
          </a:xfrm>
        </p:grpSpPr>
        <p:sp>
          <p:nvSpPr>
            <p:cNvPr id="611" name="Google Shape;611;p35"/>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612" name="Google Shape;612;p35"/>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13" name="Google Shape;613;p35"/>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614" name="Google Shape;614;p35"/>
          <p:cNvSpPr txBox="1"/>
          <p:nvPr/>
        </p:nvSpPr>
        <p:spPr>
          <a:xfrm>
            <a:off x="5571910" y="401132"/>
            <a:ext cx="11880998" cy="912045"/>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Ví dụ</a:t>
            </a:r>
            <a:endParaRPr b="1" sz="6000">
              <a:solidFill>
                <a:srgbClr val="018345"/>
              </a:solidFill>
              <a:latin typeface="Montserrat"/>
              <a:ea typeface="Montserrat"/>
              <a:cs typeface="Montserrat"/>
              <a:sym typeface="Montserrat"/>
            </a:endParaRPr>
          </a:p>
        </p:txBody>
      </p:sp>
      <p:grpSp>
        <p:nvGrpSpPr>
          <p:cNvPr id="615" name="Google Shape;615;p35"/>
          <p:cNvGrpSpPr/>
          <p:nvPr/>
        </p:nvGrpSpPr>
        <p:grpSpPr>
          <a:xfrm>
            <a:off x="-2718010" y="9274528"/>
            <a:ext cx="7950400" cy="1707231"/>
            <a:chOff x="0" y="-384762"/>
            <a:chExt cx="10600533" cy="2276307"/>
          </a:xfrm>
        </p:grpSpPr>
        <p:grpSp>
          <p:nvGrpSpPr>
            <p:cNvPr id="616" name="Google Shape;616;p35"/>
            <p:cNvGrpSpPr/>
            <p:nvPr/>
          </p:nvGrpSpPr>
          <p:grpSpPr>
            <a:xfrm>
              <a:off x="0" y="-384762"/>
              <a:ext cx="10600533" cy="2276307"/>
              <a:chOff x="0" y="-38100"/>
              <a:chExt cx="1049690" cy="225405"/>
            </a:xfrm>
          </p:grpSpPr>
          <p:sp>
            <p:nvSpPr>
              <p:cNvPr id="617" name="Google Shape;617;p35"/>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618" name="Google Shape;618;p35"/>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19" name="Google Shape;619;p35"/>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620" name="Google Shape;620;p35"/>
          <p:cNvGrpSpPr/>
          <p:nvPr/>
        </p:nvGrpSpPr>
        <p:grpSpPr>
          <a:xfrm>
            <a:off x="6209270" y="2251249"/>
            <a:ext cx="11243637" cy="6977481"/>
            <a:chOff x="6209270" y="2251250"/>
            <a:chExt cx="11243637" cy="6416499"/>
          </a:xfrm>
        </p:grpSpPr>
        <p:sp>
          <p:nvSpPr>
            <p:cNvPr id="621" name="Google Shape;621;p35"/>
            <p:cNvSpPr/>
            <p:nvPr/>
          </p:nvSpPr>
          <p:spPr>
            <a:xfrm>
              <a:off x="6209270" y="2251250"/>
              <a:ext cx="11243637" cy="6416499"/>
            </a:xfrm>
            <a:prstGeom prst="rect">
              <a:avLst/>
            </a:prstGeom>
            <a:solidFill>
              <a:srgbClr val="ECFFE5"/>
            </a:solidFill>
            <a:ln cap="flat" cmpd="sng" w="25400">
              <a:solidFill>
                <a:srgbClr val="0066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chemeClr val="dk1"/>
                </a:solidFill>
                <a:latin typeface="Calibri"/>
                <a:ea typeface="Calibri"/>
                <a:cs typeface="Calibri"/>
                <a:sym typeface="Calibri"/>
              </a:endParaRPr>
            </a:p>
          </p:txBody>
        </p:sp>
        <p:sp>
          <p:nvSpPr>
            <p:cNvPr id="622" name="Google Shape;622;p35"/>
            <p:cNvSpPr txBox="1"/>
            <p:nvPr/>
          </p:nvSpPr>
          <p:spPr>
            <a:xfrm>
              <a:off x="6781800" y="2708229"/>
              <a:ext cx="10240159" cy="5349298"/>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n-US" sz="3600">
                  <a:solidFill>
                    <a:srgbClr val="000000"/>
                  </a:solidFill>
                  <a:latin typeface="Roboto"/>
                  <a:ea typeface="Roboto"/>
                  <a:cs typeface="Roboto"/>
                  <a:sym typeface="Roboto"/>
                </a:rPr>
                <a:t>Please tell me about your best holiday.</a:t>
              </a:r>
              <a:endParaRPr/>
            </a:p>
            <a:p>
              <a:pPr indent="0" lvl="0" marL="0" marR="0" rtl="0" algn="just">
                <a:lnSpc>
                  <a:spcPct val="150000"/>
                </a:lnSpc>
                <a:spcBef>
                  <a:spcPts val="0"/>
                </a:spcBef>
                <a:spcAft>
                  <a:spcPts val="0"/>
                </a:spcAft>
                <a:buNone/>
              </a:pPr>
              <a:r>
                <a:rPr lang="en-US" sz="3600">
                  <a:solidFill>
                    <a:schemeClr val="dk1"/>
                  </a:solidFill>
                  <a:latin typeface="Roboto"/>
                  <a:ea typeface="Roboto"/>
                  <a:cs typeface="Roboto"/>
                  <a:sym typeface="Roboto"/>
                </a:rPr>
                <a:t>To be honest, the best holiday I’ve ever had was when I was invited to stay with friends who live in London. We went sightseeing and also took a boat trip down the Thames, which was a great experience. I really fell in love with London. I’ve been invited to go back next year, and I can’t wait!</a:t>
              </a:r>
              <a:endParaRPr/>
            </a:p>
          </p:txBody>
        </p:sp>
      </p:grpSp>
      <p:cxnSp>
        <p:nvCxnSpPr>
          <p:cNvPr id="623" name="Google Shape;623;p35"/>
          <p:cNvCxnSpPr/>
          <p:nvPr/>
        </p:nvCxnSpPr>
        <p:spPr>
          <a:xfrm>
            <a:off x="6781800" y="4336617"/>
            <a:ext cx="2971800" cy="0"/>
          </a:xfrm>
          <a:prstGeom prst="straightConnector1">
            <a:avLst/>
          </a:prstGeom>
          <a:noFill/>
          <a:ln cap="flat" cmpd="sng" w="57150">
            <a:solidFill>
              <a:srgbClr val="BD4B48"/>
            </a:solidFill>
            <a:prstDash val="solid"/>
            <a:round/>
            <a:headEnd len="sm" w="sm" type="none"/>
            <a:tailEnd len="sm" w="sm" type="none"/>
          </a:ln>
        </p:spPr>
      </p:cxnSp>
      <p:cxnSp>
        <p:nvCxnSpPr>
          <p:cNvPr id="624" name="Google Shape;624;p35"/>
          <p:cNvCxnSpPr/>
          <p:nvPr/>
        </p:nvCxnSpPr>
        <p:spPr>
          <a:xfrm>
            <a:off x="10210800" y="4336617"/>
            <a:ext cx="5574291" cy="0"/>
          </a:xfrm>
          <a:prstGeom prst="straightConnector1">
            <a:avLst/>
          </a:prstGeom>
          <a:noFill/>
          <a:ln cap="flat" cmpd="sng" w="57150">
            <a:solidFill>
              <a:srgbClr val="BD4B48"/>
            </a:solidFill>
            <a:prstDash val="solid"/>
            <a:round/>
            <a:headEnd len="sm" w="sm" type="none"/>
            <a:tailEnd len="sm" w="sm" type="none"/>
          </a:ln>
        </p:spPr>
      </p:cxnSp>
      <p:cxnSp>
        <p:nvCxnSpPr>
          <p:cNvPr id="625" name="Google Shape;625;p35"/>
          <p:cNvCxnSpPr/>
          <p:nvPr/>
        </p:nvCxnSpPr>
        <p:spPr>
          <a:xfrm>
            <a:off x="8267700" y="5143500"/>
            <a:ext cx="2427051" cy="0"/>
          </a:xfrm>
          <a:prstGeom prst="straightConnector1">
            <a:avLst/>
          </a:prstGeom>
          <a:noFill/>
          <a:ln cap="flat" cmpd="sng" w="57150">
            <a:solidFill>
              <a:srgbClr val="BD4B48"/>
            </a:solidFill>
            <a:prstDash val="solid"/>
            <a:round/>
            <a:headEnd len="sm" w="sm" type="none"/>
            <a:tailEnd len="sm" w="sm" type="none"/>
          </a:ln>
        </p:spPr>
      </p:cxnSp>
      <p:cxnSp>
        <p:nvCxnSpPr>
          <p:cNvPr id="626" name="Google Shape;626;p35"/>
          <p:cNvCxnSpPr/>
          <p:nvPr/>
        </p:nvCxnSpPr>
        <p:spPr>
          <a:xfrm>
            <a:off x="9847722" y="5981700"/>
            <a:ext cx="2971800" cy="0"/>
          </a:xfrm>
          <a:prstGeom prst="straightConnector1">
            <a:avLst/>
          </a:prstGeom>
          <a:noFill/>
          <a:ln cap="flat" cmpd="sng" w="57150">
            <a:solidFill>
              <a:srgbClr val="BD4B48"/>
            </a:solidFill>
            <a:prstDash val="solid"/>
            <a:round/>
            <a:headEnd len="sm" w="sm" type="none"/>
            <a:tailEnd len="sm" w="sm" type="none"/>
          </a:ln>
        </p:spPr>
      </p:cxnSp>
      <p:cxnSp>
        <p:nvCxnSpPr>
          <p:cNvPr id="627" name="Google Shape;627;p35"/>
          <p:cNvCxnSpPr/>
          <p:nvPr/>
        </p:nvCxnSpPr>
        <p:spPr>
          <a:xfrm>
            <a:off x="9829800" y="7581900"/>
            <a:ext cx="4519221" cy="0"/>
          </a:xfrm>
          <a:prstGeom prst="straightConnector1">
            <a:avLst/>
          </a:prstGeom>
          <a:noFill/>
          <a:ln cap="flat" cmpd="sng" w="57150">
            <a:solidFill>
              <a:srgbClr val="BD4B48"/>
            </a:solidFill>
            <a:prstDash val="solid"/>
            <a:round/>
            <a:headEnd len="sm" w="sm" type="none"/>
            <a:tailEnd len="sm" w="sm" type="none"/>
          </a:ln>
        </p:spPr>
      </p:cxnSp>
      <p:cxnSp>
        <p:nvCxnSpPr>
          <p:cNvPr id="628" name="Google Shape;628;p35"/>
          <p:cNvCxnSpPr/>
          <p:nvPr/>
        </p:nvCxnSpPr>
        <p:spPr>
          <a:xfrm>
            <a:off x="14859000" y="8420100"/>
            <a:ext cx="2162959" cy="0"/>
          </a:xfrm>
          <a:prstGeom prst="straightConnector1">
            <a:avLst/>
          </a:prstGeom>
          <a:noFill/>
          <a:ln cap="flat" cmpd="sng" w="57150">
            <a:solidFill>
              <a:srgbClr val="BD4B48"/>
            </a:solidFill>
            <a:prstDash val="solid"/>
            <a:round/>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14"/>
                                        </p:tgtEl>
                                        <p:attrNameLst>
                                          <p:attrName>style.visibility</p:attrName>
                                        </p:attrNameLst>
                                      </p:cBhvr>
                                      <p:to>
                                        <p:strVal val="visible"/>
                                      </p:to>
                                    </p:set>
                                    <p:animEffect filter="fade" transition="in">
                                      <p:cBhvr>
                                        <p:cTn dur="500"/>
                                        <p:tgtEl>
                                          <p:spTgt spid="6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0"/>
                                        </p:tgtEl>
                                        <p:attrNameLst>
                                          <p:attrName>style.visibility</p:attrName>
                                        </p:attrNameLst>
                                      </p:cBhvr>
                                      <p:to>
                                        <p:strVal val="visible"/>
                                      </p:to>
                                    </p:set>
                                    <p:animEffect filter="fade" transition="in">
                                      <p:cBhvr>
                                        <p:cTn dur="500"/>
                                        <p:tgtEl>
                                          <p:spTgt spid="6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3"/>
                                        </p:tgtEl>
                                        <p:attrNameLst>
                                          <p:attrName>style.visibility</p:attrName>
                                        </p:attrNameLst>
                                      </p:cBhvr>
                                      <p:to>
                                        <p:strVal val="visible"/>
                                      </p:to>
                                    </p:set>
                                    <p:animEffect filter="fade" transition="in">
                                      <p:cBhvr>
                                        <p:cTn dur="500"/>
                                        <p:tgtEl>
                                          <p:spTgt spid="623"/>
                                        </p:tgtEl>
                                      </p:cBhvr>
                                    </p:animEffect>
                                  </p:childTnLst>
                                </p:cTn>
                              </p:par>
                              <p:par>
                                <p:cTn fill="hold" nodeType="withEffect" presetClass="entr" presetID="10" presetSubtype="0">
                                  <p:stCondLst>
                                    <p:cond delay="0"/>
                                  </p:stCondLst>
                                  <p:childTnLst>
                                    <p:set>
                                      <p:cBhvr>
                                        <p:cTn dur="1" fill="hold">
                                          <p:stCondLst>
                                            <p:cond delay="0"/>
                                          </p:stCondLst>
                                        </p:cTn>
                                        <p:tgtEl>
                                          <p:spTgt spid="624"/>
                                        </p:tgtEl>
                                        <p:attrNameLst>
                                          <p:attrName>style.visibility</p:attrName>
                                        </p:attrNameLst>
                                      </p:cBhvr>
                                      <p:to>
                                        <p:strVal val="visible"/>
                                      </p:to>
                                    </p:set>
                                    <p:animEffect filter="fade" transition="in">
                                      <p:cBhvr>
                                        <p:cTn dur="500"/>
                                        <p:tgtEl>
                                          <p:spTgt spid="624"/>
                                        </p:tgtEl>
                                      </p:cBhvr>
                                    </p:animEffect>
                                  </p:childTnLst>
                                </p:cTn>
                              </p:par>
                              <p:par>
                                <p:cTn fill="hold" nodeType="withEffect" presetClass="entr" presetID="10" presetSubtype="0">
                                  <p:stCondLst>
                                    <p:cond delay="0"/>
                                  </p:stCondLst>
                                  <p:childTnLst>
                                    <p:set>
                                      <p:cBhvr>
                                        <p:cTn dur="1" fill="hold">
                                          <p:stCondLst>
                                            <p:cond delay="0"/>
                                          </p:stCondLst>
                                        </p:cTn>
                                        <p:tgtEl>
                                          <p:spTgt spid="625"/>
                                        </p:tgtEl>
                                        <p:attrNameLst>
                                          <p:attrName>style.visibility</p:attrName>
                                        </p:attrNameLst>
                                      </p:cBhvr>
                                      <p:to>
                                        <p:strVal val="visible"/>
                                      </p:to>
                                    </p:set>
                                    <p:animEffect filter="fade" transition="in">
                                      <p:cBhvr>
                                        <p:cTn dur="500"/>
                                        <p:tgtEl>
                                          <p:spTgt spid="625"/>
                                        </p:tgtEl>
                                      </p:cBhvr>
                                    </p:animEffect>
                                  </p:childTnLst>
                                </p:cTn>
                              </p:par>
                              <p:par>
                                <p:cTn fill="hold" nodeType="withEffect" presetClass="entr" presetID="10" presetSubtype="0">
                                  <p:stCondLst>
                                    <p:cond delay="0"/>
                                  </p:stCondLst>
                                  <p:childTnLst>
                                    <p:set>
                                      <p:cBhvr>
                                        <p:cTn dur="1" fill="hold">
                                          <p:stCondLst>
                                            <p:cond delay="0"/>
                                          </p:stCondLst>
                                        </p:cTn>
                                        <p:tgtEl>
                                          <p:spTgt spid="626"/>
                                        </p:tgtEl>
                                        <p:attrNameLst>
                                          <p:attrName>style.visibility</p:attrName>
                                        </p:attrNameLst>
                                      </p:cBhvr>
                                      <p:to>
                                        <p:strVal val="visible"/>
                                      </p:to>
                                    </p:set>
                                    <p:animEffect filter="fade" transition="in">
                                      <p:cBhvr>
                                        <p:cTn dur="500"/>
                                        <p:tgtEl>
                                          <p:spTgt spid="626"/>
                                        </p:tgtEl>
                                      </p:cBhvr>
                                    </p:animEffect>
                                  </p:childTnLst>
                                </p:cTn>
                              </p:par>
                              <p:par>
                                <p:cTn fill="hold" nodeType="withEffect" presetClass="entr" presetID="10" presetSubtype="0">
                                  <p:stCondLst>
                                    <p:cond delay="0"/>
                                  </p:stCondLst>
                                  <p:childTnLst>
                                    <p:set>
                                      <p:cBhvr>
                                        <p:cTn dur="1" fill="hold">
                                          <p:stCondLst>
                                            <p:cond delay="0"/>
                                          </p:stCondLst>
                                        </p:cTn>
                                        <p:tgtEl>
                                          <p:spTgt spid="627"/>
                                        </p:tgtEl>
                                        <p:attrNameLst>
                                          <p:attrName>style.visibility</p:attrName>
                                        </p:attrNameLst>
                                      </p:cBhvr>
                                      <p:to>
                                        <p:strVal val="visible"/>
                                      </p:to>
                                    </p:set>
                                    <p:animEffect filter="fade" transition="in">
                                      <p:cBhvr>
                                        <p:cTn dur="500"/>
                                        <p:tgtEl>
                                          <p:spTgt spid="627"/>
                                        </p:tgtEl>
                                      </p:cBhvr>
                                    </p:animEffect>
                                  </p:childTnLst>
                                </p:cTn>
                              </p:par>
                              <p:par>
                                <p:cTn fill="hold" nodeType="withEffect" presetClass="entr" presetID="10" presetSubtype="0">
                                  <p:stCondLst>
                                    <p:cond delay="0"/>
                                  </p:stCondLst>
                                  <p:childTnLst>
                                    <p:set>
                                      <p:cBhvr>
                                        <p:cTn dur="1" fill="hold">
                                          <p:stCondLst>
                                            <p:cond delay="0"/>
                                          </p:stCondLst>
                                        </p:cTn>
                                        <p:tgtEl>
                                          <p:spTgt spid="628"/>
                                        </p:tgtEl>
                                        <p:attrNameLst>
                                          <p:attrName>style.visibility</p:attrName>
                                        </p:attrNameLst>
                                      </p:cBhvr>
                                      <p:to>
                                        <p:strVal val="visible"/>
                                      </p:to>
                                    </p:set>
                                    <p:animEffect filter="fade" transition="in">
                                      <p:cBhvr>
                                        <p:cTn dur="500"/>
                                        <p:tgtEl>
                                          <p:spTgt spid="6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cxnSp>
        <p:nvCxnSpPr>
          <p:cNvPr id="634" name="Google Shape;634;p36"/>
          <p:cNvCxnSpPr/>
          <p:nvPr/>
        </p:nvCxnSpPr>
        <p:spPr>
          <a:xfrm flipH="1" rot="10800000">
            <a:off x="6209270" y="1619250"/>
            <a:ext cx="11243637" cy="19050"/>
          </a:xfrm>
          <a:prstGeom prst="straightConnector1">
            <a:avLst/>
          </a:prstGeom>
          <a:noFill/>
          <a:ln cap="flat" cmpd="sng" w="38100">
            <a:solidFill>
              <a:srgbClr val="018345"/>
            </a:solidFill>
            <a:prstDash val="solid"/>
            <a:round/>
            <a:headEnd len="sm" w="sm" type="none"/>
            <a:tailEnd len="sm" w="sm" type="none"/>
          </a:ln>
        </p:spPr>
      </p:cxnSp>
      <p:cxnSp>
        <p:nvCxnSpPr>
          <p:cNvPr id="635" name="Google Shape;635;p36"/>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636" name="Google Shape;636;p36"/>
          <p:cNvGrpSpPr/>
          <p:nvPr/>
        </p:nvGrpSpPr>
        <p:grpSpPr>
          <a:xfrm rot="10800000">
            <a:off x="15785091" y="-536942"/>
            <a:ext cx="7681766" cy="4260610"/>
            <a:chOff x="0" y="-38100"/>
            <a:chExt cx="406400" cy="225405"/>
          </a:xfrm>
        </p:grpSpPr>
        <p:sp>
          <p:nvSpPr>
            <p:cNvPr id="637" name="Google Shape;637;p36"/>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638" name="Google Shape;638;p36"/>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39" name="Google Shape;639;p36"/>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640" name="Google Shape;640;p36"/>
          <p:cNvSpPr txBox="1"/>
          <p:nvPr/>
        </p:nvSpPr>
        <p:spPr>
          <a:xfrm>
            <a:off x="5571910" y="401132"/>
            <a:ext cx="11880998" cy="912045"/>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Từ vựng và cấu trúc</a:t>
            </a:r>
            <a:endParaRPr b="1" sz="6000">
              <a:solidFill>
                <a:srgbClr val="018345"/>
              </a:solidFill>
              <a:latin typeface="Montserrat"/>
              <a:ea typeface="Montserrat"/>
              <a:cs typeface="Montserrat"/>
              <a:sym typeface="Montserrat"/>
            </a:endParaRPr>
          </a:p>
        </p:txBody>
      </p:sp>
      <p:grpSp>
        <p:nvGrpSpPr>
          <p:cNvPr id="641" name="Google Shape;641;p36"/>
          <p:cNvGrpSpPr/>
          <p:nvPr/>
        </p:nvGrpSpPr>
        <p:grpSpPr>
          <a:xfrm>
            <a:off x="-2718010" y="9274528"/>
            <a:ext cx="7950400" cy="1707231"/>
            <a:chOff x="0" y="-384762"/>
            <a:chExt cx="10600533" cy="2276307"/>
          </a:xfrm>
        </p:grpSpPr>
        <p:grpSp>
          <p:nvGrpSpPr>
            <p:cNvPr id="642" name="Google Shape;642;p36"/>
            <p:cNvGrpSpPr/>
            <p:nvPr/>
          </p:nvGrpSpPr>
          <p:grpSpPr>
            <a:xfrm>
              <a:off x="0" y="-384762"/>
              <a:ext cx="10600533" cy="2276307"/>
              <a:chOff x="0" y="-38100"/>
              <a:chExt cx="1049690" cy="225405"/>
            </a:xfrm>
          </p:grpSpPr>
          <p:sp>
            <p:nvSpPr>
              <p:cNvPr id="643" name="Google Shape;643;p36"/>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644" name="Google Shape;644;p36"/>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45" name="Google Shape;645;p36"/>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46" name="Google Shape;646;p36"/>
          <p:cNvSpPr txBox="1"/>
          <p:nvPr/>
        </p:nvSpPr>
        <p:spPr>
          <a:xfrm>
            <a:off x="6462157" y="2456269"/>
            <a:ext cx="10990750" cy="6081345"/>
          </a:xfrm>
          <a:prstGeom prst="rect">
            <a:avLst/>
          </a:prstGeom>
          <a:noFill/>
          <a:ln>
            <a:noFill/>
          </a:ln>
        </p:spPr>
        <p:txBody>
          <a:bodyPr anchorCtr="0" anchor="t" bIns="45700" lIns="91425" spcFirstLastPara="1" rIns="91425" wrap="square" tIns="45700">
            <a:spAutoFit/>
          </a:bodyPr>
          <a:lstStyle/>
          <a:p>
            <a:pPr indent="-571500" lvl="0" marL="571500" marR="0" rtl="0" algn="l">
              <a:lnSpc>
                <a:spcPct val="150000"/>
              </a:lnSpc>
              <a:spcBef>
                <a:spcPts val="0"/>
              </a:spcBef>
              <a:spcAft>
                <a:spcPts val="0"/>
              </a:spcAft>
              <a:buClr>
                <a:srgbClr val="018345"/>
              </a:buClr>
              <a:buSzPts val="4400"/>
              <a:buFont typeface="Arial"/>
              <a:buChar char="•"/>
            </a:pPr>
            <a:r>
              <a:rPr lang="en-US" sz="4400">
                <a:solidFill>
                  <a:srgbClr val="018345"/>
                </a:solidFill>
                <a:latin typeface="Calibri"/>
                <a:ea typeface="Calibri"/>
                <a:cs typeface="Calibri"/>
                <a:sym typeface="Calibri"/>
              </a:rPr>
              <a:t>To be honest: </a:t>
            </a:r>
            <a:r>
              <a:rPr lang="en-US" sz="4400">
                <a:solidFill>
                  <a:schemeClr val="dk1"/>
                </a:solidFill>
                <a:latin typeface="Calibri"/>
                <a:ea typeface="Calibri"/>
                <a:cs typeface="Calibri"/>
                <a:sym typeface="Calibri"/>
              </a:rPr>
              <a:t>Thành thật mà nói</a:t>
            </a:r>
            <a:endParaRPr sz="4400">
              <a:solidFill>
                <a:schemeClr val="dk1"/>
              </a:solidFill>
              <a:latin typeface="Calibri"/>
              <a:ea typeface="Calibri"/>
              <a:cs typeface="Calibri"/>
              <a:sym typeface="Calibri"/>
            </a:endParaRPr>
          </a:p>
          <a:p>
            <a:pPr indent="-571500" lvl="0" marL="571500" marR="0" rtl="0" algn="l">
              <a:lnSpc>
                <a:spcPct val="150000"/>
              </a:lnSpc>
              <a:spcBef>
                <a:spcPts val="0"/>
              </a:spcBef>
              <a:spcAft>
                <a:spcPts val="0"/>
              </a:spcAft>
              <a:buClr>
                <a:srgbClr val="018345"/>
              </a:buClr>
              <a:buSzPts val="4400"/>
              <a:buFont typeface="Arial"/>
              <a:buChar char="•"/>
            </a:pPr>
            <a:r>
              <a:rPr lang="en-US" sz="4400">
                <a:solidFill>
                  <a:srgbClr val="018345"/>
                </a:solidFill>
                <a:latin typeface="Calibri"/>
                <a:ea typeface="Calibri"/>
                <a:cs typeface="Calibri"/>
                <a:sym typeface="Calibri"/>
              </a:rPr>
              <a:t>The best holiday I've ever had: </a:t>
            </a:r>
            <a:r>
              <a:rPr lang="en-US" sz="4400">
                <a:solidFill>
                  <a:schemeClr val="dk1"/>
                </a:solidFill>
                <a:latin typeface="Calibri"/>
                <a:ea typeface="Calibri"/>
                <a:cs typeface="Calibri"/>
                <a:sym typeface="Calibri"/>
              </a:rPr>
              <a:t>Kỳ nghỉ tuyệt vời nhất tôi từng có</a:t>
            </a:r>
            <a:endParaRPr sz="4400">
              <a:solidFill>
                <a:schemeClr val="dk1"/>
              </a:solidFill>
              <a:latin typeface="Calibri"/>
              <a:ea typeface="Calibri"/>
              <a:cs typeface="Calibri"/>
              <a:sym typeface="Calibri"/>
            </a:endParaRPr>
          </a:p>
          <a:p>
            <a:pPr indent="-571500" lvl="0" marL="571500" marR="0" rtl="0" algn="l">
              <a:lnSpc>
                <a:spcPct val="150000"/>
              </a:lnSpc>
              <a:spcBef>
                <a:spcPts val="0"/>
              </a:spcBef>
              <a:spcAft>
                <a:spcPts val="0"/>
              </a:spcAft>
              <a:buClr>
                <a:srgbClr val="018345"/>
              </a:buClr>
              <a:buSzPts val="4400"/>
              <a:buFont typeface="Arial"/>
              <a:buChar char="•"/>
            </a:pPr>
            <a:r>
              <a:rPr lang="en-US" sz="4400">
                <a:solidFill>
                  <a:srgbClr val="018345"/>
                </a:solidFill>
                <a:latin typeface="Calibri"/>
                <a:ea typeface="Calibri"/>
                <a:cs typeface="Calibri"/>
                <a:sym typeface="Calibri"/>
              </a:rPr>
              <a:t>Went sightseeing: </a:t>
            </a:r>
            <a:r>
              <a:rPr lang="en-US" sz="4400">
                <a:solidFill>
                  <a:schemeClr val="dk1"/>
                </a:solidFill>
                <a:latin typeface="Calibri"/>
                <a:ea typeface="Calibri"/>
                <a:cs typeface="Calibri"/>
                <a:sym typeface="Calibri"/>
              </a:rPr>
              <a:t>Đi tham quan</a:t>
            </a:r>
            <a:endParaRPr sz="4400">
              <a:solidFill>
                <a:schemeClr val="dk1"/>
              </a:solidFill>
              <a:latin typeface="Calibri"/>
              <a:ea typeface="Calibri"/>
              <a:cs typeface="Calibri"/>
              <a:sym typeface="Calibri"/>
            </a:endParaRPr>
          </a:p>
          <a:p>
            <a:pPr indent="-571500" lvl="0" marL="571500" marR="0" rtl="0" algn="l">
              <a:lnSpc>
                <a:spcPct val="150000"/>
              </a:lnSpc>
              <a:spcBef>
                <a:spcPts val="0"/>
              </a:spcBef>
              <a:spcAft>
                <a:spcPts val="0"/>
              </a:spcAft>
              <a:buClr>
                <a:srgbClr val="018345"/>
              </a:buClr>
              <a:buSzPts val="4400"/>
              <a:buFont typeface="Arial"/>
              <a:buChar char="•"/>
            </a:pPr>
            <a:r>
              <a:rPr lang="en-US" sz="4400">
                <a:solidFill>
                  <a:srgbClr val="018345"/>
                </a:solidFill>
                <a:latin typeface="Calibri"/>
                <a:ea typeface="Calibri"/>
                <a:cs typeface="Calibri"/>
                <a:sym typeface="Calibri"/>
              </a:rPr>
              <a:t>Fell in love with: </a:t>
            </a:r>
            <a:r>
              <a:rPr lang="en-US" sz="4400">
                <a:solidFill>
                  <a:schemeClr val="dk1"/>
                </a:solidFill>
                <a:latin typeface="Calibri"/>
                <a:ea typeface="Calibri"/>
                <a:cs typeface="Calibri"/>
                <a:sym typeface="Calibri"/>
              </a:rPr>
              <a:t>Yêu say đắm</a:t>
            </a:r>
            <a:endParaRPr sz="4400">
              <a:solidFill>
                <a:schemeClr val="dk1"/>
              </a:solidFill>
              <a:latin typeface="Calibri"/>
              <a:ea typeface="Calibri"/>
              <a:cs typeface="Calibri"/>
              <a:sym typeface="Calibri"/>
            </a:endParaRPr>
          </a:p>
          <a:p>
            <a:pPr indent="-571500" lvl="0" marL="571500" marR="0" rtl="0" algn="l">
              <a:lnSpc>
                <a:spcPct val="150000"/>
              </a:lnSpc>
              <a:spcBef>
                <a:spcPts val="0"/>
              </a:spcBef>
              <a:spcAft>
                <a:spcPts val="0"/>
              </a:spcAft>
              <a:buClr>
                <a:srgbClr val="018345"/>
              </a:buClr>
              <a:buSzPts val="4400"/>
              <a:buFont typeface="Arial"/>
              <a:buChar char="•"/>
            </a:pPr>
            <a:r>
              <a:rPr lang="en-US" sz="4400">
                <a:solidFill>
                  <a:srgbClr val="018345"/>
                </a:solidFill>
                <a:latin typeface="Calibri"/>
                <a:ea typeface="Calibri"/>
                <a:cs typeface="Calibri"/>
                <a:sym typeface="Calibri"/>
              </a:rPr>
              <a:t>I can't wait:  </a:t>
            </a:r>
            <a:r>
              <a:rPr lang="en-US" sz="4400">
                <a:solidFill>
                  <a:schemeClr val="dk1"/>
                </a:solidFill>
                <a:latin typeface="Calibri"/>
                <a:ea typeface="Calibri"/>
                <a:cs typeface="Calibri"/>
                <a:sym typeface="Calibri"/>
              </a:rPr>
              <a:t>Tôi không thể chờ đợi</a:t>
            </a:r>
            <a:endParaRPr sz="44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40"/>
                                        </p:tgtEl>
                                        <p:attrNameLst>
                                          <p:attrName>style.visibility</p:attrName>
                                        </p:attrNameLst>
                                      </p:cBhvr>
                                      <p:to>
                                        <p:strVal val="visible"/>
                                      </p:to>
                                    </p:set>
                                    <p:animEffect filter="fade" transition="in">
                                      <p:cBhvr>
                                        <p:cTn dur="500"/>
                                        <p:tgtEl>
                                          <p:spTgt spid="6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cxnSp>
        <p:nvCxnSpPr>
          <p:cNvPr id="651" name="Google Shape;651;p37"/>
          <p:cNvCxnSpPr/>
          <p:nvPr/>
        </p:nvCxnSpPr>
        <p:spPr>
          <a:xfrm>
            <a:off x="5693855" y="2235185"/>
            <a:ext cx="11307428" cy="0"/>
          </a:xfrm>
          <a:prstGeom prst="straightConnector1">
            <a:avLst/>
          </a:prstGeom>
          <a:noFill/>
          <a:ln cap="flat" cmpd="sng" w="38100">
            <a:solidFill>
              <a:srgbClr val="018345"/>
            </a:solidFill>
            <a:prstDash val="solid"/>
            <a:round/>
            <a:headEnd len="sm" w="sm" type="none"/>
            <a:tailEnd len="sm" w="sm" type="none"/>
          </a:ln>
        </p:spPr>
      </p:cxnSp>
      <p:cxnSp>
        <p:nvCxnSpPr>
          <p:cNvPr id="652" name="Google Shape;652;p37"/>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653" name="Google Shape;653;p37"/>
          <p:cNvGrpSpPr/>
          <p:nvPr/>
        </p:nvGrpSpPr>
        <p:grpSpPr>
          <a:xfrm rot="10800000">
            <a:off x="15044552" y="-741521"/>
            <a:ext cx="7681766" cy="4260610"/>
            <a:chOff x="0" y="-38100"/>
            <a:chExt cx="406400" cy="225405"/>
          </a:xfrm>
        </p:grpSpPr>
        <p:sp>
          <p:nvSpPr>
            <p:cNvPr id="654" name="Google Shape;654;p37"/>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655" name="Google Shape;655;p37"/>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656" name="Google Shape;656;p37"/>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657" name="Google Shape;657;p37"/>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658" name="Google Shape;658;p37"/>
          <p:cNvSpPr txBox="1"/>
          <p:nvPr/>
        </p:nvSpPr>
        <p:spPr>
          <a:xfrm>
            <a:off x="6705600" y="2324100"/>
            <a:ext cx="9930000" cy="1108200"/>
          </a:xfrm>
          <a:prstGeom prst="rect">
            <a:avLst/>
          </a:prstGeom>
          <a:noFill/>
          <a:ln>
            <a:noFill/>
          </a:ln>
        </p:spPr>
        <p:txBody>
          <a:bodyPr anchorCtr="0" anchor="t" bIns="0" lIns="0" spcFirstLastPara="1" rIns="0" wrap="square" tIns="0">
            <a:spAutoFit/>
          </a:bodyPr>
          <a:lstStyle/>
          <a:p>
            <a:pPr indent="0" lvl="0" marL="0" marR="0" rtl="0" algn="ctr">
              <a:lnSpc>
                <a:spcPct val="150069"/>
              </a:lnSpc>
              <a:spcBef>
                <a:spcPts val="0"/>
              </a:spcBef>
              <a:spcAft>
                <a:spcPts val="0"/>
              </a:spcAft>
              <a:buNone/>
            </a:pPr>
            <a:r>
              <a:rPr b="1" lang="en-US" sz="7200">
                <a:solidFill>
                  <a:srgbClr val="018345"/>
                </a:solidFill>
                <a:latin typeface="Montserrat"/>
                <a:ea typeface="Montserrat"/>
                <a:cs typeface="Montserrat"/>
                <a:sym typeface="Montserrat"/>
              </a:rPr>
              <a:t>Template</a:t>
            </a:r>
            <a:endParaRPr b="1" sz="7200">
              <a:solidFill>
                <a:srgbClr val="018345"/>
              </a:solidFill>
              <a:latin typeface="Montserrat"/>
              <a:ea typeface="Montserrat"/>
              <a:cs typeface="Montserrat"/>
              <a:sym typeface="Montserrat"/>
            </a:endParaRPr>
          </a:p>
        </p:txBody>
      </p:sp>
      <p:sp>
        <p:nvSpPr>
          <p:cNvPr id="659" name="Google Shape;659;p37"/>
          <p:cNvSpPr txBox="1"/>
          <p:nvPr/>
        </p:nvSpPr>
        <p:spPr>
          <a:xfrm>
            <a:off x="10182106" y="339710"/>
            <a:ext cx="2202732" cy="1895475"/>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05</a:t>
            </a:r>
            <a:endParaRPr/>
          </a:p>
        </p:txBody>
      </p:sp>
      <p:grpSp>
        <p:nvGrpSpPr>
          <p:cNvPr id="660" name="Google Shape;660;p37"/>
          <p:cNvGrpSpPr/>
          <p:nvPr/>
        </p:nvGrpSpPr>
        <p:grpSpPr>
          <a:xfrm>
            <a:off x="-2718010" y="9274528"/>
            <a:ext cx="7950400" cy="1707231"/>
            <a:chOff x="0" y="-384762"/>
            <a:chExt cx="10600533" cy="2276307"/>
          </a:xfrm>
        </p:grpSpPr>
        <p:grpSp>
          <p:nvGrpSpPr>
            <p:cNvPr id="661" name="Google Shape;661;p37"/>
            <p:cNvGrpSpPr/>
            <p:nvPr/>
          </p:nvGrpSpPr>
          <p:grpSpPr>
            <a:xfrm>
              <a:off x="0" y="-384762"/>
              <a:ext cx="10600533" cy="2276307"/>
              <a:chOff x="0" y="-38100"/>
              <a:chExt cx="1049690" cy="225405"/>
            </a:xfrm>
          </p:grpSpPr>
          <p:sp>
            <p:nvSpPr>
              <p:cNvPr id="662" name="Google Shape;662;p37"/>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663" name="Google Shape;663;p37"/>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64" name="Google Shape;664;p37"/>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pic>
        <p:nvPicPr>
          <p:cNvPr id="665" name="Google Shape;665;p37"/>
          <p:cNvPicPr preferRelativeResize="0"/>
          <p:nvPr/>
        </p:nvPicPr>
        <p:blipFill rotWithShape="1">
          <a:blip r:embed="rId5">
            <a:alphaModFix/>
          </a:blip>
          <a:srcRect b="0" l="0" r="0" t="0"/>
          <a:stretch/>
        </p:blipFill>
        <p:spPr>
          <a:xfrm>
            <a:off x="8915400" y="3956510"/>
            <a:ext cx="5962650" cy="5962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659"/>
                                        </p:tgtEl>
                                        <p:attrNameLst>
                                          <p:attrName>style.visibility</p:attrName>
                                        </p:attrNameLst>
                                      </p:cBhvr>
                                      <p:to>
                                        <p:strVal val="visible"/>
                                      </p:to>
                                    </p:set>
                                    <p:anim calcmode="lin" valueType="num">
                                      <p:cBhvr additive="base">
                                        <p:cTn dur="500"/>
                                        <p:tgtEl>
                                          <p:spTgt spid="659"/>
                                        </p:tgtEl>
                                        <p:attrNameLst>
                                          <p:attrName>ppt_w</p:attrName>
                                        </p:attrNameLst>
                                      </p:cBhvr>
                                      <p:tavLst>
                                        <p:tav fmla="" tm="0">
                                          <p:val>
                                            <p:strVal val="0"/>
                                          </p:val>
                                        </p:tav>
                                        <p:tav fmla="" tm="100000">
                                          <p:val>
                                            <p:strVal val="#ppt_w"/>
                                          </p:val>
                                        </p:tav>
                                      </p:tavLst>
                                    </p:anim>
                                    <p:anim calcmode="lin" valueType="num">
                                      <p:cBhvr additive="base">
                                        <p:cTn dur="500"/>
                                        <p:tgtEl>
                                          <p:spTgt spid="659"/>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658"/>
                                        </p:tgtEl>
                                        <p:attrNameLst>
                                          <p:attrName>style.visibility</p:attrName>
                                        </p:attrNameLst>
                                      </p:cBhvr>
                                      <p:to>
                                        <p:strVal val="visible"/>
                                      </p:to>
                                    </p:set>
                                    <p:anim calcmode="lin" valueType="num">
                                      <p:cBhvr additive="base">
                                        <p:cTn dur="500"/>
                                        <p:tgtEl>
                                          <p:spTgt spid="658"/>
                                        </p:tgtEl>
                                        <p:attrNameLst>
                                          <p:attrName>ppt_w</p:attrName>
                                        </p:attrNameLst>
                                      </p:cBhvr>
                                      <p:tavLst>
                                        <p:tav fmla="" tm="0">
                                          <p:val>
                                            <p:strVal val="0"/>
                                          </p:val>
                                        </p:tav>
                                        <p:tav fmla="" tm="100000">
                                          <p:val>
                                            <p:strVal val="#ppt_w"/>
                                          </p:val>
                                        </p:tav>
                                      </p:tavLst>
                                    </p:anim>
                                    <p:anim calcmode="lin" valueType="num">
                                      <p:cBhvr additive="base">
                                        <p:cTn dur="500"/>
                                        <p:tgtEl>
                                          <p:spTgt spid="658"/>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cxnSp>
        <p:nvCxnSpPr>
          <p:cNvPr id="671" name="Google Shape;671;p38"/>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grpSp>
        <p:nvGrpSpPr>
          <p:cNvPr id="672" name="Google Shape;672;p38"/>
          <p:cNvGrpSpPr/>
          <p:nvPr/>
        </p:nvGrpSpPr>
        <p:grpSpPr>
          <a:xfrm rot="10800000">
            <a:off x="15785084" y="-536938"/>
            <a:ext cx="7681773" cy="4260605"/>
            <a:chOff x="0" y="-38100"/>
            <a:chExt cx="406400" cy="225405"/>
          </a:xfrm>
        </p:grpSpPr>
        <p:sp>
          <p:nvSpPr>
            <p:cNvPr id="673" name="Google Shape;673;p38"/>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674" name="Google Shape;674;p38"/>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75" name="Google Shape;675;p38"/>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676" name="Google Shape;676;p38"/>
          <p:cNvSpPr txBox="1"/>
          <p:nvPr/>
        </p:nvSpPr>
        <p:spPr>
          <a:xfrm>
            <a:off x="5571910" y="401132"/>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Mẫu mô tả người</a:t>
            </a:r>
            <a:endParaRPr b="1" sz="6000">
              <a:solidFill>
                <a:srgbClr val="018345"/>
              </a:solidFill>
              <a:latin typeface="Montserrat"/>
              <a:ea typeface="Montserrat"/>
              <a:cs typeface="Montserrat"/>
              <a:sym typeface="Montserrat"/>
            </a:endParaRPr>
          </a:p>
        </p:txBody>
      </p:sp>
      <p:sp>
        <p:nvSpPr>
          <p:cNvPr id="677" name="Google Shape;677;p38"/>
          <p:cNvSpPr txBox="1"/>
          <p:nvPr/>
        </p:nvSpPr>
        <p:spPr>
          <a:xfrm>
            <a:off x="3137175" y="1517200"/>
            <a:ext cx="15264000" cy="81732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0"/>
              </a:spcBef>
              <a:spcAft>
                <a:spcPts val="0"/>
              </a:spcAft>
              <a:buClr>
                <a:schemeClr val="dk1"/>
              </a:buClr>
              <a:buSzPts val="1100"/>
              <a:buFont typeface="Arial"/>
              <a:buNone/>
            </a:pPr>
            <a:r>
              <a:rPr b="1" lang="en-US" sz="3000">
                <a:solidFill>
                  <a:schemeClr val="dk1"/>
                </a:solidFill>
              </a:rPr>
              <a:t>Giới thiệu về người đó:</a:t>
            </a:r>
            <a:endParaRPr b="1" sz="3000">
              <a:solidFill>
                <a:schemeClr val="dk1"/>
              </a:solidFill>
            </a:endParaRPr>
          </a:p>
          <a:p>
            <a:pPr indent="0" lvl="0" marL="0" rtl="0" algn="l">
              <a:lnSpc>
                <a:spcPct val="150000"/>
              </a:lnSpc>
              <a:spcBef>
                <a:spcPts val="0"/>
              </a:spcBef>
              <a:spcAft>
                <a:spcPts val="0"/>
              </a:spcAft>
              <a:buClr>
                <a:schemeClr val="dk1"/>
              </a:buClr>
              <a:buSzPts val="1100"/>
              <a:buFont typeface="Arial"/>
              <a:buNone/>
            </a:pPr>
            <a:r>
              <a:rPr i="1" lang="en-US" sz="3000">
                <a:solidFill>
                  <a:schemeClr val="dk1"/>
                </a:solidFill>
              </a:rPr>
              <a:t>Well, this is an interesting question. Let me tell you about my + [brother, teacher,...]</a:t>
            </a:r>
            <a:endParaRPr i="1" sz="3000">
              <a:solidFill>
                <a:schemeClr val="dk1"/>
              </a:solidFill>
            </a:endParaRPr>
          </a:p>
          <a:p>
            <a:pPr indent="0" lvl="0" marL="0" rtl="0" algn="l">
              <a:lnSpc>
                <a:spcPct val="150000"/>
              </a:lnSpc>
              <a:spcBef>
                <a:spcPts val="0"/>
              </a:spcBef>
              <a:spcAft>
                <a:spcPts val="0"/>
              </a:spcAft>
              <a:buClr>
                <a:schemeClr val="dk1"/>
              </a:buClr>
              <a:buSzPts val="1100"/>
              <a:buFont typeface="Arial"/>
              <a:buNone/>
            </a:pPr>
            <a:r>
              <a:rPr i="1" lang="en-US" sz="3000">
                <a:solidFill>
                  <a:schemeClr val="dk1"/>
                </a:solidFill>
              </a:rPr>
              <a:t>His name/Her name is Tom/Jane.</a:t>
            </a:r>
            <a:endParaRPr i="1" sz="3000">
              <a:solidFill>
                <a:schemeClr val="dk1"/>
              </a:solidFill>
            </a:endParaRPr>
          </a:p>
          <a:p>
            <a:pPr indent="0" lvl="0" marL="0" rtl="0" algn="l">
              <a:lnSpc>
                <a:spcPct val="150000"/>
              </a:lnSpc>
              <a:spcBef>
                <a:spcPts val="0"/>
              </a:spcBef>
              <a:spcAft>
                <a:spcPts val="0"/>
              </a:spcAft>
              <a:buClr>
                <a:schemeClr val="dk1"/>
              </a:buClr>
              <a:buSzPts val="1100"/>
              <a:buFont typeface="Arial"/>
              <a:buNone/>
            </a:pPr>
            <a:r>
              <a:rPr i="1" lang="en-US" sz="3000">
                <a:solidFill>
                  <a:schemeClr val="dk1"/>
                </a:solidFill>
              </a:rPr>
              <a:t>Actually, we are best friends. I have known him for many years.</a:t>
            </a:r>
            <a:endParaRPr i="1" sz="3000">
              <a:solidFill>
                <a:schemeClr val="dk1"/>
              </a:solidFill>
            </a:endParaRPr>
          </a:p>
          <a:p>
            <a:pPr indent="0" lvl="0" marL="0" rtl="0" algn="l">
              <a:lnSpc>
                <a:spcPct val="150000"/>
              </a:lnSpc>
              <a:spcBef>
                <a:spcPts val="0"/>
              </a:spcBef>
              <a:spcAft>
                <a:spcPts val="0"/>
              </a:spcAft>
              <a:buClr>
                <a:schemeClr val="dk1"/>
              </a:buClr>
              <a:buSzPts val="1100"/>
              <a:buFont typeface="Arial"/>
              <a:buNone/>
            </a:pPr>
            <a:r>
              <a:rPr b="1" lang="en-US" sz="3000">
                <a:solidFill>
                  <a:schemeClr val="dk1"/>
                </a:solidFill>
              </a:rPr>
              <a:t>Mô tả ngoại hình (optional):</a:t>
            </a:r>
            <a:endParaRPr b="1" sz="3000">
              <a:solidFill>
                <a:schemeClr val="dk1"/>
              </a:solidFill>
            </a:endParaRPr>
          </a:p>
          <a:p>
            <a:pPr indent="0" lvl="0" marL="0" rtl="0" algn="l">
              <a:lnSpc>
                <a:spcPct val="150000"/>
              </a:lnSpc>
              <a:spcBef>
                <a:spcPts val="0"/>
              </a:spcBef>
              <a:spcAft>
                <a:spcPts val="0"/>
              </a:spcAft>
              <a:buClr>
                <a:schemeClr val="dk1"/>
              </a:buClr>
              <a:buSzPts val="1100"/>
              <a:buFont typeface="Arial"/>
              <a:buNone/>
            </a:pPr>
            <a:r>
              <a:rPr i="1" lang="en-US" sz="3000">
                <a:solidFill>
                  <a:schemeClr val="dk1"/>
                </a:solidFill>
              </a:rPr>
              <a:t>He is very good looking but he's pretty tall and thin. He is forty years old.</a:t>
            </a:r>
            <a:endParaRPr i="1" sz="3000">
              <a:solidFill>
                <a:schemeClr val="dk1"/>
              </a:solidFill>
            </a:endParaRPr>
          </a:p>
          <a:p>
            <a:pPr indent="0" lvl="0" marL="0" rtl="0" algn="l">
              <a:lnSpc>
                <a:spcPct val="150000"/>
              </a:lnSpc>
              <a:spcBef>
                <a:spcPts val="0"/>
              </a:spcBef>
              <a:spcAft>
                <a:spcPts val="0"/>
              </a:spcAft>
              <a:buClr>
                <a:schemeClr val="dk1"/>
              </a:buClr>
              <a:buSzPts val="1100"/>
              <a:buFont typeface="Arial"/>
              <a:buNone/>
            </a:pPr>
            <a:r>
              <a:rPr i="1" lang="en-US" sz="3000">
                <a:solidFill>
                  <a:schemeClr val="dk1"/>
                </a:solidFill>
              </a:rPr>
              <a:t>He has short black hair </a:t>
            </a:r>
            <a:r>
              <a:rPr b="1" i="1" lang="en-US" sz="3000">
                <a:solidFill>
                  <a:schemeClr val="dk1"/>
                </a:solidFill>
              </a:rPr>
              <a:t>and </a:t>
            </a:r>
            <a:r>
              <a:rPr i="1" lang="en-US" sz="3000">
                <a:solidFill>
                  <a:schemeClr val="dk1"/>
                </a:solidFill>
              </a:rPr>
              <a:t>very big eyes.</a:t>
            </a:r>
            <a:endParaRPr i="1" sz="3000">
              <a:solidFill>
                <a:schemeClr val="dk1"/>
              </a:solidFill>
            </a:endParaRPr>
          </a:p>
          <a:p>
            <a:pPr indent="0" lvl="0" marL="0" rtl="0" algn="l">
              <a:lnSpc>
                <a:spcPct val="150000"/>
              </a:lnSpc>
              <a:spcBef>
                <a:spcPts val="0"/>
              </a:spcBef>
              <a:spcAft>
                <a:spcPts val="0"/>
              </a:spcAft>
              <a:buClr>
                <a:schemeClr val="dk1"/>
              </a:buClr>
              <a:buSzPts val="1100"/>
              <a:buFont typeface="Arial"/>
              <a:buNone/>
            </a:pPr>
            <a:r>
              <a:rPr b="1" lang="en-US" sz="3000">
                <a:solidFill>
                  <a:schemeClr val="dk1"/>
                </a:solidFill>
              </a:rPr>
              <a:t>Mô tả tính cách:</a:t>
            </a:r>
            <a:endParaRPr b="1" sz="3000">
              <a:solidFill>
                <a:schemeClr val="dk1"/>
              </a:solidFill>
            </a:endParaRPr>
          </a:p>
          <a:p>
            <a:pPr indent="0" lvl="0" marL="0" rtl="0" algn="l">
              <a:lnSpc>
                <a:spcPct val="150000"/>
              </a:lnSpc>
              <a:spcBef>
                <a:spcPts val="0"/>
              </a:spcBef>
              <a:spcAft>
                <a:spcPts val="0"/>
              </a:spcAft>
              <a:buClr>
                <a:schemeClr val="dk1"/>
              </a:buClr>
              <a:buSzPts val="1100"/>
              <a:buFont typeface="Arial"/>
              <a:buNone/>
            </a:pPr>
            <a:r>
              <a:rPr i="1" lang="en-US" sz="3000">
                <a:solidFill>
                  <a:schemeClr val="dk1"/>
                </a:solidFill>
              </a:rPr>
              <a:t>Everybody says Tom is kind and friendly. He is really funny, too.</a:t>
            </a:r>
            <a:endParaRPr i="1" sz="3000">
              <a:solidFill>
                <a:schemeClr val="dk1"/>
              </a:solidFill>
            </a:endParaRPr>
          </a:p>
          <a:p>
            <a:pPr indent="0" lvl="0" marL="0" rtl="0" algn="l">
              <a:lnSpc>
                <a:spcPct val="150000"/>
              </a:lnSpc>
              <a:spcBef>
                <a:spcPts val="0"/>
              </a:spcBef>
              <a:spcAft>
                <a:spcPts val="0"/>
              </a:spcAft>
              <a:buClr>
                <a:schemeClr val="dk1"/>
              </a:buClr>
              <a:buSzPts val="1100"/>
              <a:buFont typeface="Arial"/>
              <a:buNone/>
            </a:pPr>
            <a:r>
              <a:rPr i="1" lang="en-US" sz="3000">
                <a:solidFill>
                  <a:schemeClr val="dk1"/>
                </a:solidFill>
              </a:rPr>
              <a:t>He always supports me when I need him.</a:t>
            </a:r>
            <a:endParaRPr i="1" sz="3000">
              <a:solidFill>
                <a:schemeClr val="dk1"/>
              </a:solidFill>
            </a:endParaRPr>
          </a:p>
          <a:p>
            <a:pPr indent="0" lvl="0" marL="0" rtl="0" algn="l">
              <a:lnSpc>
                <a:spcPct val="150000"/>
              </a:lnSpc>
              <a:spcBef>
                <a:spcPts val="0"/>
              </a:spcBef>
              <a:spcAft>
                <a:spcPts val="0"/>
              </a:spcAft>
              <a:buClr>
                <a:schemeClr val="dk1"/>
              </a:buClr>
              <a:buSzPts val="1100"/>
              <a:buFont typeface="Arial"/>
              <a:buNone/>
            </a:pPr>
            <a:r>
              <a:rPr b="1" lang="en-US" sz="3000">
                <a:solidFill>
                  <a:schemeClr val="dk1"/>
                </a:solidFill>
              </a:rPr>
              <a:t>Đưa ra cảm nhận về người đó:</a:t>
            </a:r>
            <a:endParaRPr b="1" sz="3000">
              <a:solidFill>
                <a:schemeClr val="dk1"/>
              </a:solidFill>
            </a:endParaRPr>
          </a:p>
          <a:p>
            <a:pPr indent="0" lvl="0" marL="0" rtl="0" algn="l">
              <a:lnSpc>
                <a:spcPct val="150000"/>
              </a:lnSpc>
              <a:spcBef>
                <a:spcPts val="0"/>
              </a:spcBef>
              <a:spcAft>
                <a:spcPts val="0"/>
              </a:spcAft>
              <a:buNone/>
            </a:pPr>
            <a:r>
              <a:rPr i="1" lang="en-US" sz="3000">
                <a:solidFill>
                  <a:schemeClr val="dk1"/>
                </a:solidFill>
              </a:rPr>
              <a:t>That's why he's truly a special person to me</a:t>
            </a:r>
            <a:r>
              <a:rPr b="1" i="1" lang="en-US" sz="3000">
                <a:solidFill>
                  <a:schemeClr val="dk1"/>
                </a:solidFill>
              </a:rPr>
              <a:t>.</a:t>
            </a:r>
            <a:endParaRPr sz="3000">
              <a:solidFill>
                <a:srgbClr val="018345"/>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76"/>
                                        </p:tgtEl>
                                        <p:attrNameLst>
                                          <p:attrName>style.visibility</p:attrName>
                                        </p:attrNameLst>
                                      </p:cBhvr>
                                      <p:to>
                                        <p:strVal val="visible"/>
                                      </p:to>
                                    </p:set>
                                    <p:animEffect filter="fade" transition="in">
                                      <p:cBhvr>
                                        <p:cTn dur="500"/>
                                        <p:tgtEl>
                                          <p:spTgt spid="6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cxnSp>
        <p:nvCxnSpPr>
          <p:cNvPr id="683" name="Google Shape;683;p39"/>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grpSp>
        <p:nvGrpSpPr>
          <p:cNvPr id="684" name="Google Shape;684;p39"/>
          <p:cNvGrpSpPr/>
          <p:nvPr/>
        </p:nvGrpSpPr>
        <p:grpSpPr>
          <a:xfrm rot="10800000">
            <a:off x="15785084" y="-536938"/>
            <a:ext cx="7681773" cy="4260605"/>
            <a:chOff x="0" y="-38100"/>
            <a:chExt cx="406400" cy="225405"/>
          </a:xfrm>
        </p:grpSpPr>
        <p:sp>
          <p:nvSpPr>
            <p:cNvPr id="685" name="Google Shape;685;p39"/>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686" name="Google Shape;686;p39"/>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87" name="Google Shape;687;p39"/>
          <p:cNvSpPr txBox="1"/>
          <p:nvPr/>
        </p:nvSpPr>
        <p:spPr>
          <a:xfrm>
            <a:off x="5571910" y="401132"/>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Mẫu mô tả đ</a:t>
            </a:r>
            <a:r>
              <a:rPr b="1" lang="en-US" sz="6000">
                <a:solidFill>
                  <a:srgbClr val="018345"/>
                </a:solidFill>
                <a:latin typeface="Montserrat"/>
                <a:ea typeface="Montserrat"/>
                <a:cs typeface="Montserrat"/>
                <a:sym typeface="Montserrat"/>
              </a:rPr>
              <a:t>ịa điểm</a:t>
            </a:r>
            <a:endParaRPr b="1" sz="6000">
              <a:solidFill>
                <a:srgbClr val="018345"/>
              </a:solidFill>
              <a:latin typeface="Montserrat"/>
              <a:ea typeface="Montserrat"/>
              <a:cs typeface="Montserrat"/>
              <a:sym typeface="Montserrat"/>
            </a:endParaRPr>
          </a:p>
        </p:txBody>
      </p:sp>
      <p:sp>
        <p:nvSpPr>
          <p:cNvPr id="688" name="Google Shape;688;p39"/>
          <p:cNvSpPr txBox="1"/>
          <p:nvPr/>
        </p:nvSpPr>
        <p:spPr>
          <a:xfrm>
            <a:off x="1078475" y="1416963"/>
            <a:ext cx="13610400" cy="5541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0"/>
              </a:spcBef>
              <a:spcAft>
                <a:spcPts val="0"/>
              </a:spcAft>
              <a:buNone/>
            </a:pPr>
            <a:r>
              <a:rPr b="1" i="1" lang="en-US" sz="3000" u="sng">
                <a:solidFill>
                  <a:schemeClr val="dk1"/>
                </a:solidFill>
              </a:rPr>
              <a:t>Nhóm 1</a:t>
            </a:r>
            <a:r>
              <a:rPr b="1" i="1" lang="en-US" sz="3000">
                <a:solidFill>
                  <a:schemeClr val="dk1"/>
                </a:solidFill>
              </a:rPr>
              <a:t>:</a:t>
            </a:r>
            <a:r>
              <a:rPr i="1" lang="en-US" sz="3000">
                <a:solidFill>
                  <a:schemeClr val="dk1"/>
                </a:solidFill>
              </a:rPr>
              <a:t> Địa điểm lớn (hometown, city, famous destinations -&gt; tỉnh, thành phố)</a:t>
            </a:r>
            <a:endParaRPr b="1" sz="3000">
              <a:solidFill>
                <a:schemeClr val="dk1"/>
              </a:solidFill>
            </a:endParaRPr>
          </a:p>
        </p:txBody>
      </p:sp>
      <p:sp>
        <p:nvSpPr>
          <p:cNvPr id="689" name="Google Shape;689;p39"/>
          <p:cNvSpPr txBox="1"/>
          <p:nvPr/>
        </p:nvSpPr>
        <p:spPr>
          <a:xfrm>
            <a:off x="2835275" y="2123475"/>
            <a:ext cx="15264000" cy="81732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0"/>
              </a:spcBef>
              <a:spcAft>
                <a:spcPts val="0"/>
              </a:spcAft>
              <a:buNone/>
            </a:pPr>
            <a:r>
              <a:rPr b="1" i="1" lang="en-US" sz="3000">
                <a:solidFill>
                  <a:schemeClr val="dk1"/>
                </a:solidFill>
              </a:rPr>
              <a:t>Giới thiệu về địa điểm đó</a:t>
            </a:r>
            <a:endParaRPr b="1" i="1" sz="3000">
              <a:solidFill>
                <a:schemeClr val="dk1"/>
              </a:solidFill>
            </a:endParaRPr>
          </a:p>
          <a:p>
            <a:pPr indent="0" lvl="0" marL="0" rtl="0" algn="l">
              <a:lnSpc>
                <a:spcPct val="150000"/>
              </a:lnSpc>
              <a:spcBef>
                <a:spcPts val="0"/>
              </a:spcBef>
              <a:spcAft>
                <a:spcPts val="0"/>
              </a:spcAft>
              <a:buNone/>
            </a:pPr>
            <a:r>
              <a:rPr i="1" lang="en-US" sz="3000">
                <a:solidFill>
                  <a:schemeClr val="dk1"/>
                </a:solidFill>
              </a:rPr>
              <a:t>Well, I'm going to talk about + [danh từ trong câu hỏi].</a:t>
            </a:r>
            <a:endParaRPr i="1" sz="3000">
              <a:solidFill>
                <a:schemeClr val="dk1"/>
              </a:solidFill>
            </a:endParaRPr>
          </a:p>
          <a:p>
            <a:pPr indent="0" lvl="0" marL="0" rtl="0" algn="l">
              <a:lnSpc>
                <a:spcPct val="150000"/>
              </a:lnSpc>
              <a:spcBef>
                <a:spcPts val="0"/>
              </a:spcBef>
              <a:spcAft>
                <a:spcPts val="0"/>
              </a:spcAft>
              <a:buNone/>
            </a:pPr>
            <a:r>
              <a:rPr i="1" lang="en-US" sz="3000">
                <a:solidFill>
                  <a:schemeClr val="dk1"/>
                </a:solidFill>
              </a:rPr>
              <a:t>It's Hà Nội - the capital city of Vietnam. It is located in the North of Vietnam and it is a big and dynamic city.</a:t>
            </a:r>
            <a:endParaRPr i="1" sz="3000">
              <a:solidFill>
                <a:schemeClr val="dk1"/>
              </a:solidFill>
            </a:endParaRPr>
          </a:p>
          <a:p>
            <a:pPr indent="0" lvl="0" marL="0" rtl="0" algn="l">
              <a:lnSpc>
                <a:spcPct val="150000"/>
              </a:lnSpc>
              <a:spcBef>
                <a:spcPts val="0"/>
              </a:spcBef>
              <a:spcAft>
                <a:spcPts val="0"/>
              </a:spcAft>
              <a:buNone/>
            </a:pPr>
            <a:r>
              <a:rPr b="1" lang="en-US" sz="3000">
                <a:solidFill>
                  <a:schemeClr val="dk1"/>
                </a:solidFill>
              </a:rPr>
              <a:t>Mô tả đặc điểm:</a:t>
            </a:r>
            <a:endParaRPr b="1" sz="3000">
              <a:solidFill>
                <a:schemeClr val="dk1"/>
              </a:solidFill>
            </a:endParaRPr>
          </a:p>
          <a:p>
            <a:pPr indent="0" lvl="0" marL="0" rtl="0" algn="l">
              <a:lnSpc>
                <a:spcPct val="150000"/>
              </a:lnSpc>
              <a:spcBef>
                <a:spcPts val="0"/>
              </a:spcBef>
              <a:spcAft>
                <a:spcPts val="0"/>
              </a:spcAft>
              <a:buNone/>
            </a:pPr>
            <a:r>
              <a:rPr i="1" lang="en-US" sz="3000">
                <a:solidFill>
                  <a:schemeClr val="dk1"/>
                </a:solidFill>
              </a:rPr>
              <a:t>When you go to HN, there are many things to do and to see here. In addition, you must try the food here. The food is super tasty/delicious. I love the weather here, too. It is always comfortable with a lot of sunshine.</a:t>
            </a:r>
            <a:endParaRPr i="1" sz="3000">
              <a:solidFill>
                <a:schemeClr val="dk1"/>
              </a:solidFill>
            </a:endParaRPr>
          </a:p>
          <a:p>
            <a:pPr indent="0" lvl="0" marL="0" rtl="0" algn="l">
              <a:lnSpc>
                <a:spcPct val="150000"/>
              </a:lnSpc>
              <a:spcBef>
                <a:spcPts val="0"/>
              </a:spcBef>
              <a:spcAft>
                <a:spcPts val="0"/>
              </a:spcAft>
              <a:buNone/>
            </a:pPr>
            <a:r>
              <a:rPr b="1" lang="en-US" sz="3000">
                <a:solidFill>
                  <a:schemeClr val="dk1"/>
                </a:solidFill>
              </a:rPr>
              <a:t>Hoạt động có thể làm ở đó:</a:t>
            </a:r>
            <a:endParaRPr b="1" sz="3000">
              <a:solidFill>
                <a:schemeClr val="dk1"/>
              </a:solidFill>
            </a:endParaRPr>
          </a:p>
          <a:p>
            <a:pPr indent="0" lvl="0" marL="0" rtl="0" algn="l">
              <a:lnSpc>
                <a:spcPct val="150000"/>
              </a:lnSpc>
              <a:spcBef>
                <a:spcPts val="0"/>
              </a:spcBef>
              <a:spcAft>
                <a:spcPts val="0"/>
              </a:spcAft>
              <a:buNone/>
            </a:pPr>
            <a:r>
              <a:rPr i="1" lang="en-US" sz="3000">
                <a:solidFill>
                  <a:schemeClr val="dk1"/>
                </a:solidFill>
              </a:rPr>
              <a:t>People can [go shopping/relax/take a lot of great photos].</a:t>
            </a:r>
            <a:endParaRPr i="1" sz="3000">
              <a:solidFill>
                <a:schemeClr val="dk1"/>
              </a:solidFill>
            </a:endParaRPr>
          </a:p>
          <a:p>
            <a:pPr indent="0" lvl="0" marL="0" rtl="0" algn="l">
              <a:lnSpc>
                <a:spcPct val="150000"/>
              </a:lnSpc>
              <a:spcBef>
                <a:spcPts val="0"/>
              </a:spcBef>
              <a:spcAft>
                <a:spcPts val="0"/>
              </a:spcAft>
              <a:buNone/>
            </a:pPr>
            <a:r>
              <a:rPr b="1" lang="en-US" sz="3000">
                <a:solidFill>
                  <a:schemeClr val="dk1"/>
                </a:solidFill>
              </a:rPr>
              <a:t>Cảm nhận cá nhân về địa điểm đó</a:t>
            </a:r>
            <a:endParaRPr b="1" sz="3000">
              <a:solidFill>
                <a:schemeClr val="dk1"/>
              </a:solidFill>
            </a:endParaRPr>
          </a:p>
          <a:p>
            <a:pPr indent="0" lvl="0" marL="0" rtl="0" algn="l">
              <a:lnSpc>
                <a:spcPct val="150000"/>
              </a:lnSpc>
              <a:spcBef>
                <a:spcPts val="0"/>
              </a:spcBef>
              <a:spcAft>
                <a:spcPts val="0"/>
              </a:spcAft>
              <a:buNone/>
            </a:pPr>
            <a:r>
              <a:rPr i="1" lang="en-US" sz="3000">
                <a:solidFill>
                  <a:schemeClr val="dk1"/>
                </a:solidFill>
              </a:rPr>
              <a:t>Hanoi always has a special place in my heart.</a:t>
            </a:r>
            <a:endParaRPr b="1" sz="30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87"/>
                                        </p:tgtEl>
                                        <p:attrNameLst>
                                          <p:attrName>style.visibility</p:attrName>
                                        </p:attrNameLst>
                                      </p:cBhvr>
                                      <p:to>
                                        <p:strVal val="visible"/>
                                      </p:to>
                                    </p:set>
                                    <p:animEffect filter="fade" transition="in">
                                      <p:cBhvr>
                                        <p:cTn dur="500"/>
                                        <p:tgtEl>
                                          <p:spTgt spid="6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cxnSp>
        <p:nvCxnSpPr>
          <p:cNvPr id="695" name="Google Shape;695;p40"/>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grpSp>
        <p:nvGrpSpPr>
          <p:cNvPr id="696" name="Google Shape;696;p40"/>
          <p:cNvGrpSpPr/>
          <p:nvPr/>
        </p:nvGrpSpPr>
        <p:grpSpPr>
          <a:xfrm rot="10800000">
            <a:off x="15785084" y="-536938"/>
            <a:ext cx="7681773" cy="4260605"/>
            <a:chOff x="0" y="-38100"/>
            <a:chExt cx="406400" cy="225405"/>
          </a:xfrm>
        </p:grpSpPr>
        <p:sp>
          <p:nvSpPr>
            <p:cNvPr id="697" name="Google Shape;697;p40"/>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698" name="Google Shape;698;p40"/>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99" name="Google Shape;699;p40"/>
          <p:cNvSpPr txBox="1"/>
          <p:nvPr/>
        </p:nvSpPr>
        <p:spPr>
          <a:xfrm>
            <a:off x="5571910" y="401132"/>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Mẫu mô tả địa điểm</a:t>
            </a:r>
            <a:endParaRPr b="1" sz="6000">
              <a:solidFill>
                <a:srgbClr val="018345"/>
              </a:solidFill>
              <a:latin typeface="Montserrat"/>
              <a:ea typeface="Montserrat"/>
              <a:cs typeface="Montserrat"/>
              <a:sym typeface="Montserrat"/>
            </a:endParaRPr>
          </a:p>
        </p:txBody>
      </p:sp>
      <p:sp>
        <p:nvSpPr>
          <p:cNvPr id="700" name="Google Shape;700;p40"/>
          <p:cNvSpPr txBox="1"/>
          <p:nvPr/>
        </p:nvSpPr>
        <p:spPr>
          <a:xfrm>
            <a:off x="1078475" y="1569375"/>
            <a:ext cx="14899200" cy="5541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0"/>
              </a:spcBef>
              <a:spcAft>
                <a:spcPts val="0"/>
              </a:spcAft>
              <a:buNone/>
            </a:pPr>
            <a:r>
              <a:rPr b="1" i="1" lang="en-US" sz="3000" u="sng">
                <a:solidFill>
                  <a:schemeClr val="dk1"/>
                </a:solidFill>
              </a:rPr>
              <a:t>Nhóm 2:</a:t>
            </a:r>
            <a:r>
              <a:rPr i="1" lang="en-US" sz="3000">
                <a:solidFill>
                  <a:schemeClr val="dk1"/>
                </a:solidFill>
              </a:rPr>
              <a:t> Nhóm địa điểm nhỏ (an interesting place, museum, the park, cinema,...)</a:t>
            </a:r>
            <a:endParaRPr b="1" sz="3000">
              <a:solidFill>
                <a:schemeClr val="dk1"/>
              </a:solidFill>
            </a:endParaRPr>
          </a:p>
        </p:txBody>
      </p:sp>
      <p:sp>
        <p:nvSpPr>
          <p:cNvPr id="701" name="Google Shape;701;p40"/>
          <p:cNvSpPr txBox="1"/>
          <p:nvPr/>
        </p:nvSpPr>
        <p:spPr>
          <a:xfrm>
            <a:off x="2810950" y="2368325"/>
            <a:ext cx="13482900" cy="5402700"/>
          </a:xfrm>
          <a:prstGeom prst="rect">
            <a:avLst/>
          </a:prstGeom>
          <a:noFill/>
          <a:ln>
            <a:noFill/>
          </a:ln>
        </p:spPr>
        <p:txBody>
          <a:bodyPr anchorCtr="0" anchor="t" bIns="45700" lIns="91425" spcFirstLastPara="1" rIns="91425" wrap="square" tIns="45700">
            <a:spAutoFit/>
          </a:bodyPr>
          <a:lstStyle/>
          <a:p>
            <a:pPr indent="0" lvl="0" marL="0" rtl="0" algn="just">
              <a:lnSpc>
                <a:spcPct val="150000"/>
              </a:lnSpc>
              <a:spcBef>
                <a:spcPts val="0"/>
              </a:spcBef>
              <a:spcAft>
                <a:spcPts val="0"/>
              </a:spcAft>
              <a:buNone/>
            </a:pPr>
            <a:r>
              <a:rPr i="1" lang="en-US" sz="3000">
                <a:solidFill>
                  <a:schemeClr val="dk1"/>
                </a:solidFill>
              </a:rPr>
              <a:t>Well, I'm going to talk about + [danh từ trong câu hỏi].</a:t>
            </a:r>
            <a:endParaRPr i="1" sz="3000">
              <a:solidFill>
                <a:schemeClr val="dk1"/>
              </a:solidFill>
            </a:endParaRPr>
          </a:p>
          <a:p>
            <a:pPr indent="0" lvl="0" marL="0" rtl="0" algn="just">
              <a:lnSpc>
                <a:spcPct val="150000"/>
              </a:lnSpc>
              <a:spcBef>
                <a:spcPts val="0"/>
              </a:spcBef>
              <a:spcAft>
                <a:spcPts val="0"/>
              </a:spcAft>
              <a:buNone/>
            </a:pPr>
            <a:r>
              <a:rPr i="1" lang="en-US" sz="3000">
                <a:solidFill>
                  <a:schemeClr val="dk1"/>
                </a:solidFill>
              </a:rPr>
              <a:t>It is located in the center of Hanoi. This is not a very large place, but it's pretty cozy and beautiful.</a:t>
            </a:r>
            <a:endParaRPr i="1" sz="3000">
              <a:solidFill>
                <a:schemeClr val="dk1"/>
              </a:solidFill>
            </a:endParaRPr>
          </a:p>
          <a:p>
            <a:pPr indent="0" lvl="0" marL="0" rtl="0" algn="just">
              <a:lnSpc>
                <a:spcPct val="150000"/>
              </a:lnSpc>
              <a:spcBef>
                <a:spcPts val="0"/>
              </a:spcBef>
              <a:spcAft>
                <a:spcPts val="0"/>
              </a:spcAft>
              <a:buNone/>
            </a:pPr>
            <a:r>
              <a:rPr i="1" lang="en-US" sz="3000">
                <a:solidFill>
                  <a:schemeClr val="dk1"/>
                </a:solidFill>
              </a:rPr>
              <a:t>When you visit this place, there are many things to do and to see there. In addition, you must try the food here. The food is super tasty. I also love the atmosphere at this [tên địa điểm - park, museum]. It makes me relax, so I always come here at the weekends with my best friends. This place always has a special place in my heart.</a:t>
            </a:r>
            <a:endParaRPr i="1" sz="30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99"/>
                                        </p:tgtEl>
                                        <p:attrNameLst>
                                          <p:attrName>style.visibility</p:attrName>
                                        </p:attrNameLst>
                                      </p:cBhvr>
                                      <p:to>
                                        <p:strVal val="visible"/>
                                      </p:to>
                                    </p:set>
                                    <p:animEffect filter="fade" transition="in">
                                      <p:cBhvr>
                                        <p:cTn dur="500"/>
                                        <p:tgtEl>
                                          <p:spTgt spid="6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cxnSp>
        <p:nvCxnSpPr>
          <p:cNvPr id="707" name="Google Shape;707;p41"/>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grpSp>
        <p:nvGrpSpPr>
          <p:cNvPr id="708" name="Google Shape;708;p41"/>
          <p:cNvGrpSpPr/>
          <p:nvPr/>
        </p:nvGrpSpPr>
        <p:grpSpPr>
          <a:xfrm rot="10800000">
            <a:off x="15785084" y="-536938"/>
            <a:ext cx="7681773" cy="4260605"/>
            <a:chOff x="0" y="-38100"/>
            <a:chExt cx="406400" cy="225405"/>
          </a:xfrm>
        </p:grpSpPr>
        <p:sp>
          <p:nvSpPr>
            <p:cNvPr id="709" name="Google Shape;709;p41"/>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710" name="Google Shape;710;p41"/>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11" name="Google Shape;711;p41"/>
          <p:cNvSpPr txBox="1"/>
          <p:nvPr/>
        </p:nvSpPr>
        <p:spPr>
          <a:xfrm>
            <a:off x="5571910" y="401132"/>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Mẫu mô tả sở thích</a:t>
            </a:r>
            <a:endParaRPr b="1" sz="6000">
              <a:solidFill>
                <a:srgbClr val="018345"/>
              </a:solidFill>
              <a:latin typeface="Montserrat"/>
              <a:ea typeface="Montserrat"/>
              <a:cs typeface="Montserrat"/>
              <a:sym typeface="Montserrat"/>
            </a:endParaRPr>
          </a:p>
        </p:txBody>
      </p:sp>
      <p:sp>
        <p:nvSpPr>
          <p:cNvPr id="712" name="Google Shape;712;p41"/>
          <p:cNvSpPr txBox="1"/>
          <p:nvPr/>
        </p:nvSpPr>
        <p:spPr>
          <a:xfrm>
            <a:off x="3564850" y="2196425"/>
            <a:ext cx="13482900" cy="6095400"/>
          </a:xfrm>
          <a:prstGeom prst="rect">
            <a:avLst/>
          </a:prstGeom>
          <a:noFill/>
          <a:ln>
            <a:noFill/>
          </a:ln>
        </p:spPr>
        <p:txBody>
          <a:bodyPr anchorCtr="0" anchor="t" bIns="45700" lIns="91425" spcFirstLastPara="1" rIns="91425" wrap="square" tIns="45700">
            <a:spAutoFit/>
          </a:bodyPr>
          <a:lstStyle/>
          <a:p>
            <a:pPr indent="0" lvl="0" marL="0" rtl="0" algn="just">
              <a:lnSpc>
                <a:spcPct val="150000"/>
              </a:lnSpc>
              <a:spcBef>
                <a:spcPts val="0"/>
              </a:spcBef>
              <a:spcAft>
                <a:spcPts val="0"/>
              </a:spcAft>
              <a:buNone/>
            </a:pPr>
            <a:r>
              <a:rPr b="1" lang="en-US" sz="3000">
                <a:solidFill>
                  <a:schemeClr val="dk1"/>
                </a:solidFill>
              </a:rPr>
              <a:t>Giới thiệu sở thích:</a:t>
            </a:r>
            <a:endParaRPr b="1" sz="3000">
              <a:solidFill>
                <a:schemeClr val="dk1"/>
              </a:solidFill>
            </a:endParaRPr>
          </a:p>
          <a:p>
            <a:pPr indent="0" lvl="0" marL="0" rtl="0" algn="just">
              <a:lnSpc>
                <a:spcPct val="150000"/>
              </a:lnSpc>
              <a:spcBef>
                <a:spcPts val="0"/>
              </a:spcBef>
              <a:spcAft>
                <a:spcPts val="0"/>
              </a:spcAft>
              <a:buNone/>
            </a:pPr>
            <a:r>
              <a:rPr i="1" lang="en-US" sz="3000">
                <a:solidFill>
                  <a:schemeClr val="dk1"/>
                </a:solidFill>
              </a:rPr>
              <a:t>I really like walking in the park near my house.</a:t>
            </a:r>
            <a:endParaRPr i="1" sz="3000">
              <a:solidFill>
                <a:schemeClr val="dk1"/>
              </a:solidFill>
            </a:endParaRPr>
          </a:p>
          <a:p>
            <a:pPr indent="0" lvl="0" marL="0" rtl="0" algn="just">
              <a:lnSpc>
                <a:spcPct val="150000"/>
              </a:lnSpc>
              <a:spcBef>
                <a:spcPts val="0"/>
              </a:spcBef>
              <a:spcAft>
                <a:spcPts val="0"/>
              </a:spcAft>
              <a:buNone/>
            </a:pPr>
            <a:r>
              <a:rPr b="1" lang="en-US" sz="3000">
                <a:solidFill>
                  <a:schemeClr val="dk1"/>
                </a:solidFill>
              </a:rPr>
              <a:t>Mô tả sở thích:</a:t>
            </a:r>
            <a:endParaRPr b="1" sz="3000">
              <a:solidFill>
                <a:schemeClr val="dk1"/>
              </a:solidFill>
            </a:endParaRPr>
          </a:p>
          <a:p>
            <a:pPr indent="0" lvl="0" marL="0" rtl="0" algn="just">
              <a:lnSpc>
                <a:spcPct val="150000"/>
              </a:lnSpc>
              <a:spcBef>
                <a:spcPts val="0"/>
              </a:spcBef>
              <a:spcAft>
                <a:spcPts val="0"/>
              </a:spcAft>
              <a:buNone/>
            </a:pPr>
            <a:r>
              <a:rPr i="1" lang="en-US" sz="3000">
                <a:solidFill>
                  <a:schemeClr val="dk1"/>
                </a:solidFill>
              </a:rPr>
              <a:t>I usually do it [in the morning/on weekends/every day].</a:t>
            </a:r>
            <a:endParaRPr i="1" sz="3000">
              <a:solidFill>
                <a:schemeClr val="dk1"/>
              </a:solidFill>
            </a:endParaRPr>
          </a:p>
          <a:p>
            <a:pPr indent="0" lvl="0" marL="0" rtl="0" algn="just">
              <a:lnSpc>
                <a:spcPct val="150000"/>
              </a:lnSpc>
              <a:spcBef>
                <a:spcPts val="0"/>
              </a:spcBef>
              <a:spcAft>
                <a:spcPts val="0"/>
              </a:spcAft>
              <a:buNone/>
            </a:pPr>
            <a:r>
              <a:rPr i="1" lang="en-US" sz="3000">
                <a:solidFill>
                  <a:schemeClr val="dk1"/>
                </a:solidFill>
              </a:rPr>
              <a:t>I often do it alone, but sometimes I do it with my best friends.</a:t>
            </a:r>
            <a:endParaRPr i="1" sz="3000">
              <a:solidFill>
                <a:schemeClr val="dk1"/>
              </a:solidFill>
            </a:endParaRPr>
          </a:p>
          <a:p>
            <a:pPr indent="0" lvl="0" marL="0" rtl="0" algn="just">
              <a:lnSpc>
                <a:spcPct val="150000"/>
              </a:lnSpc>
              <a:spcBef>
                <a:spcPts val="0"/>
              </a:spcBef>
              <a:spcAft>
                <a:spcPts val="0"/>
              </a:spcAft>
              <a:buNone/>
            </a:pPr>
            <a:r>
              <a:rPr b="1" lang="en-US" sz="3000">
                <a:solidFill>
                  <a:schemeClr val="dk1"/>
                </a:solidFill>
              </a:rPr>
              <a:t>Cảm nhận về sở thích:</a:t>
            </a:r>
            <a:endParaRPr b="1" sz="3000">
              <a:solidFill>
                <a:schemeClr val="dk1"/>
              </a:solidFill>
            </a:endParaRPr>
          </a:p>
          <a:p>
            <a:pPr indent="0" lvl="0" marL="0" rtl="0" algn="just">
              <a:lnSpc>
                <a:spcPct val="150000"/>
              </a:lnSpc>
              <a:spcBef>
                <a:spcPts val="0"/>
              </a:spcBef>
              <a:spcAft>
                <a:spcPts val="0"/>
              </a:spcAft>
              <a:buNone/>
            </a:pPr>
            <a:r>
              <a:rPr i="1" lang="en-US" sz="3000">
                <a:solidFill>
                  <a:schemeClr val="dk1"/>
                </a:solidFill>
              </a:rPr>
              <a:t>This makes me relax after a hard working day. / It helps me let my hair down after a hard working day. So I can recharge my energy. In addition, it's good for my health, too. </a:t>
            </a:r>
            <a:endParaRPr i="1" sz="30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711"/>
                                        </p:tgtEl>
                                        <p:attrNameLst>
                                          <p:attrName>style.visibility</p:attrName>
                                        </p:attrNameLst>
                                      </p:cBhvr>
                                      <p:to>
                                        <p:strVal val="visible"/>
                                      </p:to>
                                    </p:set>
                                    <p:animEffect filter="fade" transition="in">
                                      <p:cBhvr>
                                        <p:cTn dur="500"/>
                                        <p:tgtEl>
                                          <p:spTgt spid="7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cxnSp>
        <p:nvCxnSpPr>
          <p:cNvPr id="718" name="Google Shape;718;p42"/>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grpSp>
        <p:nvGrpSpPr>
          <p:cNvPr id="719" name="Google Shape;719;p42"/>
          <p:cNvGrpSpPr/>
          <p:nvPr/>
        </p:nvGrpSpPr>
        <p:grpSpPr>
          <a:xfrm rot="10800000">
            <a:off x="15785084" y="-536938"/>
            <a:ext cx="7681773" cy="4260605"/>
            <a:chOff x="0" y="-38100"/>
            <a:chExt cx="406400" cy="225405"/>
          </a:xfrm>
        </p:grpSpPr>
        <p:sp>
          <p:nvSpPr>
            <p:cNvPr id="720" name="Google Shape;720;p42"/>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721" name="Google Shape;721;p42"/>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22" name="Google Shape;722;p42"/>
          <p:cNvSpPr txBox="1"/>
          <p:nvPr/>
        </p:nvSpPr>
        <p:spPr>
          <a:xfrm>
            <a:off x="5571910" y="401132"/>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Mẫu mô tả tr</a:t>
            </a:r>
            <a:r>
              <a:rPr b="1" lang="en-US" sz="6000">
                <a:solidFill>
                  <a:srgbClr val="018345"/>
                </a:solidFill>
                <a:latin typeface="Montserrat"/>
                <a:ea typeface="Montserrat"/>
                <a:cs typeface="Montserrat"/>
                <a:sym typeface="Montserrat"/>
              </a:rPr>
              <a:t>ải nghiệm</a:t>
            </a:r>
            <a:endParaRPr b="1" sz="6000">
              <a:solidFill>
                <a:srgbClr val="018345"/>
              </a:solidFill>
              <a:latin typeface="Montserrat"/>
              <a:ea typeface="Montserrat"/>
              <a:cs typeface="Montserrat"/>
              <a:sym typeface="Montserrat"/>
            </a:endParaRPr>
          </a:p>
        </p:txBody>
      </p:sp>
      <p:sp>
        <p:nvSpPr>
          <p:cNvPr id="723" name="Google Shape;723;p42"/>
          <p:cNvSpPr txBox="1"/>
          <p:nvPr/>
        </p:nvSpPr>
        <p:spPr>
          <a:xfrm>
            <a:off x="3564850" y="2196425"/>
            <a:ext cx="13482900" cy="6788100"/>
          </a:xfrm>
          <a:prstGeom prst="rect">
            <a:avLst/>
          </a:prstGeom>
          <a:noFill/>
          <a:ln>
            <a:noFill/>
          </a:ln>
        </p:spPr>
        <p:txBody>
          <a:bodyPr anchorCtr="0" anchor="t" bIns="45700" lIns="91425" spcFirstLastPara="1" rIns="91425" wrap="square" tIns="45700">
            <a:spAutoFit/>
          </a:bodyPr>
          <a:lstStyle/>
          <a:p>
            <a:pPr indent="0" lvl="0" marL="0" rtl="0" algn="just">
              <a:lnSpc>
                <a:spcPct val="150000"/>
              </a:lnSpc>
              <a:spcBef>
                <a:spcPts val="0"/>
              </a:spcBef>
              <a:spcAft>
                <a:spcPts val="0"/>
              </a:spcAft>
              <a:buNone/>
            </a:pPr>
            <a:r>
              <a:rPr b="1" lang="en-US" sz="3000">
                <a:solidFill>
                  <a:schemeClr val="dk1"/>
                </a:solidFill>
              </a:rPr>
              <a:t>Giới thiệu trải nghiệm:</a:t>
            </a:r>
            <a:endParaRPr b="1" sz="3000">
              <a:solidFill>
                <a:schemeClr val="dk1"/>
              </a:solidFill>
            </a:endParaRPr>
          </a:p>
          <a:p>
            <a:pPr indent="0" lvl="0" marL="0" rtl="0" algn="just">
              <a:lnSpc>
                <a:spcPct val="150000"/>
              </a:lnSpc>
              <a:spcBef>
                <a:spcPts val="0"/>
              </a:spcBef>
              <a:spcAft>
                <a:spcPts val="0"/>
              </a:spcAft>
              <a:buNone/>
            </a:pPr>
            <a:r>
              <a:rPr i="1" lang="en-US" sz="3000">
                <a:solidFill>
                  <a:schemeClr val="dk1"/>
                </a:solidFill>
              </a:rPr>
              <a:t>Let me tell you about a time when I [trải nghiệm - lấy từ câu hỏi].</a:t>
            </a:r>
            <a:endParaRPr i="1" sz="3000">
              <a:solidFill>
                <a:schemeClr val="dk1"/>
              </a:solidFill>
            </a:endParaRPr>
          </a:p>
          <a:p>
            <a:pPr indent="0" lvl="0" marL="0" rtl="0" algn="just">
              <a:lnSpc>
                <a:spcPct val="150000"/>
              </a:lnSpc>
              <a:spcBef>
                <a:spcPts val="0"/>
              </a:spcBef>
              <a:spcAft>
                <a:spcPts val="0"/>
              </a:spcAft>
              <a:buNone/>
            </a:pPr>
            <a:r>
              <a:rPr i="1" lang="en-US" sz="3000">
                <a:solidFill>
                  <a:schemeClr val="dk1"/>
                </a:solidFill>
              </a:rPr>
              <a:t>It happened last week.</a:t>
            </a:r>
            <a:endParaRPr i="1" sz="3000">
              <a:solidFill>
                <a:schemeClr val="dk1"/>
              </a:solidFill>
            </a:endParaRPr>
          </a:p>
          <a:p>
            <a:pPr indent="0" lvl="0" marL="0" rtl="0" algn="just">
              <a:lnSpc>
                <a:spcPct val="150000"/>
              </a:lnSpc>
              <a:spcBef>
                <a:spcPts val="0"/>
              </a:spcBef>
              <a:spcAft>
                <a:spcPts val="0"/>
              </a:spcAft>
              <a:buNone/>
            </a:pPr>
            <a:r>
              <a:rPr i="1" lang="en-US" sz="3000">
                <a:solidFill>
                  <a:schemeClr val="dk1"/>
                </a:solidFill>
              </a:rPr>
              <a:t>It was a very [fun/exciting/memorable] experience.</a:t>
            </a:r>
            <a:endParaRPr i="1" sz="3000">
              <a:solidFill>
                <a:schemeClr val="dk1"/>
              </a:solidFill>
            </a:endParaRPr>
          </a:p>
          <a:p>
            <a:pPr indent="0" lvl="0" marL="0" rtl="0" algn="just">
              <a:lnSpc>
                <a:spcPct val="150000"/>
              </a:lnSpc>
              <a:spcBef>
                <a:spcPts val="0"/>
              </a:spcBef>
              <a:spcAft>
                <a:spcPts val="0"/>
              </a:spcAft>
              <a:buNone/>
            </a:pPr>
            <a:r>
              <a:rPr b="1" lang="en-US" sz="3000">
                <a:solidFill>
                  <a:schemeClr val="dk1"/>
                </a:solidFill>
              </a:rPr>
              <a:t>Mô tả trải nghiệm:</a:t>
            </a:r>
            <a:endParaRPr b="1" sz="3000">
              <a:solidFill>
                <a:schemeClr val="dk1"/>
              </a:solidFill>
            </a:endParaRPr>
          </a:p>
          <a:p>
            <a:pPr indent="0" lvl="0" marL="0" rtl="0" algn="just">
              <a:lnSpc>
                <a:spcPct val="150000"/>
              </a:lnSpc>
              <a:spcBef>
                <a:spcPts val="0"/>
              </a:spcBef>
              <a:spcAft>
                <a:spcPts val="0"/>
              </a:spcAft>
              <a:buNone/>
            </a:pPr>
            <a:r>
              <a:rPr i="1" lang="en-US" sz="3000">
                <a:solidFill>
                  <a:schemeClr val="dk1"/>
                </a:solidFill>
              </a:rPr>
              <a:t>I went to [địa điểm] with [my friend/my family].</a:t>
            </a:r>
            <a:endParaRPr i="1" sz="3000">
              <a:solidFill>
                <a:schemeClr val="dk1"/>
              </a:solidFill>
            </a:endParaRPr>
          </a:p>
          <a:p>
            <a:pPr indent="0" lvl="0" marL="0" rtl="0" algn="just">
              <a:lnSpc>
                <a:spcPct val="150000"/>
              </a:lnSpc>
              <a:spcBef>
                <a:spcPts val="0"/>
              </a:spcBef>
              <a:spcAft>
                <a:spcPts val="0"/>
              </a:spcAft>
              <a:buNone/>
            </a:pPr>
            <a:r>
              <a:rPr i="1" lang="en-US" sz="3000">
                <a:solidFill>
                  <a:schemeClr val="dk1"/>
                </a:solidFill>
              </a:rPr>
              <a:t>We [hoạt động 1 - thì QKD] and also [hoạt động 2 - thì QKD]</a:t>
            </a:r>
            <a:endParaRPr i="1" sz="3000">
              <a:solidFill>
                <a:schemeClr val="dk1"/>
              </a:solidFill>
            </a:endParaRPr>
          </a:p>
          <a:p>
            <a:pPr indent="0" lvl="0" marL="0" rtl="0" algn="just">
              <a:lnSpc>
                <a:spcPct val="150000"/>
              </a:lnSpc>
              <a:spcBef>
                <a:spcPts val="0"/>
              </a:spcBef>
              <a:spcAft>
                <a:spcPts val="0"/>
              </a:spcAft>
              <a:buNone/>
            </a:pPr>
            <a:r>
              <a:rPr i="1" lang="en-US" sz="3000">
                <a:solidFill>
                  <a:schemeClr val="dk1"/>
                </a:solidFill>
              </a:rPr>
              <a:t>The weather was [sunny/rainy/hot/cold], and the place was [beautiful/busy].</a:t>
            </a:r>
            <a:endParaRPr i="1" sz="3000">
              <a:solidFill>
                <a:schemeClr val="dk1"/>
              </a:solidFill>
            </a:endParaRPr>
          </a:p>
          <a:p>
            <a:pPr indent="0" lvl="0" marL="0" rtl="0" algn="just">
              <a:lnSpc>
                <a:spcPct val="150000"/>
              </a:lnSpc>
              <a:spcBef>
                <a:spcPts val="0"/>
              </a:spcBef>
              <a:spcAft>
                <a:spcPts val="0"/>
              </a:spcAft>
              <a:buNone/>
            </a:pPr>
            <a:r>
              <a:rPr b="1" lang="en-US" sz="3000">
                <a:solidFill>
                  <a:schemeClr val="dk1"/>
                </a:solidFill>
              </a:rPr>
              <a:t>Cảm nhận cá nhân về trải nghiệm đó</a:t>
            </a:r>
            <a:endParaRPr b="1" sz="3000">
              <a:solidFill>
                <a:schemeClr val="dk1"/>
              </a:solidFill>
            </a:endParaRPr>
          </a:p>
          <a:p>
            <a:pPr indent="0" lvl="0" marL="0" rtl="0" algn="just">
              <a:lnSpc>
                <a:spcPct val="150000"/>
              </a:lnSpc>
              <a:spcBef>
                <a:spcPts val="0"/>
              </a:spcBef>
              <a:spcAft>
                <a:spcPts val="0"/>
              </a:spcAft>
              <a:buNone/>
            </a:pPr>
            <a:r>
              <a:rPr i="1" lang="en-US" sz="3000">
                <a:solidFill>
                  <a:schemeClr val="dk1"/>
                </a:solidFill>
              </a:rPr>
              <a:t>I really enjoyed it because it is + tính từ. </a:t>
            </a:r>
            <a:endParaRPr b="1" sz="30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722"/>
                                        </p:tgtEl>
                                        <p:attrNameLst>
                                          <p:attrName>style.visibility</p:attrName>
                                        </p:attrNameLst>
                                      </p:cBhvr>
                                      <p:to>
                                        <p:strVal val="visible"/>
                                      </p:to>
                                    </p:set>
                                    <p:animEffect filter="fade" transition="in">
                                      <p:cBhvr>
                                        <p:cTn dur="500"/>
                                        <p:tgtEl>
                                          <p:spTgt spid="7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cxnSp>
        <p:nvCxnSpPr>
          <p:cNvPr id="729" name="Google Shape;729;p43"/>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grpSp>
        <p:nvGrpSpPr>
          <p:cNvPr id="730" name="Google Shape;730;p43"/>
          <p:cNvGrpSpPr/>
          <p:nvPr/>
        </p:nvGrpSpPr>
        <p:grpSpPr>
          <a:xfrm rot="10800000">
            <a:off x="15785084" y="-536938"/>
            <a:ext cx="7681773" cy="4260605"/>
            <a:chOff x="0" y="-38100"/>
            <a:chExt cx="406400" cy="225405"/>
          </a:xfrm>
        </p:grpSpPr>
        <p:sp>
          <p:nvSpPr>
            <p:cNvPr id="731" name="Google Shape;731;p43"/>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732" name="Google Shape;732;p43"/>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33" name="Google Shape;733;p43"/>
          <p:cNvSpPr txBox="1"/>
          <p:nvPr/>
        </p:nvSpPr>
        <p:spPr>
          <a:xfrm>
            <a:off x="2723750" y="620000"/>
            <a:ext cx="13707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Mẫu câu đ</a:t>
            </a:r>
            <a:r>
              <a:rPr b="1" lang="en-US" sz="6000">
                <a:solidFill>
                  <a:srgbClr val="018345"/>
                </a:solidFill>
                <a:latin typeface="Montserrat"/>
                <a:ea typeface="Montserrat"/>
                <a:cs typeface="Montserrat"/>
                <a:sym typeface="Montserrat"/>
              </a:rPr>
              <a:t>ưa giải thích, mở rộng</a:t>
            </a:r>
            <a:endParaRPr b="1" sz="6000">
              <a:solidFill>
                <a:srgbClr val="018345"/>
              </a:solidFill>
              <a:latin typeface="Montserrat"/>
              <a:ea typeface="Montserrat"/>
              <a:cs typeface="Montserrat"/>
              <a:sym typeface="Montserrat"/>
            </a:endParaRPr>
          </a:p>
        </p:txBody>
      </p:sp>
      <p:sp>
        <p:nvSpPr>
          <p:cNvPr id="734" name="Google Shape;734;p43"/>
          <p:cNvSpPr txBox="1"/>
          <p:nvPr/>
        </p:nvSpPr>
        <p:spPr>
          <a:xfrm>
            <a:off x="3064225" y="2196425"/>
            <a:ext cx="13983600" cy="3324600"/>
          </a:xfrm>
          <a:prstGeom prst="rect">
            <a:avLst/>
          </a:prstGeom>
          <a:noFill/>
          <a:ln>
            <a:noFill/>
          </a:ln>
        </p:spPr>
        <p:txBody>
          <a:bodyPr anchorCtr="0" anchor="t" bIns="45700" lIns="91425" spcFirstLastPara="1" rIns="91425" wrap="square" tIns="45700">
            <a:spAutoFit/>
          </a:bodyPr>
          <a:lstStyle/>
          <a:p>
            <a:pPr indent="0" lvl="0" marL="0" rtl="0" algn="just">
              <a:lnSpc>
                <a:spcPct val="150000"/>
              </a:lnSpc>
              <a:spcBef>
                <a:spcPts val="0"/>
              </a:spcBef>
              <a:spcAft>
                <a:spcPts val="0"/>
              </a:spcAft>
              <a:buNone/>
            </a:pPr>
            <a:r>
              <a:rPr lang="en-US" sz="3000">
                <a:solidFill>
                  <a:schemeClr val="dk1"/>
                </a:solidFill>
              </a:rPr>
              <a:t>It helps to have more knowledge. (Nó giúp tôi có thêm kiến thức)</a:t>
            </a:r>
            <a:endParaRPr sz="3000">
              <a:solidFill>
                <a:schemeClr val="dk1"/>
              </a:solidFill>
            </a:endParaRPr>
          </a:p>
          <a:p>
            <a:pPr indent="0" lvl="0" marL="0" rtl="0" algn="just">
              <a:lnSpc>
                <a:spcPct val="150000"/>
              </a:lnSpc>
              <a:spcBef>
                <a:spcPts val="0"/>
              </a:spcBef>
              <a:spcAft>
                <a:spcPts val="0"/>
              </a:spcAft>
              <a:buNone/>
            </a:pPr>
            <a:r>
              <a:rPr lang="en-US" sz="3000">
                <a:solidFill>
                  <a:schemeClr val="dk1"/>
                </a:solidFill>
              </a:rPr>
              <a:t>It helps me to have more friends. (Nó giúp tôi có thêm bạn bè)</a:t>
            </a:r>
            <a:endParaRPr sz="3000">
              <a:solidFill>
                <a:schemeClr val="dk1"/>
              </a:solidFill>
            </a:endParaRPr>
          </a:p>
          <a:p>
            <a:pPr indent="0" lvl="0" marL="0" rtl="0" algn="just">
              <a:lnSpc>
                <a:spcPct val="150000"/>
              </a:lnSpc>
              <a:spcBef>
                <a:spcPts val="0"/>
              </a:spcBef>
              <a:spcAft>
                <a:spcPts val="0"/>
              </a:spcAft>
              <a:buNone/>
            </a:pPr>
            <a:r>
              <a:rPr lang="en-US" sz="3000">
                <a:solidFill>
                  <a:schemeClr val="dk1"/>
                </a:solidFill>
              </a:rPr>
              <a:t>It helps me to have more beautiful memories. (Nó giúp tôi có thêm kỉ niệm đẹp)</a:t>
            </a:r>
            <a:endParaRPr sz="3000">
              <a:solidFill>
                <a:schemeClr val="dk1"/>
              </a:solidFill>
            </a:endParaRPr>
          </a:p>
          <a:p>
            <a:pPr indent="0" lvl="0" marL="0" rtl="0" algn="just">
              <a:lnSpc>
                <a:spcPct val="150000"/>
              </a:lnSpc>
              <a:spcBef>
                <a:spcPts val="0"/>
              </a:spcBef>
              <a:spcAft>
                <a:spcPts val="0"/>
              </a:spcAft>
              <a:buNone/>
            </a:pPr>
            <a:r>
              <a:rPr lang="en-US" sz="3000">
                <a:solidFill>
                  <a:schemeClr val="dk1"/>
                </a:solidFill>
              </a:rPr>
              <a:t>It helps me to have more experience. (Nó giúp tôi có thêm trải nghiệm)</a:t>
            </a:r>
            <a:endParaRPr sz="3000">
              <a:solidFill>
                <a:schemeClr val="dk1"/>
              </a:solidFill>
            </a:endParaRPr>
          </a:p>
          <a:p>
            <a:pPr indent="0" lvl="0" marL="0" rtl="0" algn="just">
              <a:lnSpc>
                <a:spcPct val="150000"/>
              </a:lnSpc>
              <a:spcBef>
                <a:spcPts val="0"/>
              </a:spcBef>
              <a:spcAft>
                <a:spcPts val="0"/>
              </a:spcAft>
              <a:buNone/>
            </a:pPr>
            <a:r>
              <a:rPr lang="en-US" sz="3000">
                <a:solidFill>
                  <a:schemeClr val="dk1"/>
                </a:solidFill>
              </a:rPr>
              <a:t>It helps me to relax and reduce stress. (Nó giúp tôi thư giãn và giảm căng thẳng)</a:t>
            </a:r>
            <a:endParaRPr sz="30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733"/>
                                        </p:tgtEl>
                                        <p:attrNameLst>
                                          <p:attrName>style.visibility</p:attrName>
                                        </p:attrNameLst>
                                      </p:cBhvr>
                                      <p:to>
                                        <p:strVal val="visible"/>
                                      </p:to>
                                    </p:set>
                                    <p:animEffect filter="fade" transition="in">
                                      <p:cBhvr>
                                        <p:cTn dur="500"/>
                                        <p:tgtEl>
                                          <p:spTgt spid="7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cxnSp>
        <p:nvCxnSpPr>
          <p:cNvPr id="739" name="Google Shape;739;p44"/>
          <p:cNvCxnSpPr/>
          <p:nvPr/>
        </p:nvCxnSpPr>
        <p:spPr>
          <a:xfrm>
            <a:off x="5693855" y="2235185"/>
            <a:ext cx="11307300" cy="0"/>
          </a:xfrm>
          <a:prstGeom prst="straightConnector1">
            <a:avLst/>
          </a:prstGeom>
          <a:noFill/>
          <a:ln cap="flat" cmpd="sng" w="38100">
            <a:solidFill>
              <a:srgbClr val="018345"/>
            </a:solidFill>
            <a:prstDash val="solid"/>
            <a:round/>
            <a:headEnd len="sm" w="sm" type="none"/>
            <a:tailEnd len="sm" w="sm" type="none"/>
          </a:ln>
        </p:spPr>
      </p:cxnSp>
      <p:cxnSp>
        <p:nvCxnSpPr>
          <p:cNvPr id="740" name="Google Shape;740;p44"/>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grpSp>
        <p:nvGrpSpPr>
          <p:cNvPr id="741" name="Google Shape;741;p44"/>
          <p:cNvGrpSpPr/>
          <p:nvPr/>
        </p:nvGrpSpPr>
        <p:grpSpPr>
          <a:xfrm rot="10800000">
            <a:off x="15044545" y="-741517"/>
            <a:ext cx="7681773" cy="4260605"/>
            <a:chOff x="0" y="-38100"/>
            <a:chExt cx="406400" cy="225405"/>
          </a:xfrm>
        </p:grpSpPr>
        <p:sp>
          <p:nvSpPr>
            <p:cNvPr id="742" name="Google Shape;742;p44"/>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743" name="Google Shape;743;p44"/>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744" name="Google Shape;744;p44"/>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745" name="Google Shape;745;p44"/>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746" name="Google Shape;746;p44"/>
          <p:cNvSpPr txBox="1"/>
          <p:nvPr/>
        </p:nvSpPr>
        <p:spPr>
          <a:xfrm>
            <a:off x="6705600" y="2324100"/>
            <a:ext cx="9930000" cy="1108200"/>
          </a:xfrm>
          <a:prstGeom prst="rect">
            <a:avLst/>
          </a:prstGeom>
          <a:noFill/>
          <a:ln>
            <a:noFill/>
          </a:ln>
        </p:spPr>
        <p:txBody>
          <a:bodyPr anchorCtr="0" anchor="t" bIns="0" lIns="0" spcFirstLastPara="1" rIns="0" wrap="square" tIns="0">
            <a:spAutoFit/>
          </a:bodyPr>
          <a:lstStyle/>
          <a:p>
            <a:pPr indent="0" lvl="0" marL="0" marR="0" rtl="0" algn="ctr">
              <a:lnSpc>
                <a:spcPct val="150069"/>
              </a:lnSpc>
              <a:spcBef>
                <a:spcPts val="0"/>
              </a:spcBef>
              <a:spcAft>
                <a:spcPts val="0"/>
              </a:spcAft>
              <a:buNone/>
            </a:pPr>
            <a:r>
              <a:rPr b="1" lang="en-US" sz="7200">
                <a:solidFill>
                  <a:srgbClr val="018345"/>
                </a:solidFill>
                <a:latin typeface="Montserrat"/>
                <a:ea typeface="Montserrat"/>
                <a:cs typeface="Montserrat"/>
                <a:sym typeface="Montserrat"/>
              </a:rPr>
              <a:t>Luyện tập</a:t>
            </a:r>
            <a:endParaRPr b="1" sz="7200">
              <a:solidFill>
                <a:srgbClr val="018345"/>
              </a:solidFill>
              <a:latin typeface="Montserrat"/>
              <a:ea typeface="Montserrat"/>
              <a:cs typeface="Montserrat"/>
              <a:sym typeface="Montserrat"/>
            </a:endParaRPr>
          </a:p>
        </p:txBody>
      </p:sp>
      <p:sp>
        <p:nvSpPr>
          <p:cNvPr id="747" name="Google Shape;747;p44"/>
          <p:cNvSpPr txBox="1"/>
          <p:nvPr/>
        </p:nvSpPr>
        <p:spPr>
          <a:xfrm>
            <a:off x="10182106" y="339710"/>
            <a:ext cx="2202600" cy="1917900"/>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06</a:t>
            </a:r>
            <a:endParaRPr/>
          </a:p>
        </p:txBody>
      </p:sp>
      <p:grpSp>
        <p:nvGrpSpPr>
          <p:cNvPr id="748" name="Google Shape;748;p44"/>
          <p:cNvGrpSpPr/>
          <p:nvPr/>
        </p:nvGrpSpPr>
        <p:grpSpPr>
          <a:xfrm>
            <a:off x="-2718010" y="9274530"/>
            <a:ext cx="7950378" cy="1707223"/>
            <a:chOff x="0" y="-384760"/>
            <a:chExt cx="10600504" cy="2276297"/>
          </a:xfrm>
        </p:grpSpPr>
        <p:grpSp>
          <p:nvGrpSpPr>
            <p:cNvPr id="749" name="Google Shape;749;p44"/>
            <p:cNvGrpSpPr/>
            <p:nvPr/>
          </p:nvGrpSpPr>
          <p:grpSpPr>
            <a:xfrm>
              <a:off x="0" y="-384760"/>
              <a:ext cx="10600504" cy="2276297"/>
              <a:chOff x="0" y="-38100"/>
              <a:chExt cx="1049690" cy="225405"/>
            </a:xfrm>
          </p:grpSpPr>
          <p:sp>
            <p:nvSpPr>
              <p:cNvPr id="750" name="Google Shape;750;p44"/>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751" name="Google Shape;751;p44"/>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52" name="Google Shape;752;p44"/>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pic>
        <p:nvPicPr>
          <p:cNvPr id="753" name="Google Shape;753;p44"/>
          <p:cNvPicPr preferRelativeResize="0"/>
          <p:nvPr/>
        </p:nvPicPr>
        <p:blipFill rotWithShape="1">
          <a:blip r:embed="rId5">
            <a:alphaModFix/>
          </a:blip>
          <a:srcRect b="0" l="0" r="0" t="0"/>
          <a:stretch/>
        </p:blipFill>
        <p:spPr>
          <a:xfrm>
            <a:off x="8915400" y="3956510"/>
            <a:ext cx="5962650" cy="5962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747"/>
                                        </p:tgtEl>
                                        <p:attrNameLst>
                                          <p:attrName>style.visibility</p:attrName>
                                        </p:attrNameLst>
                                      </p:cBhvr>
                                      <p:to>
                                        <p:strVal val="visible"/>
                                      </p:to>
                                    </p:set>
                                    <p:anim calcmode="lin" valueType="num">
                                      <p:cBhvr additive="base">
                                        <p:cTn dur="500"/>
                                        <p:tgtEl>
                                          <p:spTgt spid="747"/>
                                        </p:tgtEl>
                                        <p:attrNameLst>
                                          <p:attrName>ppt_w</p:attrName>
                                        </p:attrNameLst>
                                      </p:cBhvr>
                                      <p:tavLst>
                                        <p:tav fmla="" tm="0">
                                          <p:val>
                                            <p:strVal val="0"/>
                                          </p:val>
                                        </p:tav>
                                        <p:tav fmla="" tm="100000">
                                          <p:val>
                                            <p:strVal val="#ppt_w"/>
                                          </p:val>
                                        </p:tav>
                                      </p:tavLst>
                                    </p:anim>
                                    <p:anim calcmode="lin" valueType="num">
                                      <p:cBhvr additive="base">
                                        <p:cTn dur="500"/>
                                        <p:tgtEl>
                                          <p:spTgt spid="747"/>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746"/>
                                        </p:tgtEl>
                                        <p:attrNameLst>
                                          <p:attrName>style.visibility</p:attrName>
                                        </p:attrNameLst>
                                      </p:cBhvr>
                                      <p:to>
                                        <p:strVal val="visible"/>
                                      </p:to>
                                    </p:set>
                                    <p:anim calcmode="lin" valueType="num">
                                      <p:cBhvr additive="base">
                                        <p:cTn dur="500"/>
                                        <p:tgtEl>
                                          <p:spTgt spid="746"/>
                                        </p:tgtEl>
                                        <p:attrNameLst>
                                          <p:attrName>ppt_w</p:attrName>
                                        </p:attrNameLst>
                                      </p:cBhvr>
                                      <p:tavLst>
                                        <p:tav fmla="" tm="0">
                                          <p:val>
                                            <p:strVal val="0"/>
                                          </p:val>
                                        </p:tav>
                                        <p:tav fmla="" tm="100000">
                                          <p:val>
                                            <p:strVal val="#ppt_w"/>
                                          </p:val>
                                        </p:tav>
                                      </p:tavLst>
                                    </p:anim>
                                    <p:anim calcmode="lin" valueType="num">
                                      <p:cBhvr additive="base">
                                        <p:cTn dur="500"/>
                                        <p:tgtEl>
                                          <p:spTgt spid="746"/>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cxnSp>
        <p:nvCxnSpPr>
          <p:cNvPr id="759" name="Google Shape;759;p45"/>
          <p:cNvCxnSpPr/>
          <p:nvPr/>
        </p:nvCxnSpPr>
        <p:spPr>
          <a:xfrm>
            <a:off x="5693855" y="2057171"/>
            <a:ext cx="11307428" cy="0"/>
          </a:xfrm>
          <a:prstGeom prst="straightConnector1">
            <a:avLst/>
          </a:prstGeom>
          <a:noFill/>
          <a:ln cap="flat" cmpd="sng" w="38100">
            <a:solidFill>
              <a:srgbClr val="018345"/>
            </a:solidFill>
            <a:prstDash val="solid"/>
            <a:round/>
            <a:headEnd len="sm" w="sm" type="none"/>
            <a:tailEnd len="sm" w="sm" type="none"/>
          </a:ln>
        </p:spPr>
      </p:cxnSp>
      <p:cxnSp>
        <p:nvCxnSpPr>
          <p:cNvPr id="760" name="Google Shape;760;p45"/>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761" name="Google Shape;761;p45"/>
          <p:cNvGrpSpPr/>
          <p:nvPr/>
        </p:nvGrpSpPr>
        <p:grpSpPr>
          <a:xfrm rot="10800000">
            <a:off x="15044552" y="-741521"/>
            <a:ext cx="7681766" cy="4260610"/>
            <a:chOff x="0" y="-38100"/>
            <a:chExt cx="406400" cy="225405"/>
          </a:xfrm>
        </p:grpSpPr>
        <p:sp>
          <p:nvSpPr>
            <p:cNvPr id="762" name="Google Shape;762;p45"/>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763" name="Google Shape;763;p45"/>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764" name="Google Shape;764;p45"/>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765" name="Google Shape;765;p45"/>
          <p:cNvSpPr/>
          <p:nvPr/>
        </p:nvSpPr>
        <p:spPr>
          <a:xfrm>
            <a:off x="18157088" y="171450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grpSp>
        <p:nvGrpSpPr>
          <p:cNvPr id="766" name="Google Shape;766;p45"/>
          <p:cNvGrpSpPr/>
          <p:nvPr/>
        </p:nvGrpSpPr>
        <p:grpSpPr>
          <a:xfrm rot="10800000">
            <a:off x="15828686" y="-13843"/>
            <a:ext cx="7681766" cy="4260610"/>
            <a:chOff x="0" y="-38100"/>
            <a:chExt cx="406400" cy="225405"/>
          </a:xfrm>
        </p:grpSpPr>
        <p:sp>
          <p:nvSpPr>
            <p:cNvPr id="767" name="Google Shape;767;p45"/>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146">
                <a:alpha val="80000"/>
              </a:srgbClr>
            </a:solidFill>
            <a:ln>
              <a:noFill/>
            </a:ln>
          </p:spPr>
        </p:sp>
        <p:sp>
          <p:nvSpPr>
            <p:cNvPr id="768" name="Google Shape;768;p45"/>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69" name="Google Shape;769;p45"/>
          <p:cNvSpPr txBox="1"/>
          <p:nvPr/>
        </p:nvSpPr>
        <p:spPr>
          <a:xfrm>
            <a:off x="5696245" y="2603735"/>
            <a:ext cx="11565445" cy="5114861"/>
          </a:xfrm>
          <a:prstGeom prst="rect">
            <a:avLst/>
          </a:prstGeom>
          <a:noFill/>
          <a:ln>
            <a:noFill/>
          </a:ln>
        </p:spPr>
        <p:txBody>
          <a:bodyPr anchorCtr="0" anchor="t" bIns="0" lIns="0" spcFirstLastPara="1" rIns="0" wrap="square" tIns="0">
            <a:spAutoFit/>
          </a:bodyPr>
          <a:lstStyle/>
          <a:p>
            <a:pPr indent="0" lvl="0" marL="0" marR="0" rtl="0" algn="ctr">
              <a:lnSpc>
                <a:spcPct val="134999"/>
              </a:lnSpc>
              <a:spcBef>
                <a:spcPts val="0"/>
              </a:spcBef>
              <a:spcAft>
                <a:spcPts val="0"/>
              </a:spcAft>
              <a:buNone/>
            </a:pPr>
            <a:r>
              <a:rPr b="1" lang="en-US" sz="10003">
                <a:solidFill>
                  <a:srgbClr val="018345"/>
                </a:solidFill>
                <a:latin typeface="Roboto"/>
                <a:ea typeface="Roboto"/>
                <a:cs typeface="Roboto"/>
                <a:sym typeface="Roboto"/>
              </a:rPr>
              <a:t>Cảm ơn các bạn đã chú ý theo dõi!</a:t>
            </a:r>
            <a:endParaRPr/>
          </a:p>
          <a:p>
            <a:pPr indent="0" lvl="0" marL="0" marR="0" rtl="0" algn="ctr">
              <a:lnSpc>
                <a:spcPct val="134999"/>
              </a:lnSpc>
              <a:spcBef>
                <a:spcPts val="0"/>
              </a:spcBef>
              <a:spcAft>
                <a:spcPts val="0"/>
              </a:spcAft>
              <a:buNone/>
            </a:pPr>
            <a:r>
              <a:t/>
            </a:r>
            <a:endParaRPr b="1" sz="10003">
              <a:solidFill>
                <a:srgbClr val="018345"/>
              </a:solidFill>
              <a:latin typeface="Roboto"/>
              <a:ea typeface="Roboto"/>
              <a:cs typeface="Roboto"/>
              <a:sym typeface="Roboto"/>
            </a:endParaRPr>
          </a:p>
        </p:txBody>
      </p:sp>
      <p:grpSp>
        <p:nvGrpSpPr>
          <p:cNvPr id="770" name="Google Shape;770;p45"/>
          <p:cNvGrpSpPr/>
          <p:nvPr/>
        </p:nvGrpSpPr>
        <p:grpSpPr>
          <a:xfrm>
            <a:off x="5693855" y="6543482"/>
            <a:ext cx="11567835" cy="1261722"/>
            <a:chOff x="5693855" y="7590172"/>
            <a:chExt cx="11567835" cy="1261722"/>
          </a:xfrm>
        </p:grpSpPr>
        <p:grpSp>
          <p:nvGrpSpPr>
            <p:cNvPr id="771" name="Google Shape;771;p45"/>
            <p:cNvGrpSpPr/>
            <p:nvPr/>
          </p:nvGrpSpPr>
          <p:grpSpPr>
            <a:xfrm>
              <a:off x="5693855" y="7590172"/>
              <a:ext cx="11567834" cy="1261722"/>
              <a:chOff x="0" y="-38100"/>
              <a:chExt cx="3046672" cy="332305"/>
            </a:xfrm>
          </p:grpSpPr>
          <p:sp>
            <p:nvSpPr>
              <p:cNvPr id="772" name="Google Shape;772;p45"/>
              <p:cNvSpPr/>
              <p:nvPr/>
            </p:nvSpPr>
            <p:spPr>
              <a:xfrm>
                <a:off x="0" y="0"/>
                <a:ext cx="3046672" cy="294205"/>
              </a:xfrm>
              <a:custGeom>
                <a:rect b="b" l="l" r="r" t="t"/>
                <a:pathLst>
                  <a:path extrusionOk="0" h="294205" w="3046672">
                    <a:moveTo>
                      <a:pt x="0" y="0"/>
                    </a:moveTo>
                    <a:lnTo>
                      <a:pt x="3046672" y="0"/>
                    </a:lnTo>
                    <a:lnTo>
                      <a:pt x="3046672" y="294205"/>
                    </a:lnTo>
                    <a:lnTo>
                      <a:pt x="0" y="294205"/>
                    </a:lnTo>
                    <a:close/>
                  </a:path>
                </a:pathLst>
              </a:custGeom>
              <a:solidFill>
                <a:srgbClr val="006B37"/>
              </a:solidFill>
              <a:ln>
                <a:noFill/>
              </a:ln>
            </p:spPr>
          </p:sp>
          <p:sp>
            <p:nvSpPr>
              <p:cNvPr id="773" name="Google Shape;773;p45"/>
              <p:cNvSpPr txBox="1"/>
              <p:nvPr/>
            </p:nvSpPr>
            <p:spPr>
              <a:xfrm>
                <a:off x="0" y="-38100"/>
                <a:ext cx="3046672" cy="3323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74" name="Google Shape;774;p45"/>
            <p:cNvSpPr txBox="1"/>
            <p:nvPr/>
          </p:nvSpPr>
          <p:spPr>
            <a:xfrm>
              <a:off x="5696245" y="7961575"/>
              <a:ext cx="11565445" cy="596901"/>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lang="en-US" sz="3499">
                  <a:solidFill>
                    <a:srgbClr val="FFFFFF"/>
                  </a:solidFill>
                  <a:latin typeface="Roboto"/>
                  <a:ea typeface="Roboto"/>
                  <a:cs typeface="Roboto"/>
                  <a:sym typeface="Roboto"/>
                </a:rPr>
                <a:t>Hẹn gặp lại các bạn ở những bài học tiếp theo</a:t>
              </a:r>
              <a:endParaRPr sz="3499">
                <a:solidFill>
                  <a:srgbClr val="FFFFFF"/>
                </a:solidFill>
                <a:latin typeface="Roboto"/>
                <a:ea typeface="Roboto"/>
                <a:cs typeface="Roboto"/>
                <a:sym typeface="Roboto"/>
              </a:endParaRPr>
            </a:p>
          </p:txBody>
        </p:sp>
      </p:grpSp>
      <p:grpSp>
        <p:nvGrpSpPr>
          <p:cNvPr id="775" name="Google Shape;775;p45"/>
          <p:cNvGrpSpPr/>
          <p:nvPr/>
        </p:nvGrpSpPr>
        <p:grpSpPr>
          <a:xfrm>
            <a:off x="-2718010" y="9274528"/>
            <a:ext cx="7950400" cy="1707231"/>
            <a:chOff x="0" y="-384762"/>
            <a:chExt cx="10600533" cy="2276307"/>
          </a:xfrm>
        </p:grpSpPr>
        <p:grpSp>
          <p:nvGrpSpPr>
            <p:cNvPr id="776" name="Google Shape;776;p45"/>
            <p:cNvGrpSpPr/>
            <p:nvPr/>
          </p:nvGrpSpPr>
          <p:grpSpPr>
            <a:xfrm>
              <a:off x="0" y="-384762"/>
              <a:ext cx="10600533" cy="2276307"/>
              <a:chOff x="0" y="-38100"/>
              <a:chExt cx="1049690" cy="225405"/>
            </a:xfrm>
          </p:grpSpPr>
          <p:sp>
            <p:nvSpPr>
              <p:cNvPr id="777" name="Google Shape;777;p45"/>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778" name="Google Shape;778;p45"/>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79" name="Google Shape;779;p45"/>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769"/>
                                        </p:tgtEl>
                                        <p:attrNameLst>
                                          <p:attrName>style.visibility</p:attrName>
                                        </p:attrNameLst>
                                      </p:cBhvr>
                                      <p:to>
                                        <p:strVal val="visible"/>
                                      </p:to>
                                    </p:set>
                                  </p:childTnLst>
                                </p:cTn>
                              </p:par>
                              <p:par>
                                <p:cTn fill="hold" nodeType="withEffect" presetClass="entr" presetID="23" presetSubtype="16">
                                  <p:stCondLst>
                                    <p:cond delay="0"/>
                                  </p:stCondLst>
                                  <p:childTnLst>
                                    <p:set>
                                      <p:cBhvr>
                                        <p:cTn dur="1" fill="hold">
                                          <p:stCondLst>
                                            <p:cond delay="0"/>
                                          </p:stCondLst>
                                        </p:cTn>
                                        <p:tgtEl>
                                          <p:spTgt spid="769"/>
                                        </p:tgtEl>
                                        <p:attrNameLst>
                                          <p:attrName>style.visibility</p:attrName>
                                        </p:attrNameLst>
                                      </p:cBhvr>
                                      <p:to>
                                        <p:strVal val="visible"/>
                                      </p:to>
                                    </p:set>
                                    <p:anim calcmode="lin" valueType="num">
                                      <p:cBhvr additive="base">
                                        <p:cTn dur="500"/>
                                        <p:tgtEl>
                                          <p:spTgt spid="769"/>
                                        </p:tgtEl>
                                        <p:attrNameLst>
                                          <p:attrName>ppt_w</p:attrName>
                                        </p:attrNameLst>
                                      </p:cBhvr>
                                      <p:tavLst>
                                        <p:tav fmla="" tm="0">
                                          <p:val>
                                            <p:strVal val="0"/>
                                          </p:val>
                                        </p:tav>
                                        <p:tav fmla="" tm="100000">
                                          <p:val>
                                            <p:strVal val="#ppt_w"/>
                                          </p:val>
                                        </p:tav>
                                      </p:tavLst>
                                    </p:anim>
                                    <p:anim calcmode="lin" valueType="num">
                                      <p:cBhvr additive="base">
                                        <p:cTn dur="500"/>
                                        <p:tgtEl>
                                          <p:spTgt spid="769"/>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500"/>
                                  </p:stCondLst>
                                  <p:childTnLst>
                                    <p:set>
                                      <p:cBhvr>
                                        <p:cTn dur="1" fill="hold">
                                          <p:stCondLst>
                                            <p:cond delay="0"/>
                                          </p:stCondLst>
                                        </p:cTn>
                                        <p:tgtEl>
                                          <p:spTgt spid="770"/>
                                        </p:tgtEl>
                                        <p:attrNameLst>
                                          <p:attrName>style.visibility</p:attrName>
                                        </p:attrNameLst>
                                      </p:cBhvr>
                                      <p:to>
                                        <p:strVal val="visible"/>
                                      </p:to>
                                    </p:set>
                                    <p:animEffect filter="fade" transition="in">
                                      <p:cBhvr>
                                        <p:cTn dur="500"/>
                                        <p:tgtEl>
                                          <p:spTgt spid="7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