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10287000" cx="18288000"/>
  <p:notesSz cx="6858000" cy="9144000"/>
  <p:embeddedFontLst>
    <p:embeddedFont>
      <p:font typeface="Roboto"/>
      <p:regular r:id="rId23"/>
      <p:bold r:id="rId24"/>
      <p:italic r:id="rId25"/>
      <p:boldItalic r:id="rId26"/>
    </p:embeddedFont>
    <p:embeddedFont>
      <p:font typeface="Montserra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Montserra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Font typeface="Arial"/>
              <a:buChar char="•"/>
            </a:pPr>
            <a:r>
              <a:rPr lang="en-US"/>
              <a:t>Trong phần thi này, bạn sẽ có thể thể hiện khả năng sử dụng tiếng Anh viết trong các tình huống thực tế. </a:t>
            </a:r>
            <a:endParaRPr/>
          </a:p>
          <a:p>
            <a:pPr indent="-228600" lvl="0" marL="457200" rtl="0" algn="l">
              <a:lnSpc>
                <a:spcPct val="100000"/>
              </a:lnSpc>
              <a:spcBef>
                <a:spcPts val="0"/>
              </a:spcBef>
              <a:spcAft>
                <a:spcPts val="0"/>
              </a:spcAft>
              <a:buSzPts val="1400"/>
              <a:buFont typeface="Arial"/>
              <a:buChar char="•"/>
            </a:pPr>
            <a:r>
              <a:rPr lang="en-US"/>
              <a:t>Bài thi Viết gồm bốn phần, tất cả đều liên quan đến một chủ đề chung. Bạn sẽ được cung cấp một ngữ cảnh cụ thể, nơi bạn tham gia một câu lạc bộ, khóa học hoặc nhóm. Bạn sẽ trả lời các câu hỏi, đóng góp cho tương tác kiểu truyền thông xã hội và viết email. Tất cả các nhiệm vụ đều được chấm điểm bởi giám khảo.</a:t>
            </a:r>
            <a:endParaRPr/>
          </a:p>
          <a:p>
            <a:pPr indent="-228600" lvl="0" marL="457200" rtl="0" algn="l">
              <a:lnSpc>
                <a:spcPct val="100000"/>
              </a:lnSpc>
              <a:spcBef>
                <a:spcPts val="0"/>
              </a:spcBef>
              <a:spcAft>
                <a:spcPts val="0"/>
              </a:spcAft>
              <a:buSzPts val="1400"/>
              <a:buFont typeface="Arial"/>
              <a:buChar char="•"/>
            </a:pPr>
            <a:r>
              <a:rPr lang="en-US"/>
              <a:t>Thời gian tối đa cho phần đọc của mỗi bài thi Aptis là 50 phút</a:t>
            </a:r>
            <a:endParaRPr/>
          </a:p>
        </p:txBody>
      </p:sp>
      <p:sp>
        <p:nvSpPr>
          <p:cNvPr id="153" name="Google Shape;15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39700" lvl="0" marL="457200" rtl="0" algn="l">
              <a:lnSpc>
                <a:spcPct val="100000"/>
              </a:lnSpc>
              <a:spcBef>
                <a:spcPts val="0"/>
              </a:spcBef>
              <a:spcAft>
                <a:spcPts val="0"/>
              </a:spcAft>
              <a:buSzPts val="1400"/>
              <a:buFont typeface="Arial"/>
              <a:buNone/>
            </a:pPr>
            <a:r>
              <a:t/>
            </a:r>
            <a:endParaRPr/>
          </a:p>
        </p:txBody>
      </p:sp>
      <p:sp>
        <p:nvSpPr>
          <p:cNvPr id="190" name="Google Shape;19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Trong phần đầu tiên của bài thi Viết, bạn sẽ hoàn thành một mẫu đơn bằng cách điền thông tin. Trong phần này, bạn sẽ không cần viết ở dạng câu mà chỉ cần điền các từ. Thông thường, bạn nên bỏ ra không quá 3 phút cho phần này.</a:t>
            </a:r>
            <a:endParaRPr/>
          </a:p>
        </p:txBody>
      </p:sp>
      <p:sp>
        <p:nvSpPr>
          <p:cNvPr id="249" name="Google Shape;24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Trong phần đầu tiên của bài thi Viết, bạn sẽ hoàn thành một mẫu đơn bằng cách điền thông tin. Trong phần này, bạn sẽ không cần viết ở dạng câu mà chỉ cần điền các từ. Thông thường, bạn nên bỏ ra không quá 3 phút cho phần này.</a:t>
            </a:r>
            <a:endParaRPr/>
          </a:p>
        </p:txBody>
      </p:sp>
      <p:sp>
        <p:nvSpPr>
          <p:cNvPr id="283" name="Google Shape;28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317" name="Google Shape;31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0" i="0" lang="en-US">
                <a:solidFill>
                  <a:srgbClr val="01051C"/>
                </a:solidFill>
                <a:highlight>
                  <a:srgbClr val="FFFFFF"/>
                </a:highlight>
                <a:latin typeface="Roboto"/>
                <a:ea typeface="Roboto"/>
                <a:cs typeface="Roboto"/>
                <a:sym typeface="Roboto"/>
              </a:rPr>
              <a:t>Trong phần này, thí sinh sẽ viết một email thông thường cho một người bạn (khoảng 50 từ) và một email trang trọng gửi tới một người chưa quen biết (khoảng 120-150 từ). Cả hai bức thư sẽ đều đề cập về một chủ đề chung nhưng từ vựng và giọng văn giữa hai bức thư sẽ cần phải có sự khác nhau về mức độ trang trọng. Người viết nên bỏ ra không quá 20 phút cho phần thi này.</a:t>
            </a:r>
            <a:endParaRPr/>
          </a:p>
        </p:txBody>
      </p:sp>
      <p:sp>
        <p:nvSpPr>
          <p:cNvPr id="351" name="Google Shape;35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8" name="Google Shape;36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 name="Google Shape;38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5" name="Google Shape;42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874" cy="165462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Clr>
                <a:srgbClr val="000000"/>
              </a:buClr>
              <a:buSzPts val="9600"/>
              <a:buFont typeface="Arial"/>
              <a:buNone/>
            </a:pPr>
            <a:r>
              <a:rPr b="0" i="0" lang="en-US" sz="9600" u="none" cap="none" strike="noStrike">
                <a:solidFill>
                  <a:srgbClr val="FFFFFF"/>
                </a:solidFill>
                <a:latin typeface="Arial"/>
                <a:ea typeface="Arial"/>
                <a:cs typeface="Arial"/>
                <a:sym typeface="Arial"/>
              </a:rPr>
              <a:t>APTIS GENERAL</a:t>
            </a:r>
            <a:endParaRPr b="0" i="0" sz="1200" u="none" cap="none" strike="noStrike">
              <a:solidFill>
                <a:srgbClr val="000000"/>
              </a:solidFill>
              <a:latin typeface="Arial"/>
              <a:ea typeface="Arial"/>
              <a:cs typeface="Arial"/>
              <a:sym typeface="Arial"/>
            </a:endParaRPr>
          </a:p>
        </p:txBody>
      </p:sp>
      <p:grpSp>
        <p:nvGrpSpPr>
          <p:cNvPr id="89" name="Google Shape;89;p13"/>
          <p:cNvGrpSpPr/>
          <p:nvPr/>
        </p:nvGrpSpPr>
        <p:grpSpPr>
          <a:xfrm>
            <a:off x="7338936" y="4396612"/>
            <a:ext cx="8593708" cy="2361123"/>
            <a:chOff x="0" y="-192881"/>
            <a:chExt cx="11458277" cy="3148163"/>
          </a:xfrm>
        </p:grpSpPr>
        <p:grpSp>
          <p:nvGrpSpPr>
            <p:cNvPr id="90" name="Google Shape;90;p13"/>
            <p:cNvGrpSpPr/>
            <p:nvPr/>
          </p:nvGrpSpPr>
          <p:grpSpPr>
            <a:xfrm>
              <a:off x="0" y="-192881"/>
              <a:ext cx="11458277" cy="2963451"/>
              <a:chOff x="0" y="-38100"/>
              <a:chExt cx="2263363"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3"/>
              <p:cNvSpPr txBox="1"/>
              <p:nvPr/>
            </p:nvSpPr>
            <p:spPr>
              <a:xfrm>
                <a:off x="0" y="-38100"/>
                <a:ext cx="2263363" cy="58537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793233" y="91935"/>
              <a:ext cx="9871810" cy="2863347"/>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Clr>
                  <a:srgbClr val="000000"/>
                </a:buClr>
                <a:buSzPts val="12460"/>
                <a:buFont typeface="Arial"/>
                <a:buNone/>
              </a:pPr>
              <a:r>
                <a:rPr b="0" i="0" lang="en-US" sz="12460" u="none" cap="none" strike="noStrike">
                  <a:solidFill>
                    <a:srgbClr val="018345"/>
                  </a:solidFill>
                  <a:latin typeface="Arial"/>
                  <a:ea typeface="Arial"/>
                  <a:cs typeface="Arial"/>
                  <a:sym typeface="Arial"/>
                </a:rPr>
                <a:t>WRITING</a:t>
              </a:r>
              <a:endParaRPr b="0" i="0" sz="1400" u="none" cap="none" strike="noStrike">
                <a:solidFill>
                  <a:srgbClr val="000000"/>
                </a:solidFill>
                <a:latin typeface="Arial"/>
                <a:ea typeface="Arial"/>
                <a:cs typeface="Arial"/>
                <a:sym typeface="Arial"/>
              </a:endParaRPr>
            </a:p>
          </p:txBody>
        </p:sp>
      </p:grpSp>
      <p:cxnSp>
        <p:nvCxnSpPr>
          <p:cNvPr id="94" name="Google Shape;94;p13"/>
          <p:cNvCxnSpPr/>
          <p:nvPr/>
        </p:nvCxnSpPr>
        <p:spPr>
          <a:xfrm>
            <a:off x="5559805" y="3724211"/>
            <a:ext cx="11699495"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13" cy="1473407"/>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Clr>
                <a:srgbClr val="000000"/>
              </a:buClr>
              <a:buSzPts val="10264"/>
              <a:buFont typeface="Arial"/>
              <a:buNone/>
            </a:pPr>
            <a:r>
              <a:rPr b="0" i="0" lang="en-US" sz="10264" u="none" cap="none" strike="noStrike">
                <a:solidFill>
                  <a:srgbClr val="018345"/>
                </a:solidFill>
                <a:latin typeface="Arial"/>
                <a:ea typeface="Arial"/>
                <a:cs typeface="Arial"/>
                <a:sym typeface="Arial"/>
              </a:rPr>
              <a:t>Table of contents</a:t>
            </a:r>
            <a:endParaRPr b="0" i="0" sz="1400" u="none" cap="none" strike="noStrike">
              <a:solidFill>
                <a:srgbClr val="000000"/>
              </a:solidFill>
              <a:latin typeface="Arial"/>
              <a:ea typeface="Arial"/>
              <a:cs typeface="Arial"/>
              <a:sym typeface="Arial"/>
            </a:endParaRPr>
          </a:p>
        </p:txBody>
      </p:sp>
      <p:cxnSp>
        <p:nvCxnSpPr>
          <p:cNvPr id="101" name="Google Shape;101;p14"/>
          <p:cNvCxnSpPr/>
          <p:nvPr/>
        </p:nvCxnSpPr>
        <p:spPr>
          <a:xfrm>
            <a:off x="5943600" y="2152650"/>
            <a:ext cx="11579734"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203" y="-741521"/>
            <a:ext cx="7681766" cy="4260610"/>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106" name="Google Shape;106;p14"/>
          <p:cNvGrpSpPr/>
          <p:nvPr/>
        </p:nvGrpSpPr>
        <p:grpSpPr>
          <a:xfrm>
            <a:off x="6890434" y="3230151"/>
            <a:ext cx="10092876" cy="1384827"/>
            <a:chOff x="6375842" y="6151456"/>
            <a:chExt cx="10541964" cy="1433865"/>
          </a:xfrm>
        </p:grpSpPr>
        <p:sp>
          <p:nvSpPr>
            <p:cNvPr id="107" name="Google Shape;107;p14"/>
            <p:cNvSpPr/>
            <p:nvPr/>
          </p:nvSpPr>
          <p:spPr>
            <a:xfrm>
              <a:off x="6375842" y="6278356"/>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Calibri"/>
                <a:ea typeface="Calibri"/>
                <a:cs typeface="Calibri"/>
                <a:sym typeface="Calibri"/>
              </a:endParaRPr>
            </a:p>
          </p:txBody>
        </p:sp>
        <p:sp>
          <p:nvSpPr>
            <p:cNvPr id="108" name="Google Shape;108;p14"/>
            <p:cNvSpPr txBox="1"/>
            <p:nvPr/>
          </p:nvSpPr>
          <p:spPr>
            <a:xfrm>
              <a:off x="6375842" y="6151456"/>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4"/>
            <p:cNvSpPr txBox="1"/>
            <p:nvPr/>
          </p:nvSpPr>
          <p:spPr>
            <a:xfrm>
              <a:off x="7917301" y="6581020"/>
              <a:ext cx="8651100" cy="510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3200"/>
                <a:buFont typeface="Arial"/>
                <a:buNone/>
              </a:pPr>
              <a:r>
                <a:rPr b="1" i="0" lang="en-US" sz="3200" u="none" cap="none" strike="noStrike">
                  <a:solidFill>
                    <a:srgbClr val="FFFFFF"/>
                  </a:solidFill>
                  <a:latin typeface="Montserrat"/>
                  <a:ea typeface="Montserrat"/>
                  <a:cs typeface="Montserrat"/>
                  <a:sym typeface="Montserrat"/>
                </a:rPr>
                <a:t>Tổng quan bài thi viết APTIS </a:t>
              </a:r>
              <a:endParaRPr b="0" i="0" sz="1400" u="none" cap="none" strike="noStrike">
                <a:solidFill>
                  <a:srgbClr val="000000"/>
                </a:solidFill>
                <a:latin typeface="Arial"/>
                <a:ea typeface="Arial"/>
                <a:cs typeface="Arial"/>
                <a:sym typeface="Arial"/>
              </a:endParaRPr>
            </a:p>
          </p:txBody>
        </p:sp>
        <p:sp>
          <p:nvSpPr>
            <p:cNvPr descr="Books with solid fill" id="111" name="Google Shape;11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2" name="Google Shape;112;p14"/>
          <p:cNvSpPr txBox="1"/>
          <p:nvPr/>
        </p:nvSpPr>
        <p:spPr>
          <a:xfrm>
            <a:off x="6487860" y="5519116"/>
            <a:ext cx="10092845" cy="1384799"/>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13" name="Google Shape;113;p14"/>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Roboto"/>
                <a:ea typeface="Roboto"/>
                <a:cs typeface="Roboto"/>
                <a:sym typeface="Roboto"/>
              </a:rPr>
              <a:t>https://edulife.com.vn/</a:t>
            </a:r>
            <a:endParaRPr b="0" i="0" sz="1400" u="none" cap="none" strike="noStrike">
              <a:solidFill>
                <a:srgbClr val="000000"/>
              </a:solidFill>
              <a:latin typeface="Arial"/>
              <a:ea typeface="Arial"/>
              <a:cs typeface="Arial"/>
              <a:sym typeface="Arial"/>
            </a:endParaRPr>
          </a:p>
        </p:txBody>
      </p:sp>
      <p:grpSp>
        <p:nvGrpSpPr>
          <p:cNvPr id="114" name="Google Shape;114;p14"/>
          <p:cNvGrpSpPr/>
          <p:nvPr/>
        </p:nvGrpSpPr>
        <p:grpSpPr>
          <a:xfrm>
            <a:off x="-2718010" y="9274528"/>
            <a:ext cx="7950400" cy="1707231"/>
            <a:chOff x="0" y="-384762"/>
            <a:chExt cx="10600533" cy="2276307"/>
          </a:xfrm>
        </p:grpSpPr>
        <p:grpSp>
          <p:nvGrpSpPr>
            <p:cNvPr id="115" name="Google Shape;115;p14"/>
            <p:cNvGrpSpPr/>
            <p:nvPr/>
          </p:nvGrpSpPr>
          <p:grpSpPr>
            <a:xfrm>
              <a:off x="0" y="-384762"/>
              <a:ext cx="10600533" cy="2276307"/>
              <a:chOff x="0" y="-38100"/>
              <a:chExt cx="1049690" cy="225405"/>
            </a:xfrm>
          </p:grpSpPr>
          <p:sp>
            <p:nvSpPr>
              <p:cNvPr id="116" name="Google Shape;116;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14"/>
          <p:cNvGrpSpPr/>
          <p:nvPr/>
        </p:nvGrpSpPr>
        <p:grpSpPr>
          <a:xfrm>
            <a:off x="6976820" y="5157730"/>
            <a:ext cx="10121790" cy="1245145"/>
            <a:chOff x="6934200" y="7048501"/>
            <a:chExt cx="9882630" cy="1159137"/>
          </a:xfrm>
        </p:grpSpPr>
        <p:grpSp>
          <p:nvGrpSpPr>
            <p:cNvPr id="120" name="Google Shape;120;p14"/>
            <p:cNvGrpSpPr/>
            <p:nvPr/>
          </p:nvGrpSpPr>
          <p:grpSpPr>
            <a:xfrm>
              <a:off x="6934200" y="7048501"/>
              <a:ext cx="9882630" cy="1159137"/>
              <a:chOff x="6487861" y="7950596"/>
              <a:chExt cx="10571780" cy="1289204"/>
            </a:xfrm>
          </p:grpSpPr>
          <p:sp>
            <p:nvSpPr>
              <p:cNvPr id="121" name="Google Shape;121;p14"/>
              <p:cNvSpPr/>
              <p:nvPr/>
            </p:nvSpPr>
            <p:spPr>
              <a:xfrm>
                <a:off x="6517678" y="7950596"/>
                <a:ext cx="10541963"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23" name="Google Shape;123;p14"/>
              <p:cNvSpPr txBox="1"/>
              <p:nvPr/>
            </p:nvSpPr>
            <p:spPr>
              <a:xfrm>
                <a:off x="7905407" y="8329497"/>
                <a:ext cx="7896000" cy="510000"/>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Clr>
                    <a:srgbClr val="000000"/>
                  </a:buClr>
                  <a:buSzPts val="3200"/>
                  <a:buFont typeface="Arial"/>
                  <a:buNone/>
                </a:pPr>
                <a:r>
                  <a:rPr b="1" i="0" lang="en-US" sz="3200" u="none" cap="none" strike="noStrike">
                    <a:solidFill>
                      <a:schemeClr val="lt1"/>
                    </a:solidFill>
                    <a:latin typeface="Montserrat"/>
                    <a:ea typeface="Montserrat"/>
                    <a:cs typeface="Montserrat"/>
                    <a:sym typeface="Montserrat"/>
                  </a:rPr>
                  <a:t>Các dạng bài</a:t>
                </a:r>
                <a:endParaRPr b="1" i="0" sz="3200" u="none" cap="none" strike="noStrike">
                  <a:solidFill>
                    <a:schemeClr val="lt1"/>
                  </a:solidFill>
                  <a:latin typeface="Montserrat"/>
                  <a:ea typeface="Montserrat"/>
                  <a:cs typeface="Montserrat"/>
                  <a:sym typeface="Montserrat"/>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962357" y="6802882"/>
            <a:ext cx="10150411" cy="1245144"/>
            <a:chOff x="6962073" y="8572500"/>
            <a:chExt cx="9910575" cy="1159136"/>
          </a:xfrm>
        </p:grpSpPr>
        <p:sp>
          <p:nvSpPr>
            <p:cNvPr id="126" name="Google Shape;126;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Calibri"/>
                <a:ea typeface="Calibri"/>
                <a:cs typeface="Calibri"/>
                <a:sym typeface="Calibri"/>
              </a:endParaRPr>
            </a:p>
          </p:txBody>
        </p:sp>
        <p:sp>
          <p:nvSpPr>
            <p:cNvPr id="127" name="Google Shape;127;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28" name="Google Shape;128;p14"/>
            <p:cNvSpPr txBox="1"/>
            <p:nvPr/>
          </p:nvSpPr>
          <p:spPr>
            <a:xfrm>
              <a:off x="8403048" y="8840948"/>
              <a:ext cx="8469600" cy="458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3200"/>
                <a:buFont typeface="Arial"/>
                <a:buNone/>
              </a:pPr>
              <a:r>
                <a:rPr b="1" i="0" lang="en-US" sz="3200" u="none" cap="none" strike="noStrike">
                  <a:solidFill>
                    <a:srgbClr val="FFFFFF"/>
                  </a:solidFill>
                  <a:latin typeface="Montserrat"/>
                  <a:ea typeface="Montserrat"/>
                  <a:cs typeface="Montserrat"/>
                  <a:sym typeface="Montserrat"/>
                </a:rPr>
                <a:t>Lưu ý khi làm bài</a:t>
              </a:r>
              <a:endParaRPr b="1" i="0" sz="3200" u="none" cap="none" strike="noStrike">
                <a:solidFill>
                  <a:srgbClr val="FFFFFF"/>
                </a:solidFill>
                <a:latin typeface="Montserrat"/>
                <a:ea typeface="Montserrat"/>
                <a:cs typeface="Montserrat"/>
                <a:sym typeface="Montserrat"/>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cxnSp>
        <p:nvCxnSpPr>
          <p:cNvPr id="134" name="Google Shape;134;p15"/>
          <p:cNvCxnSpPr/>
          <p:nvPr/>
        </p:nvCxnSpPr>
        <p:spPr>
          <a:xfrm>
            <a:off x="7467599" y="2235185"/>
            <a:ext cx="9982200" cy="0"/>
          </a:xfrm>
          <a:prstGeom prst="straightConnector1">
            <a:avLst/>
          </a:prstGeom>
          <a:noFill/>
          <a:ln cap="flat" cmpd="sng" w="38100">
            <a:solidFill>
              <a:srgbClr val="018345"/>
            </a:solidFill>
            <a:prstDash val="solid"/>
            <a:round/>
            <a:headEnd len="sm" w="sm" type="none"/>
            <a:tailEnd len="sm" w="sm" type="none"/>
          </a:ln>
        </p:spPr>
      </p:cxnSp>
      <p:cxnSp>
        <p:nvCxnSpPr>
          <p:cNvPr id="135" name="Google Shape;135;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36" name="Google Shape;136;p15"/>
          <p:cNvGrpSpPr/>
          <p:nvPr/>
        </p:nvGrpSpPr>
        <p:grpSpPr>
          <a:xfrm rot="10800000">
            <a:off x="15044552" y="-741521"/>
            <a:ext cx="7681766" cy="4260610"/>
            <a:chOff x="0" y="-38100"/>
            <a:chExt cx="406400" cy="225405"/>
          </a:xfrm>
        </p:grpSpPr>
        <p:sp>
          <p:nvSpPr>
            <p:cNvPr id="137" name="Google Shape;137;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38" name="Google Shape;138;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39" name="Google Shape;139;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40" name="Google Shape;140;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41" name="Google Shape;141;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42" name="Google Shape;142;p15"/>
          <p:cNvSpPr txBox="1"/>
          <p:nvPr/>
        </p:nvSpPr>
        <p:spPr>
          <a:xfrm>
            <a:off x="7315200" y="2540878"/>
            <a:ext cx="10129904" cy="3006336"/>
          </a:xfrm>
          <a:prstGeom prst="rect">
            <a:avLst/>
          </a:prstGeom>
          <a:noFill/>
          <a:ln>
            <a:noFill/>
          </a:ln>
        </p:spPr>
        <p:txBody>
          <a:bodyPr anchorCtr="0" anchor="t" bIns="0" lIns="0" spcFirstLastPara="1" rIns="0" wrap="square" tIns="0">
            <a:spAutoFit/>
          </a:bodyPr>
          <a:lstStyle/>
          <a:p>
            <a:pPr indent="0" lvl="0" marL="0" marR="0" rtl="0" algn="ctr">
              <a:lnSpc>
                <a:spcPct val="110511"/>
              </a:lnSpc>
              <a:spcBef>
                <a:spcPts val="0"/>
              </a:spcBef>
              <a:spcAft>
                <a:spcPts val="0"/>
              </a:spcAft>
              <a:buClr>
                <a:srgbClr val="000000"/>
              </a:buClr>
              <a:buSzPts val="8800"/>
              <a:buFont typeface="Arial"/>
              <a:buNone/>
            </a:pPr>
            <a:r>
              <a:rPr b="1" i="0" lang="en-US" sz="8800" u="none" cap="none" strike="noStrike">
                <a:solidFill>
                  <a:srgbClr val="018345"/>
                </a:solidFill>
                <a:latin typeface="Montserrat"/>
                <a:ea typeface="Montserrat"/>
                <a:cs typeface="Montserrat"/>
                <a:sym typeface="Montserrat"/>
              </a:rPr>
              <a:t>TỔNG QUAN BÀI THI VIẾT APTIS</a:t>
            </a:r>
            <a:endParaRPr b="0" i="0" sz="1400" u="none" cap="none" strike="noStrike">
              <a:solidFill>
                <a:srgbClr val="000000"/>
              </a:solidFill>
              <a:latin typeface="Arial"/>
              <a:ea typeface="Arial"/>
              <a:cs typeface="Arial"/>
              <a:sym typeface="Arial"/>
            </a:endParaRPr>
          </a:p>
        </p:txBody>
      </p:sp>
      <p:sp>
        <p:nvSpPr>
          <p:cNvPr id="143" name="Google Shape;143;p15"/>
          <p:cNvSpPr txBox="1"/>
          <p:nvPr/>
        </p:nvSpPr>
        <p:spPr>
          <a:xfrm>
            <a:off x="11124511" y="339710"/>
            <a:ext cx="2146800" cy="19179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01</a:t>
            </a:r>
            <a:endParaRPr b="0" i="0" sz="1400" u="none" cap="none" strike="noStrike">
              <a:solidFill>
                <a:srgbClr val="000000"/>
              </a:solidFill>
              <a:latin typeface="Arial"/>
              <a:ea typeface="Arial"/>
              <a:cs typeface="Arial"/>
              <a:sym typeface="Arial"/>
            </a:endParaRPr>
          </a:p>
        </p:txBody>
      </p:sp>
      <p:sp>
        <p:nvSpPr>
          <p:cNvPr id="144" name="Google Shape;144;p15"/>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Roboto"/>
                <a:ea typeface="Roboto"/>
                <a:cs typeface="Roboto"/>
                <a:sym typeface="Roboto"/>
              </a:rPr>
              <a:t>https://edulife.com.vn/</a:t>
            </a:r>
            <a:endParaRPr b="0" i="0" sz="1400" u="none" cap="none" strike="noStrike">
              <a:solidFill>
                <a:srgbClr val="000000"/>
              </a:solidFill>
              <a:latin typeface="Arial"/>
              <a:ea typeface="Arial"/>
              <a:cs typeface="Arial"/>
              <a:sym typeface="Arial"/>
            </a:endParaRPr>
          </a:p>
        </p:txBody>
      </p:sp>
      <p:grpSp>
        <p:nvGrpSpPr>
          <p:cNvPr id="145" name="Google Shape;145;p15"/>
          <p:cNvGrpSpPr/>
          <p:nvPr/>
        </p:nvGrpSpPr>
        <p:grpSpPr>
          <a:xfrm>
            <a:off x="-2718010" y="9274528"/>
            <a:ext cx="7950400" cy="1707231"/>
            <a:chOff x="0" y="-384762"/>
            <a:chExt cx="10600533" cy="2276307"/>
          </a:xfrm>
        </p:grpSpPr>
        <p:grpSp>
          <p:nvGrpSpPr>
            <p:cNvPr id="146" name="Google Shape;146;p15"/>
            <p:cNvGrpSpPr/>
            <p:nvPr/>
          </p:nvGrpSpPr>
          <p:grpSpPr>
            <a:xfrm>
              <a:off x="0" y="-384762"/>
              <a:ext cx="10600533" cy="2276307"/>
              <a:chOff x="0" y="-38100"/>
              <a:chExt cx="1049690" cy="225405"/>
            </a:xfrm>
          </p:grpSpPr>
          <p:sp>
            <p:nvSpPr>
              <p:cNvPr id="147" name="Google Shape;147;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48" name="Google Shape;148;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9" name="Google Shape;149;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43"/>
                                        </p:tgtEl>
                                        <p:attrNameLst>
                                          <p:attrName>style.visibility</p:attrName>
                                        </p:attrNameLst>
                                      </p:cBhvr>
                                      <p:to>
                                        <p:strVal val="visible"/>
                                      </p:to>
                                    </p:set>
                                    <p:anim calcmode="lin" valueType="num">
                                      <p:cBhvr additive="base">
                                        <p:cTn dur="500"/>
                                        <p:tgtEl>
                                          <p:spTgt spid="143"/>
                                        </p:tgtEl>
                                        <p:attrNameLst>
                                          <p:attrName>ppt_w</p:attrName>
                                        </p:attrNameLst>
                                      </p:cBhvr>
                                      <p:tavLst>
                                        <p:tav fmla="" tm="0">
                                          <p:val>
                                            <p:strVal val="0"/>
                                          </p:val>
                                        </p:tav>
                                        <p:tav fmla="" tm="100000">
                                          <p:val>
                                            <p:strVal val="#ppt_w"/>
                                          </p:val>
                                        </p:tav>
                                      </p:tavLst>
                                    </p:anim>
                                    <p:anim calcmode="lin" valueType="num">
                                      <p:cBhvr additive="base">
                                        <p:cTn dur="500"/>
                                        <p:tgtEl>
                                          <p:spTgt spid="14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42"/>
                                        </p:tgtEl>
                                        <p:attrNameLst>
                                          <p:attrName>style.visibility</p:attrName>
                                        </p:attrNameLst>
                                      </p:cBhvr>
                                      <p:to>
                                        <p:strVal val="visible"/>
                                      </p:to>
                                    </p:set>
                                    <p:anim calcmode="lin" valueType="num">
                                      <p:cBhvr additive="base">
                                        <p:cTn dur="500"/>
                                        <p:tgtEl>
                                          <p:spTgt spid="142"/>
                                        </p:tgtEl>
                                        <p:attrNameLst>
                                          <p:attrName>ppt_w</p:attrName>
                                        </p:attrNameLst>
                                      </p:cBhvr>
                                      <p:tavLst>
                                        <p:tav fmla="" tm="0">
                                          <p:val>
                                            <p:strVal val="0"/>
                                          </p:val>
                                        </p:tav>
                                        <p:tav fmla="" tm="100000">
                                          <p:val>
                                            <p:strVal val="#ppt_w"/>
                                          </p:val>
                                        </p:tav>
                                      </p:tavLst>
                                    </p:anim>
                                    <p:anim calcmode="lin" valueType="num">
                                      <p:cBhvr additive="base">
                                        <p:cTn dur="500"/>
                                        <p:tgtEl>
                                          <p:spTgt spid="14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cxnSp>
        <p:nvCxnSpPr>
          <p:cNvPr id="155" name="Google Shape;155;p16"/>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cxnSp>
        <p:nvCxnSpPr>
          <p:cNvPr id="156" name="Google Shape;156;p1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57" name="Google Shape;157;p16"/>
          <p:cNvGrpSpPr/>
          <p:nvPr/>
        </p:nvGrpSpPr>
        <p:grpSpPr>
          <a:xfrm rot="10800000">
            <a:off x="15785091" y="-536942"/>
            <a:ext cx="7681766" cy="4260610"/>
            <a:chOff x="0" y="-38100"/>
            <a:chExt cx="406400" cy="225405"/>
          </a:xfrm>
        </p:grpSpPr>
        <p:sp>
          <p:nvSpPr>
            <p:cNvPr id="158" name="Google Shape;158;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9" name="Google Shape;159;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0" name="Google Shape;160;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61" name="Google Shape;161;p16"/>
          <p:cNvGrpSpPr/>
          <p:nvPr/>
        </p:nvGrpSpPr>
        <p:grpSpPr>
          <a:xfrm>
            <a:off x="-2718010" y="9274528"/>
            <a:ext cx="7950400" cy="1707231"/>
            <a:chOff x="0" y="-384762"/>
            <a:chExt cx="10600533" cy="2276307"/>
          </a:xfrm>
        </p:grpSpPr>
        <p:grpSp>
          <p:nvGrpSpPr>
            <p:cNvPr id="162" name="Google Shape;162;p16"/>
            <p:cNvGrpSpPr/>
            <p:nvPr/>
          </p:nvGrpSpPr>
          <p:grpSpPr>
            <a:xfrm>
              <a:off x="0" y="-384762"/>
              <a:ext cx="10600533" cy="2276307"/>
              <a:chOff x="0" y="-38100"/>
              <a:chExt cx="1049690" cy="225405"/>
            </a:xfrm>
          </p:grpSpPr>
          <p:sp>
            <p:nvSpPr>
              <p:cNvPr id="163" name="Google Shape;163;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4" name="Google Shape;164;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5" name="Google Shape;165;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6" name="Google Shape;166;p16"/>
          <p:cNvSpPr txBox="1"/>
          <p:nvPr/>
        </p:nvSpPr>
        <p:spPr>
          <a:xfrm>
            <a:off x="6293296" y="622074"/>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00000"/>
              </a:buClr>
              <a:buSzPts val="4800"/>
              <a:buFont typeface="Arial"/>
              <a:buNone/>
            </a:pPr>
            <a:r>
              <a:rPr b="1" i="0" lang="en-US" sz="4800" u="none" cap="none" strike="noStrike">
                <a:solidFill>
                  <a:srgbClr val="018345"/>
                </a:solidFill>
                <a:latin typeface="Montserrat"/>
                <a:ea typeface="Montserrat"/>
                <a:cs typeface="Montserrat"/>
                <a:sym typeface="Montserrat"/>
              </a:rPr>
              <a:t>Thông tin tổng quan</a:t>
            </a:r>
            <a:endParaRPr b="1" i="0" sz="4800" u="none" cap="none" strike="noStrike">
              <a:solidFill>
                <a:srgbClr val="018345"/>
              </a:solidFill>
              <a:latin typeface="Montserrat"/>
              <a:ea typeface="Montserrat"/>
              <a:cs typeface="Montserrat"/>
              <a:sym typeface="Montserrat"/>
            </a:endParaRPr>
          </a:p>
        </p:txBody>
      </p:sp>
      <p:grpSp>
        <p:nvGrpSpPr>
          <p:cNvPr id="167" name="Google Shape;167;p16"/>
          <p:cNvGrpSpPr/>
          <p:nvPr/>
        </p:nvGrpSpPr>
        <p:grpSpPr>
          <a:xfrm>
            <a:off x="7810502" y="2279932"/>
            <a:ext cx="7889348" cy="6330318"/>
            <a:chOff x="7810502" y="2279932"/>
            <a:chExt cx="7889348" cy="6330318"/>
          </a:xfrm>
        </p:grpSpPr>
        <p:grpSp>
          <p:nvGrpSpPr>
            <p:cNvPr id="168" name="Google Shape;168;p16"/>
            <p:cNvGrpSpPr/>
            <p:nvPr/>
          </p:nvGrpSpPr>
          <p:grpSpPr>
            <a:xfrm>
              <a:off x="7810502" y="2279932"/>
              <a:ext cx="7889348" cy="6330318"/>
              <a:chOff x="695515" y="76899"/>
              <a:chExt cx="7889348" cy="6330318"/>
            </a:xfrm>
          </p:grpSpPr>
          <p:sp>
            <p:nvSpPr>
              <p:cNvPr id="169" name="Google Shape;169;p16"/>
              <p:cNvSpPr/>
              <p:nvPr/>
            </p:nvSpPr>
            <p:spPr>
              <a:xfrm>
                <a:off x="2991522" y="365952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6"/>
              <p:cNvSpPr/>
              <p:nvPr/>
            </p:nvSpPr>
            <p:spPr>
              <a:xfrm>
                <a:off x="2791890" y="397944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6"/>
              <p:cNvSpPr/>
              <p:nvPr/>
            </p:nvSpPr>
            <p:spPr>
              <a:xfrm>
                <a:off x="2553972" y="4256426"/>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6"/>
              <p:cNvSpPr/>
              <p:nvPr/>
            </p:nvSpPr>
            <p:spPr>
              <a:xfrm>
                <a:off x="2838380"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6"/>
              <p:cNvSpPr/>
              <p:nvPr/>
            </p:nvSpPr>
            <p:spPr>
              <a:xfrm>
                <a:off x="31428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6"/>
              <p:cNvSpPr/>
              <p:nvPr/>
            </p:nvSpPr>
            <p:spPr>
              <a:xfrm>
                <a:off x="3446391" y="7689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6"/>
              <p:cNvSpPr/>
              <p:nvPr/>
            </p:nvSpPr>
            <p:spPr>
              <a:xfrm>
                <a:off x="37499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6"/>
              <p:cNvSpPr/>
              <p:nvPr/>
            </p:nvSpPr>
            <p:spPr>
              <a:xfrm>
                <a:off x="4054402"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6"/>
              <p:cNvSpPr/>
              <p:nvPr/>
            </p:nvSpPr>
            <p:spPr>
              <a:xfrm>
                <a:off x="3446391" y="459715"/>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6"/>
              <p:cNvSpPr/>
              <p:nvPr/>
            </p:nvSpPr>
            <p:spPr>
              <a:xfrm>
                <a:off x="3446391" y="842531"/>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6"/>
              <p:cNvSpPr/>
              <p:nvPr/>
            </p:nvSpPr>
            <p:spPr>
              <a:xfrm>
                <a:off x="1592275" y="5088831"/>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6"/>
              <p:cNvSpPr txBox="1"/>
              <p:nvPr/>
            </p:nvSpPr>
            <p:spPr>
              <a:xfrm>
                <a:off x="1656633" y="5153189"/>
                <a:ext cx="4786423" cy="118967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i="0" lang="en-US" sz="4800" u="none" cap="none" strike="noStrike">
                    <a:solidFill>
                      <a:schemeClr val="lt1"/>
                    </a:solidFill>
                    <a:latin typeface="Roboto"/>
                    <a:ea typeface="Roboto"/>
                    <a:cs typeface="Roboto"/>
                    <a:sym typeface="Roboto"/>
                  </a:rPr>
                  <a:t>50 phút</a:t>
                </a:r>
                <a:endParaRPr b="1" i="0" sz="4800" u="none" cap="none" strike="noStrike">
                  <a:solidFill>
                    <a:schemeClr val="lt1"/>
                  </a:solidFill>
                  <a:latin typeface="Roboto"/>
                  <a:ea typeface="Roboto"/>
                  <a:cs typeface="Roboto"/>
                  <a:sym typeface="Roboto"/>
                </a:endParaRPr>
              </a:p>
            </p:txBody>
          </p:sp>
          <p:sp>
            <p:nvSpPr>
              <p:cNvPr id="181" name="Google Shape;181;p16"/>
              <p:cNvSpPr/>
              <p:nvPr/>
            </p:nvSpPr>
            <p:spPr>
              <a:xfrm>
                <a:off x="695515" y="4108036"/>
                <a:ext cx="1676384" cy="1630492"/>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6"/>
              <p:cNvSpPr/>
              <p:nvPr/>
            </p:nvSpPr>
            <p:spPr>
              <a:xfrm>
                <a:off x="3669724" y="2510116"/>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6"/>
              <p:cNvSpPr txBox="1"/>
              <p:nvPr/>
            </p:nvSpPr>
            <p:spPr>
              <a:xfrm>
                <a:off x="3734082" y="2574474"/>
                <a:ext cx="4786423" cy="118967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i="0" lang="en-US" sz="4800" u="none" cap="none" strike="noStrike">
                    <a:solidFill>
                      <a:schemeClr val="lt1"/>
                    </a:solidFill>
                    <a:latin typeface="Roboto"/>
                    <a:ea typeface="Roboto"/>
                    <a:cs typeface="Roboto"/>
                    <a:sym typeface="Roboto"/>
                  </a:rPr>
                  <a:t>4 phần </a:t>
                </a:r>
                <a:endParaRPr b="1" i="0" sz="4800" u="none" cap="none" strike="noStrike">
                  <a:solidFill>
                    <a:schemeClr val="lt1"/>
                  </a:solidFill>
                  <a:latin typeface="Roboto"/>
                  <a:ea typeface="Roboto"/>
                  <a:cs typeface="Roboto"/>
                  <a:sym typeface="Roboto"/>
                </a:endParaRPr>
              </a:p>
            </p:txBody>
          </p:sp>
          <p:sp>
            <p:nvSpPr>
              <p:cNvPr id="184" name="Google Shape;184;p16"/>
              <p:cNvSpPr/>
              <p:nvPr/>
            </p:nvSpPr>
            <p:spPr>
              <a:xfrm>
                <a:off x="2564182" y="1520638"/>
                <a:ext cx="1764418" cy="1674153"/>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Bullseye with solid fill" id="185" name="Google Shape;185;p16"/>
            <p:cNvPicPr preferRelativeResize="0"/>
            <p:nvPr/>
          </p:nvPicPr>
          <p:blipFill rotWithShape="1">
            <a:blip r:embed="rId4">
              <a:alphaModFix/>
            </a:blip>
            <a:srcRect b="0" l="0" r="0" t="0"/>
            <a:stretch/>
          </p:blipFill>
          <p:spPr>
            <a:xfrm>
              <a:off x="8077200" y="6515100"/>
              <a:ext cx="1219200" cy="1219200"/>
            </a:xfrm>
            <a:prstGeom prst="rect">
              <a:avLst/>
            </a:prstGeom>
            <a:noFill/>
            <a:ln>
              <a:noFill/>
            </a:ln>
          </p:spPr>
        </p:pic>
        <p:pic>
          <p:nvPicPr>
            <p:cNvPr descr="Lightbulb and gear with solid fill" id="186" name="Google Shape;186;p16"/>
            <p:cNvPicPr preferRelativeResize="0"/>
            <p:nvPr/>
          </p:nvPicPr>
          <p:blipFill rotWithShape="1">
            <a:blip r:embed="rId5">
              <a:alphaModFix/>
            </a:blip>
            <a:srcRect b="0" l="0" r="0" t="0"/>
            <a:stretch/>
          </p:blipFill>
          <p:spPr>
            <a:xfrm>
              <a:off x="10001250" y="3943350"/>
              <a:ext cx="1200150" cy="12001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cxnSp>
        <p:nvCxnSpPr>
          <p:cNvPr id="192" name="Google Shape;192;p17"/>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cxnSp>
        <p:nvCxnSpPr>
          <p:cNvPr id="193" name="Google Shape;193;p1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94" name="Google Shape;194;p17"/>
          <p:cNvGrpSpPr/>
          <p:nvPr/>
        </p:nvGrpSpPr>
        <p:grpSpPr>
          <a:xfrm rot="10800000">
            <a:off x="15785091" y="-536942"/>
            <a:ext cx="7681766" cy="4260610"/>
            <a:chOff x="0" y="-38100"/>
            <a:chExt cx="406400" cy="225405"/>
          </a:xfrm>
        </p:grpSpPr>
        <p:sp>
          <p:nvSpPr>
            <p:cNvPr id="195" name="Google Shape;195;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96" name="Google Shape;196;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7" name="Google Shape;197;p17"/>
          <p:cNvSpPr/>
          <p:nvPr/>
        </p:nvSpPr>
        <p:spPr>
          <a:xfrm>
            <a:off x="18099269" y="1593879"/>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98" name="Google Shape;198;p17"/>
          <p:cNvGrpSpPr/>
          <p:nvPr/>
        </p:nvGrpSpPr>
        <p:grpSpPr>
          <a:xfrm>
            <a:off x="-2718010" y="9274528"/>
            <a:ext cx="7950400" cy="1707231"/>
            <a:chOff x="0" y="-384762"/>
            <a:chExt cx="10600533" cy="2276307"/>
          </a:xfrm>
        </p:grpSpPr>
        <p:grpSp>
          <p:nvGrpSpPr>
            <p:cNvPr id="199" name="Google Shape;199;p17"/>
            <p:cNvGrpSpPr/>
            <p:nvPr/>
          </p:nvGrpSpPr>
          <p:grpSpPr>
            <a:xfrm>
              <a:off x="0" y="-384762"/>
              <a:ext cx="10600533" cy="2276307"/>
              <a:chOff x="0" y="-38100"/>
              <a:chExt cx="1049690" cy="225405"/>
            </a:xfrm>
          </p:grpSpPr>
          <p:sp>
            <p:nvSpPr>
              <p:cNvPr id="200" name="Google Shape;200;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01" name="Google Shape;201;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3" name="Google Shape;203;p17"/>
          <p:cNvSpPr txBox="1"/>
          <p:nvPr/>
        </p:nvSpPr>
        <p:spPr>
          <a:xfrm>
            <a:off x="6304645" y="246042"/>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00000"/>
              </a:buClr>
              <a:buSzPts val="4800"/>
              <a:buFont typeface="Arial"/>
              <a:buNone/>
            </a:pPr>
            <a:r>
              <a:rPr b="1" i="0" lang="en-US" sz="4800" u="none" cap="none" strike="noStrike">
                <a:solidFill>
                  <a:srgbClr val="018345"/>
                </a:solidFill>
                <a:latin typeface="Montserrat"/>
                <a:ea typeface="Montserrat"/>
                <a:cs typeface="Montserrat"/>
                <a:sym typeface="Montserrat"/>
              </a:rPr>
              <a:t>Thông tin tổng quan</a:t>
            </a:r>
            <a:endParaRPr b="1" i="0" sz="4800" u="none" cap="none" strike="noStrike">
              <a:solidFill>
                <a:srgbClr val="018345"/>
              </a:solidFill>
              <a:latin typeface="Montserrat"/>
              <a:ea typeface="Montserrat"/>
              <a:cs typeface="Montserrat"/>
              <a:sym typeface="Montserrat"/>
            </a:endParaRPr>
          </a:p>
        </p:txBody>
      </p:sp>
      <p:sp>
        <p:nvSpPr>
          <p:cNvPr id="204" name="Google Shape;204;p17"/>
          <p:cNvSpPr/>
          <p:nvPr/>
        </p:nvSpPr>
        <p:spPr>
          <a:xfrm>
            <a:off x="5676776" y="1918565"/>
            <a:ext cx="12192000" cy="81280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 name="Google Shape;205;p17"/>
          <p:cNvGrpSpPr/>
          <p:nvPr/>
        </p:nvGrpSpPr>
        <p:grpSpPr>
          <a:xfrm>
            <a:off x="9746215" y="1922436"/>
            <a:ext cx="2070597" cy="3022664"/>
            <a:chOff x="9746215" y="1922436"/>
            <a:chExt cx="2070597" cy="3022664"/>
          </a:xfrm>
        </p:grpSpPr>
        <p:sp>
          <p:nvSpPr>
            <p:cNvPr id="206" name="Google Shape;206;p17"/>
            <p:cNvSpPr/>
            <p:nvPr/>
          </p:nvSpPr>
          <p:spPr>
            <a:xfrm rot="-3683489">
              <a:off x="9372293" y="4249861"/>
              <a:ext cx="1509380" cy="44208"/>
            </a:xfrm>
            <a:custGeom>
              <a:rect b="b" l="l" r="r" t="t"/>
              <a:pathLst>
                <a:path extrusionOk="0" h="120000" w="120000">
                  <a:moveTo>
                    <a:pt x="0" y="60000"/>
                  </a:moveTo>
                  <a:lnTo>
                    <a:pt x="120000" y="60000"/>
                  </a:lnTo>
                </a:path>
              </a:pathLst>
            </a:custGeom>
            <a:noFill/>
            <a:ln cap="flat" cmpd="sng" w="25400">
              <a:solidFill>
                <a:srgbClr val="00B050"/>
              </a:solidFill>
              <a:prstDash val="solid"/>
              <a:round/>
              <a:headEnd len="sm" w="sm" type="none"/>
              <a:tailEnd len="sm" w="sm" type="none"/>
            </a:ln>
          </p:spPr>
        </p:sp>
        <p:sp>
          <p:nvSpPr>
            <p:cNvPr id="207" name="Google Shape;207;p17"/>
            <p:cNvSpPr/>
            <p:nvPr/>
          </p:nvSpPr>
          <p:spPr>
            <a:xfrm>
              <a:off x="10020159" y="1922436"/>
              <a:ext cx="1796653" cy="1796653"/>
            </a:xfrm>
            <a:custGeom>
              <a:rect b="b" l="l" r="r" t="t"/>
              <a:pathLst>
                <a:path extrusionOk="0" h="1796653" w="1796653">
                  <a:moveTo>
                    <a:pt x="0" y="898327"/>
                  </a:moveTo>
                  <a:cubicBezTo>
                    <a:pt x="0" y="402195"/>
                    <a:pt x="402195" y="0"/>
                    <a:pt x="898327" y="0"/>
                  </a:cubicBezTo>
                  <a:cubicBezTo>
                    <a:pt x="1394459" y="0"/>
                    <a:pt x="1796654" y="402195"/>
                    <a:pt x="1796654" y="898327"/>
                  </a:cubicBezTo>
                  <a:cubicBezTo>
                    <a:pt x="1796654" y="1394459"/>
                    <a:pt x="1394459" y="1796654"/>
                    <a:pt x="898327" y="1796654"/>
                  </a:cubicBezTo>
                  <a:cubicBezTo>
                    <a:pt x="402195" y="1796654"/>
                    <a:pt x="0" y="1394459"/>
                    <a:pt x="0" y="898327"/>
                  </a:cubicBezTo>
                  <a:close/>
                </a:path>
              </a:pathLst>
            </a:custGeom>
            <a:solidFill>
              <a:srgbClr val="00A249"/>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283425" lIns="283425" spcFirstLastPara="1" rIns="283425" wrap="square" tIns="283425">
              <a:noAutofit/>
            </a:bodyPr>
            <a:lstStyle/>
            <a:p>
              <a:pPr indent="0" lvl="0" marL="0" marR="0" rtl="0" algn="ctr">
                <a:lnSpc>
                  <a:spcPct val="90000"/>
                </a:lnSpc>
                <a:spcBef>
                  <a:spcPts val="0"/>
                </a:spcBef>
                <a:spcAft>
                  <a:spcPts val="0"/>
                </a:spcAft>
                <a:buClr>
                  <a:srgbClr val="000000"/>
                </a:buClr>
                <a:buSzPts val="2800"/>
                <a:buFont typeface="Arial"/>
                <a:buNone/>
              </a:pPr>
              <a:r>
                <a:rPr b="1" i="0" lang="en-US" sz="2800" u="none" cap="none" strike="noStrike">
                  <a:solidFill>
                    <a:schemeClr val="lt1"/>
                  </a:solidFill>
                  <a:latin typeface="Calibri"/>
                  <a:ea typeface="Calibri"/>
                  <a:cs typeface="Calibri"/>
                  <a:sym typeface="Calibri"/>
                </a:rPr>
                <a:t>Phần 1</a:t>
              </a:r>
              <a:endParaRPr/>
            </a:p>
          </p:txBody>
        </p:sp>
      </p:grpSp>
      <p:sp>
        <p:nvSpPr>
          <p:cNvPr id="208" name="Google Shape;208;p17"/>
          <p:cNvSpPr/>
          <p:nvPr/>
        </p:nvSpPr>
        <p:spPr>
          <a:xfrm>
            <a:off x="11996477" y="1922436"/>
            <a:ext cx="2694979" cy="1796653"/>
          </a:xfrm>
          <a:custGeom>
            <a:rect b="b" l="l" r="r" t="t"/>
            <a:pathLst>
              <a:path extrusionOk="0" h="1796653" w="2694979">
                <a:moveTo>
                  <a:pt x="0" y="0"/>
                </a:moveTo>
                <a:lnTo>
                  <a:pt x="2694979" y="0"/>
                </a:lnTo>
                <a:lnTo>
                  <a:pt x="2694979" y="1796653"/>
                </a:lnTo>
                <a:lnTo>
                  <a:pt x="0" y="1796653"/>
                </a:lnTo>
                <a:lnTo>
                  <a:pt x="0" y="0"/>
                </a:lnTo>
                <a:close/>
              </a:path>
            </a:pathLst>
          </a:custGeom>
          <a:noFill/>
          <a:ln>
            <a:noFill/>
          </a:ln>
        </p:spPr>
        <p:txBody>
          <a:bodyPr anchorCtr="0" anchor="ctr" bIns="0" lIns="0" spcFirstLastPara="1" rIns="0" wrap="square" tIns="0">
            <a:noAutofit/>
          </a:bodyPr>
          <a:lstStyle/>
          <a:p>
            <a:pPr indent="-285750" lvl="1" marL="285750" marR="0" rtl="0" algn="l">
              <a:lnSpc>
                <a:spcPct val="90000"/>
              </a:lnSpc>
              <a:spcBef>
                <a:spcPts val="0"/>
              </a:spcBef>
              <a:spcAft>
                <a:spcPts val="0"/>
              </a:spcAft>
              <a:buClr>
                <a:srgbClr val="000000"/>
              </a:buClr>
              <a:buSzPts val="2800"/>
              <a:buFont typeface="Arial"/>
              <a:buChar char="•"/>
            </a:pPr>
            <a:r>
              <a:rPr b="0" i="0" lang="en-US" sz="2800" u="none" cap="none" strike="noStrike">
                <a:solidFill>
                  <a:schemeClr val="dk1"/>
                </a:solidFill>
                <a:latin typeface="Calibri"/>
                <a:ea typeface="Calibri"/>
                <a:cs typeface="Calibri"/>
                <a:sym typeface="Calibri"/>
              </a:rPr>
              <a:t>Viết từ</a:t>
            </a:r>
            <a:endParaRPr b="0" i="0" sz="2800" u="none" cap="none" strike="noStrike">
              <a:solidFill>
                <a:schemeClr val="dk1"/>
              </a:solidFill>
              <a:latin typeface="Calibri"/>
              <a:ea typeface="Calibri"/>
              <a:cs typeface="Calibri"/>
              <a:sym typeface="Calibri"/>
            </a:endParaRPr>
          </a:p>
        </p:txBody>
      </p:sp>
      <p:grpSp>
        <p:nvGrpSpPr>
          <p:cNvPr id="209" name="Google Shape;209;p17"/>
          <p:cNvGrpSpPr/>
          <p:nvPr/>
        </p:nvGrpSpPr>
        <p:grpSpPr>
          <a:xfrm>
            <a:off x="10233816" y="3926938"/>
            <a:ext cx="2740296" cy="1796653"/>
            <a:chOff x="10233816" y="3926938"/>
            <a:chExt cx="2740296" cy="1796653"/>
          </a:xfrm>
        </p:grpSpPr>
        <p:sp>
          <p:nvSpPr>
            <p:cNvPr id="210" name="Google Shape;210;p17"/>
            <p:cNvSpPr/>
            <p:nvPr/>
          </p:nvSpPr>
          <p:spPr>
            <a:xfrm rot="-1312800">
              <a:off x="10203236" y="5338753"/>
              <a:ext cx="1077749" cy="44208"/>
            </a:xfrm>
            <a:custGeom>
              <a:rect b="b" l="l" r="r" t="t"/>
              <a:pathLst>
                <a:path extrusionOk="0" h="120000" w="120000">
                  <a:moveTo>
                    <a:pt x="0" y="60000"/>
                  </a:moveTo>
                  <a:lnTo>
                    <a:pt x="120000" y="60000"/>
                  </a:lnTo>
                </a:path>
              </a:pathLst>
            </a:custGeom>
            <a:noFill/>
            <a:ln cap="flat" cmpd="sng" w="25400">
              <a:solidFill>
                <a:srgbClr val="00B050"/>
              </a:solidFill>
              <a:prstDash val="solid"/>
              <a:round/>
              <a:headEnd len="sm" w="sm" type="none"/>
              <a:tailEnd len="sm" w="sm" type="none"/>
            </a:ln>
          </p:spPr>
        </p:sp>
        <p:sp>
          <p:nvSpPr>
            <p:cNvPr id="211" name="Google Shape;211;p17"/>
            <p:cNvSpPr/>
            <p:nvPr/>
          </p:nvSpPr>
          <p:spPr>
            <a:xfrm>
              <a:off x="11177459" y="3926938"/>
              <a:ext cx="1796653" cy="1796653"/>
            </a:xfrm>
            <a:custGeom>
              <a:rect b="b" l="l" r="r" t="t"/>
              <a:pathLst>
                <a:path extrusionOk="0" h="1796653" w="1796653">
                  <a:moveTo>
                    <a:pt x="0" y="898327"/>
                  </a:moveTo>
                  <a:cubicBezTo>
                    <a:pt x="0" y="402195"/>
                    <a:pt x="402195" y="0"/>
                    <a:pt x="898327" y="0"/>
                  </a:cubicBezTo>
                  <a:cubicBezTo>
                    <a:pt x="1394459" y="0"/>
                    <a:pt x="1796654" y="402195"/>
                    <a:pt x="1796654" y="898327"/>
                  </a:cubicBezTo>
                  <a:cubicBezTo>
                    <a:pt x="1796654" y="1394459"/>
                    <a:pt x="1394459" y="1796654"/>
                    <a:pt x="898327" y="1796654"/>
                  </a:cubicBezTo>
                  <a:cubicBezTo>
                    <a:pt x="402195" y="1796654"/>
                    <a:pt x="0" y="1394459"/>
                    <a:pt x="0" y="898327"/>
                  </a:cubicBezTo>
                  <a:close/>
                </a:path>
              </a:pathLst>
            </a:custGeom>
            <a:solidFill>
              <a:srgbClr val="00A249"/>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283425" lIns="283425" spcFirstLastPara="1" rIns="283425" wrap="square" tIns="283425">
              <a:noAutofit/>
            </a:bodyPr>
            <a:lstStyle/>
            <a:p>
              <a:pPr indent="0" lvl="0" marL="0" marR="0" rtl="0" algn="ctr">
                <a:lnSpc>
                  <a:spcPct val="90000"/>
                </a:lnSpc>
                <a:spcBef>
                  <a:spcPts val="0"/>
                </a:spcBef>
                <a:spcAft>
                  <a:spcPts val="0"/>
                </a:spcAft>
                <a:buClr>
                  <a:srgbClr val="000000"/>
                </a:buClr>
                <a:buSzPts val="2800"/>
                <a:buFont typeface="Arial"/>
                <a:buNone/>
              </a:pPr>
              <a:r>
                <a:rPr b="1" i="0" lang="en-US" sz="2800" u="none" cap="none" strike="noStrike">
                  <a:solidFill>
                    <a:schemeClr val="lt1"/>
                  </a:solidFill>
                  <a:latin typeface="Calibri"/>
                  <a:ea typeface="Calibri"/>
                  <a:cs typeface="Calibri"/>
                  <a:sym typeface="Calibri"/>
                </a:rPr>
                <a:t>Phần 2</a:t>
              </a:r>
              <a:endParaRPr/>
            </a:p>
          </p:txBody>
        </p:sp>
      </p:grpSp>
      <p:sp>
        <p:nvSpPr>
          <p:cNvPr id="212" name="Google Shape;212;p17"/>
          <p:cNvSpPr/>
          <p:nvPr/>
        </p:nvSpPr>
        <p:spPr>
          <a:xfrm>
            <a:off x="13250633" y="3947371"/>
            <a:ext cx="3585085" cy="1796653"/>
          </a:xfrm>
          <a:custGeom>
            <a:rect b="b" l="l" r="r" t="t"/>
            <a:pathLst>
              <a:path extrusionOk="0" h="1796653" w="2694979">
                <a:moveTo>
                  <a:pt x="0" y="0"/>
                </a:moveTo>
                <a:lnTo>
                  <a:pt x="2694979" y="0"/>
                </a:lnTo>
                <a:lnTo>
                  <a:pt x="2694979" y="1796653"/>
                </a:lnTo>
                <a:lnTo>
                  <a:pt x="0" y="1796653"/>
                </a:lnTo>
                <a:lnTo>
                  <a:pt x="0" y="0"/>
                </a:lnTo>
                <a:close/>
              </a:path>
            </a:pathLst>
          </a:custGeom>
          <a:noFill/>
          <a:ln>
            <a:noFill/>
          </a:ln>
        </p:spPr>
        <p:txBody>
          <a:bodyPr anchorCtr="0" anchor="ctr" bIns="0" lIns="0" spcFirstLastPara="1" rIns="0" wrap="square" tIns="0">
            <a:noAutofit/>
          </a:bodyPr>
          <a:lstStyle/>
          <a:p>
            <a:pPr indent="-285750" lvl="1" marL="285750" marR="0" rtl="0" algn="l">
              <a:lnSpc>
                <a:spcPct val="90000"/>
              </a:lnSpc>
              <a:spcBef>
                <a:spcPts val="0"/>
              </a:spcBef>
              <a:spcAft>
                <a:spcPts val="0"/>
              </a:spcAft>
              <a:buClr>
                <a:srgbClr val="000000"/>
              </a:buClr>
              <a:buSzPts val="2800"/>
              <a:buFont typeface="Arial"/>
              <a:buChar char="•"/>
            </a:pPr>
            <a:r>
              <a:rPr b="0" i="0" lang="en-US" sz="2800" u="none" cap="none" strike="noStrike">
                <a:solidFill>
                  <a:schemeClr val="dk1"/>
                </a:solidFill>
                <a:latin typeface="Calibri"/>
                <a:ea typeface="Calibri"/>
                <a:cs typeface="Calibri"/>
                <a:sym typeface="Calibri"/>
              </a:rPr>
              <a:t>Viết văn bản ngắn</a:t>
            </a:r>
            <a:endParaRPr b="0" i="0" sz="2800" u="none" cap="none" strike="noStrike">
              <a:solidFill>
                <a:schemeClr val="dk1"/>
              </a:solidFill>
              <a:latin typeface="Calibri"/>
              <a:ea typeface="Calibri"/>
              <a:cs typeface="Calibri"/>
              <a:sym typeface="Calibri"/>
            </a:endParaRPr>
          </a:p>
        </p:txBody>
      </p:sp>
      <p:grpSp>
        <p:nvGrpSpPr>
          <p:cNvPr id="213" name="Google Shape;213;p17"/>
          <p:cNvGrpSpPr/>
          <p:nvPr/>
        </p:nvGrpSpPr>
        <p:grpSpPr>
          <a:xfrm>
            <a:off x="10233816" y="6241538"/>
            <a:ext cx="2740296" cy="1796653"/>
            <a:chOff x="10233816" y="6241538"/>
            <a:chExt cx="2740296" cy="1796653"/>
          </a:xfrm>
        </p:grpSpPr>
        <p:sp>
          <p:nvSpPr>
            <p:cNvPr id="214" name="Google Shape;214;p17"/>
            <p:cNvSpPr/>
            <p:nvPr/>
          </p:nvSpPr>
          <p:spPr>
            <a:xfrm rot="1312800">
              <a:off x="10203236" y="6582167"/>
              <a:ext cx="1077749" cy="44208"/>
            </a:xfrm>
            <a:custGeom>
              <a:rect b="b" l="l" r="r" t="t"/>
              <a:pathLst>
                <a:path extrusionOk="0" h="120000" w="120000">
                  <a:moveTo>
                    <a:pt x="0" y="60000"/>
                  </a:moveTo>
                  <a:lnTo>
                    <a:pt x="120000" y="60000"/>
                  </a:lnTo>
                </a:path>
              </a:pathLst>
            </a:custGeom>
            <a:noFill/>
            <a:ln cap="flat" cmpd="sng" w="25400">
              <a:solidFill>
                <a:srgbClr val="00B050"/>
              </a:solidFill>
              <a:prstDash val="solid"/>
              <a:round/>
              <a:headEnd len="sm" w="sm" type="none"/>
              <a:tailEnd len="sm" w="sm" type="none"/>
            </a:ln>
          </p:spPr>
        </p:sp>
        <p:sp>
          <p:nvSpPr>
            <p:cNvPr id="215" name="Google Shape;215;p17"/>
            <p:cNvSpPr/>
            <p:nvPr/>
          </p:nvSpPr>
          <p:spPr>
            <a:xfrm>
              <a:off x="11177459" y="6241538"/>
              <a:ext cx="1796653" cy="1796653"/>
            </a:xfrm>
            <a:custGeom>
              <a:rect b="b" l="l" r="r" t="t"/>
              <a:pathLst>
                <a:path extrusionOk="0" h="1796653" w="1796653">
                  <a:moveTo>
                    <a:pt x="0" y="898327"/>
                  </a:moveTo>
                  <a:cubicBezTo>
                    <a:pt x="0" y="402195"/>
                    <a:pt x="402195" y="0"/>
                    <a:pt x="898327" y="0"/>
                  </a:cubicBezTo>
                  <a:cubicBezTo>
                    <a:pt x="1394459" y="0"/>
                    <a:pt x="1796654" y="402195"/>
                    <a:pt x="1796654" y="898327"/>
                  </a:cubicBezTo>
                  <a:cubicBezTo>
                    <a:pt x="1796654" y="1394459"/>
                    <a:pt x="1394459" y="1796654"/>
                    <a:pt x="898327" y="1796654"/>
                  </a:cubicBezTo>
                  <a:cubicBezTo>
                    <a:pt x="402195" y="1796654"/>
                    <a:pt x="0" y="1394459"/>
                    <a:pt x="0" y="898327"/>
                  </a:cubicBezTo>
                  <a:close/>
                </a:path>
              </a:pathLst>
            </a:custGeom>
            <a:solidFill>
              <a:srgbClr val="00A249"/>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283425" lIns="283425" spcFirstLastPara="1" rIns="283425" wrap="square" tIns="283425">
              <a:noAutofit/>
            </a:bodyPr>
            <a:lstStyle/>
            <a:p>
              <a:pPr indent="0" lvl="0" marL="0" marR="0" rtl="0" algn="ctr">
                <a:lnSpc>
                  <a:spcPct val="90000"/>
                </a:lnSpc>
                <a:spcBef>
                  <a:spcPts val="0"/>
                </a:spcBef>
                <a:spcAft>
                  <a:spcPts val="0"/>
                </a:spcAft>
                <a:buClr>
                  <a:srgbClr val="000000"/>
                </a:buClr>
                <a:buSzPts val="2800"/>
                <a:buFont typeface="Arial"/>
                <a:buNone/>
              </a:pPr>
              <a:r>
                <a:rPr b="1" i="0" lang="en-US" sz="2800" u="none" cap="none" strike="noStrike">
                  <a:solidFill>
                    <a:schemeClr val="lt1"/>
                  </a:solidFill>
                  <a:latin typeface="Calibri"/>
                  <a:ea typeface="Calibri"/>
                  <a:cs typeface="Calibri"/>
                  <a:sym typeface="Calibri"/>
                </a:rPr>
                <a:t>Phần 3</a:t>
              </a:r>
              <a:endParaRPr/>
            </a:p>
          </p:txBody>
        </p:sp>
      </p:grpSp>
      <p:sp>
        <p:nvSpPr>
          <p:cNvPr id="216" name="Google Shape;216;p17"/>
          <p:cNvSpPr/>
          <p:nvPr/>
        </p:nvSpPr>
        <p:spPr>
          <a:xfrm>
            <a:off x="13153777" y="6241538"/>
            <a:ext cx="4714999" cy="1796653"/>
          </a:xfrm>
          <a:custGeom>
            <a:rect b="b" l="l" r="r" t="t"/>
            <a:pathLst>
              <a:path extrusionOk="0" h="1796653" w="2694979">
                <a:moveTo>
                  <a:pt x="0" y="0"/>
                </a:moveTo>
                <a:lnTo>
                  <a:pt x="2694979" y="0"/>
                </a:lnTo>
                <a:lnTo>
                  <a:pt x="2694979" y="1796653"/>
                </a:lnTo>
                <a:lnTo>
                  <a:pt x="0" y="1796653"/>
                </a:lnTo>
                <a:lnTo>
                  <a:pt x="0" y="0"/>
                </a:lnTo>
                <a:close/>
              </a:path>
            </a:pathLst>
          </a:custGeom>
          <a:solidFill>
            <a:schemeClr val="lt1"/>
          </a:solidFill>
          <a:ln>
            <a:noFill/>
          </a:ln>
        </p:spPr>
        <p:txBody>
          <a:bodyPr anchorCtr="0" anchor="ctr" bIns="0" lIns="0" spcFirstLastPara="1" rIns="0" wrap="square" tIns="0">
            <a:noAutofit/>
          </a:bodyPr>
          <a:lstStyle/>
          <a:p>
            <a:pPr indent="-107950" lvl="1" marL="285750" marR="0" rtl="0" algn="l">
              <a:lnSpc>
                <a:spcPct val="9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285750" lvl="1" marL="285750" marR="0" rtl="0" algn="l">
              <a:lnSpc>
                <a:spcPct val="90000"/>
              </a:lnSpc>
              <a:spcBef>
                <a:spcPts val="420"/>
              </a:spcBef>
              <a:spcAft>
                <a:spcPts val="0"/>
              </a:spcAft>
              <a:buClr>
                <a:srgbClr val="000000"/>
              </a:buClr>
              <a:buSzPts val="2800"/>
              <a:buFont typeface="Arial"/>
              <a:buChar char="•"/>
            </a:pPr>
            <a:r>
              <a:rPr b="0" i="0" lang="en-US" sz="2800" u="none" cap="none" strike="noStrike">
                <a:solidFill>
                  <a:schemeClr val="dk1"/>
                </a:solidFill>
                <a:latin typeface="Calibri"/>
                <a:ea typeface="Calibri"/>
                <a:cs typeface="Calibri"/>
                <a:sym typeface="Calibri"/>
              </a:rPr>
              <a:t>Viết 3 đoạn văn trong hội thoại tương tác trên mạng xã hội</a:t>
            </a:r>
            <a:endParaRPr b="0" i="0" sz="2800" u="none" cap="none" strike="noStrike">
              <a:solidFill>
                <a:schemeClr val="dk1"/>
              </a:solidFill>
              <a:latin typeface="Calibri"/>
              <a:ea typeface="Calibri"/>
              <a:cs typeface="Calibri"/>
              <a:sym typeface="Calibri"/>
            </a:endParaRPr>
          </a:p>
        </p:txBody>
      </p:sp>
      <p:grpSp>
        <p:nvGrpSpPr>
          <p:cNvPr id="217" name="Google Shape;217;p17"/>
          <p:cNvGrpSpPr/>
          <p:nvPr/>
        </p:nvGrpSpPr>
        <p:grpSpPr>
          <a:xfrm>
            <a:off x="9746215" y="7020028"/>
            <a:ext cx="2070597" cy="3022665"/>
            <a:chOff x="9746215" y="7020028"/>
            <a:chExt cx="2070597" cy="3022665"/>
          </a:xfrm>
        </p:grpSpPr>
        <p:sp>
          <p:nvSpPr>
            <p:cNvPr id="218" name="Google Shape;218;p17"/>
            <p:cNvSpPr/>
            <p:nvPr/>
          </p:nvSpPr>
          <p:spPr>
            <a:xfrm rot="3683489">
              <a:off x="9372293" y="7671059"/>
              <a:ext cx="1509380" cy="44208"/>
            </a:xfrm>
            <a:custGeom>
              <a:rect b="b" l="l" r="r" t="t"/>
              <a:pathLst>
                <a:path extrusionOk="0" h="120000" w="120000">
                  <a:moveTo>
                    <a:pt x="0" y="60000"/>
                  </a:moveTo>
                  <a:lnTo>
                    <a:pt x="120000" y="60000"/>
                  </a:lnTo>
                </a:path>
              </a:pathLst>
            </a:custGeom>
            <a:noFill/>
            <a:ln cap="flat" cmpd="sng" w="25400">
              <a:solidFill>
                <a:srgbClr val="00B050"/>
              </a:solidFill>
              <a:prstDash val="solid"/>
              <a:round/>
              <a:headEnd len="sm" w="sm" type="none"/>
              <a:tailEnd len="sm" w="sm" type="none"/>
            </a:ln>
          </p:spPr>
        </p:sp>
        <p:sp>
          <p:nvSpPr>
            <p:cNvPr id="219" name="Google Shape;219;p17"/>
            <p:cNvSpPr/>
            <p:nvPr/>
          </p:nvSpPr>
          <p:spPr>
            <a:xfrm>
              <a:off x="10020159" y="8246040"/>
              <a:ext cx="1796653" cy="1796653"/>
            </a:xfrm>
            <a:custGeom>
              <a:rect b="b" l="l" r="r" t="t"/>
              <a:pathLst>
                <a:path extrusionOk="0" h="1796653" w="1796653">
                  <a:moveTo>
                    <a:pt x="0" y="898327"/>
                  </a:moveTo>
                  <a:cubicBezTo>
                    <a:pt x="0" y="402195"/>
                    <a:pt x="402195" y="0"/>
                    <a:pt x="898327" y="0"/>
                  </a:cubicBezTo>
                  <a:cubicBezTo>
                    <a:pt x="1394459" y="0"/>
                    <a:pt x="1796654" y="402195"/>
                    <a:pt x="1796654" y="898327"/>
                  </a:cubicBezTo>
                  <a:cubicBezTo>
                    <a:pt x="1796654" y="1394459"/>
                    <a:pt x="1394459" y="1796654"/>
                    <a:pt x="898327" y="1796654"/>
                  </a:cubicBezTo>
                  <a:cubicBezTo>
                    <a:pt x="402195" y="1796654"/>
                    <a:pt x="0" y="1394459"/>
                    <a:pt x="0" y="898327"/>
                  </a:cubicBezTo>
                  <a:close/>
                </a:path>
              </a:pathLst>
            </a:custGeom>
            <a:solidFill>
              <a:srgbClr val="00A249"/>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283425" lIns="283425" spcFirstLastPara="1" rIns="283425" wrap="square" tIns="283425">
              <a:noAutofit/>
            </a:bodyPr>
            <a:lstStyle/>
            <a:p>
              <a:pPr indent="0" lvl="0" marL="0" marR="0" rtl="0" algn="ctr">
                <a:lnSpc>
                  <a:spcPct val="90000"/>
                </a:lnSpc>
                <a:spcBef>
                  <a:spcPts val="0"/>
                </a:spcBef>
                <a:spcAft>
                  <a:spcPts val="0"/>
                </a:spcAft>
                <a:buClr>
                  <a:srgbClr val="000000"/>
                </a:buClr>
                <a:buSzPts val="2800"/>
                <a:buFont typeface="Arial"/>
                <a:buNone/>
              </a:pPr>
              <a:r>
                <a:rPr b="1" i="0" lang="en-US" sz="2800" u="none" cap="none" strike="noStrike">
                  <a:solidFill>
                    <a:schemeClr val="lt1"/>
                  </a:solidFill>
                  <a:latin typeface="Calibri"/>
                  <a:ea typeface="Calibri"/>
                  <a:cs typeface="Calibri"/>
                  <a:sym typeface="Calibri"/>
                </a:rPr>
                <a:t>Phần 4</a:t>
              </a:r>
              <a:endParaRPr/>
            </a:p>
          </p:txBody>
        </p:sp>
      </p:grpSp>
      <p:sp>
        <p:nvSpPr>
          <p:cNvPr id="220" name="Google Shape;220;p17"/>
          <p:cNvSpPr/>
          <p:nvPr/>
        </p:nvSpPr>
        <p:spPr>
          <a:xfrm>
            <a:off x="11996477" y="8246040"/>
            <a:ext cx="4839241" cy="1796653"/>
          </a:xfrm>
          <a:custGeom>
            <a:rect b="b" l="l" r="r" t="t"/>
            <a:pathLst>
              <a:path extrusionOk="0" h="1796653" w="2694979">
                <a:moveTo>
                  <a:pt x="0" y="0"/>
                </a:moveTo>
                <a:lnTo>
                  <a:pt x="2694979" y="0"/>
                </a:lnTo>
                <a:lnTo>
                  <a:pt x="2694979" y="1796653"/>
                </a:lnTo>
                <a:lnTo>
                  <a:pt x="0" y="1796653"/>
                </a:lnTo>
                <a:lnTo>
                  <a:pt x="0" y="0"/>
                </a:lnTo>
                <a:close/>
              </a:path>
            </a:pathLst>
          </a:custGeom>
          <a:noFill/>
          <a:ln>
            <a:noFill/>
          </a:ln>
        </p:spPr>
        <p:txBody>
          <a:bodyPr anchorCtr="0" anchor="ctr" bIns="0" lIns="0" spcFirstLastPara="1" rIns="0" wrap="square" tIns="0">
            <a:noAutofit/>
          </a:bodyPr>
          <a:lstStyle/>
          <a:p>
            <a:pPr indent="-285750" lvl="1" marL="285750" marR="0" rtl="0" algn="l">
              <a:lnSpc>
                <a:spcPct val="90000"/>
              </a:lnSpc>
              <a:spcBef>
                <a:spcPts val="0"/>
              </a:spcBef>
              <a:spcAft>
                <a:spcPts val="0"/>
              </a:spcAft>
              <a:buClr>
                <a:srgbClr val="000000"/>
              </a:buClr>
              <a:buSzPts val="2800"/>
              <a:buFont typeface="Arial"/>
              <a:buChar char="•"/>
            </a:pPr>
            <a:r>
              <a:rPr b="0" i="0" lang="en-US" sz="2800" u="none" cap="none" strike="noStrike">
                <a:solidFill>
                  <a:schemeClr val="dk1"/>
                </a:solidFill>
                <a:latin typeface="Calibri"/>
                <a:ea typeface="Calibri"/>
                <a:cs typeface="Calibri"/>
                <a:sym typeface="Calibri"/>
              </a:rPr>
              <a:t>Viết với văn phong thông thường và trang trọng </a:t>
            </a:r>
            <a:endParaRPr/>
          </a:p>
        </p:txBody>
      </p:sp>
      <p:grpSp>
        <p:nvGrpSpPr>
          <p:cNvPr id="221" name="Google Shape;221;p17"/>
          <p:cNvGrpSpPr/>
          <p:nvPr/>
        </p:nvGrpSpPr>
        <p:grpSpPr>
          <a:xfrm>
            <a:off x="7341267" y="4401390"/>
            <a:ext cx="2994421" cy="2994421"/>
            <a:chOff x="7341267" y="4616538"/>
            <a:chExt cx="2994421" cy="2994421"/>
          </a:xfrm>
        </p:grpSpPr>
        <p:sp>
          <p:nvSpPr>
            <p:cNvPr id="222" name="Google Shape;222;p17"/>
            <p:cNvSpPr/>
            <p:nvPr/>
          </p:nvSpPr>
          <p:spPr>
            <a:xfrm>
              <a:off x="7341267" y="4616538"/>
              <a:ext cx="2994421" cy="2994421"/>
            </a:xfrm>
            <a:prstGeom prst="ellipse">
              <a:avLst/>
            </a:prstGeom>
            <a:solidFill>
              <a:srgbClr val="00A249"/>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3" name="Google Shape;223;p17"/>
            <p:cNvGrpSpPr/>
            <p:nvPr/>
          </p:nvGrpSpPr>
          <p:grpSpPr>
            <a:xfrm>
              <a:off x="7746318" y="4938790"/>
              <a:ext cx="1999897" cy="1999897"/>
              <a:chOff x="8367600" y="3517596"/>
              <a:chExt cx="1999897" cy="1999897"/>
            </a:xfrm>
          </p:grpSpPr>
          <p:pic>
            <p:nvPicPr>
              <p:cNvPr descr="Clipboard with solid fill" id="224" name="Google Shape;224;p17"/>
              <p:cNvPicPr preferRelativeResize="0"/>
              <p:nvPr/>
            </p:nvPicPr>
            <p:blipFill rotWithShape="1">
              <a:blip r:embed="rId4">
                <a:alphaModFix/>
              </a:blip>
              <a:srcRect b="0" l="0" r="0" t="0"/>
              <a:stretch/>
            </p:blipFill>
            <p:spPr>
              <a:xfrm>
                <a:off x="8367600" y="3517596"/>
                <a:ext cx="1999897" cy="1999897"/>
              </a:xfrm>
              <a:prstGeom prst="rect">
                <a:avLst/>
              </a:prstGeom>
              <a:noFill/>
              <a:ln>
                <a:noFill/>
              </a:ln>
            </p:spPr>
          </p:pic>
          <p:pic>
            <p:nvPicPr>
              <p:cNvPr descr="Pencil with solid fill" id="225" name="Google Shape;225;p17"/>
              <p:cNvPicPr preferRelativeResize="0"/>
              <p:nvPr/>
            </p:nvPicPr>
            <p:blipFill rotWithShape="1">
              <a:blip r:embed="rId5">
                <a:alphaModFix/>
              </a:blip>
              <a:srcRect b="0" l="0" r="0" t="0"/>
              <a:stretch/>
            </p:blipFill>
            <p:spPr>
              <a:xfrm>
                <a:off x="9319010" y="4156090"/>
                <a:ext cx="1048487" cy="1048487"/>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par>
                                <p:cTn fill="hold" nodeType="with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par>
                                <p:cTn fill="hold" nodeType="with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par>
                                <p:cTn fill="hold" nodeType="with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par>
                                <p:cTn fill="hold" nodeType="with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cxnSp>
        <p:nvCxnSpPr>
          <p:cNvPr id="230" name="Google Shape;230;p18"/>
          <p:cNvCxnSpPr/>
          <p:nvPr/>
        </p:nvCxnSpPr>
        <p:spPr>
          <a:xfrm>
            <a:off x="7162799" y="2235185"/>
            <a:ext cx="9982200" cy="0"/>
          </a:xfrm>
          <a:prstGeom prst="straightConnector1">
            <a:avLst/>
          </a:prstGeom>
          <a:noFill/>
          <a:ln cap="flat" cmpd="sng" w="38100">
            <a:solidFill>
              <a:srgbClr val="018345"/>
            </a:solidFill>
            <a:prstDash val="solid"/>
            <a:round/>
            <a:headEnd len="sm" w="sm" type="none"/>
            <a:tailEnd len="sm" w="sm" type="none"/>
          </a:ln>
        </p:spPr>
      </p:cxnSp>
      <p:cxnSp>
        <p:nvCxnSpPr>
          <p:cNvPr id="231" name="Google Shape;231;p18"/>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32" name="Google Shape;232;p18"/>
          <p:cNvGrpSpPr/>
          <p:nvPr/>
        </p:nvGrpSpPr>
        <p:grpSpPr>
          <a:xfrm rot="10800000">
            <a:off x="15044552" y="-741521"/>
            <a:ext cx="7681766" cy="4260610"/>
            <a:chOff x="0" y="-38100"/>
            <a:chExt cx="406400" cy="225405"/>
          </a:xfrm>
        </p:grpSpPr>
        <p:sp>
          <p:nvSpPr>
            <p:cNvPr id="233" name="Google Shape;233;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34" name="Google Shape;234;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235" name="Google Shape;235;p18"/>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36" name="Google Shape;236;p18"/>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37" name="Google Shape;237;p18"/>
          <p:cNvSpPr txBox="1"/>
          <p:nvPr/>
        </p:nvSpPr>
        <p:spPr>
          <a:xfrm>
            <a:off x="6121394" y="2730871"/>
            <a:ext cx="11760300" cy="1015800"/>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Clr>
                <a:srgbClr val="000000"/>
              </a:buClr>
              <a:buSzPts val="6600"/>
              <a:buFont typeface="Arial"/>
              <a:buNone/>
            </a:pPr>
            <a:r>
              <a:rPr b="1" i="0" lang="en-US" sz="6600" u="none" cap="none" strike="noStrike">
                <a:solidFill>
                  <a:srgbClr val="018345"/>
                </a:solidFill>
                <a:latin typeface="Montserrat"/>
                <a:ea typeface="Montserrat"/>
                <a:cs typeface="Montserrat"/>
                <a:sym typeface="Montserrat"/>
              </a:rPr>
              <a:t>CÁC DẠNG BÀI</a:t>
            </a:r>
            <a:endParaRPr b="0" i="0" sz="1400" u="none" cap="none" strike="noStrike">
              <a:solidFill>
                <a:srgbClr val="000000"/>
              </a:solidFill>
              <a:latin typeface="Arial"/>
              <a:ea typeface="Arial"/>
              <a:cs typeface="Arial"/>
              <a:sym typeface="Arial"/>
            </a:endParaRPr>
          </a:p>
        </p:txBody>
      </p:sp>
      <p:sp>
        <p:nvSpPr>
          <p:cNvPr id="238" name="Google Shape;238;p18"/>
          <p:cNvSpPr txBox="1"/>
          <p:nvPr/>
        </p:nvSpPr>
        <p:spPr>
          <a:xfrm>
            <a:off x="10515600" y="339710"/>
            <a:ext cx="2755500" cy="19179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02</a:t>
            </a:r>
            <a:endParaRPr b="0" i="0" sz="1400" u="none" cap="none" strike="noStrike">
              <a:solidFill>
                <a:srgbClr val="000000"/>
              </a:solidFill>
              <a:latin typeface="Arial"/>
              <a:ea typeface="Arial"/>
              <a:cs typeface="Arial"/>
              <a:sym typeface="Arial"/>
            </a:endParaRPr>
          </a:p>
        </p:txBody>
      </p:sp>
      <p:sp>
        <p:nvSpPr>
          <p:cNvPr id="239" name="Google Shape;239;p18"/>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Roboto"/>
                <a:ea typeface="Roboto"/>
                <a:cs typeface="Roboto"/>
                <a:sym typeface="Roboto"/>
              </a:rPr>
              <a:t>https://edulife.com.vn/</a:t>
            </a:r>
            <a:endParaRPr b="0" i="0" sz="1400" u="none" cap="none" strike="noStrike">
              <a:solidFill>
                <a:srgbClr val="000000"/>
              </a:solidFill>
              <a:latin typeface="Arial"/>
              <a:ea typeface="Arial"/>
              <a:cs typeface="Arial"/>
              <a:sym typeface="Arial"/>
            </a:endParaRPr>
          </a:p>
        </p:txBody>
      </p:sp>
      <p:grpSp>
        <p:nvGrpSpPr>
          <p:cNvPr id="240" name="Google Shape;240;p18"/>
          <p:cNvGrpSpPr/>
          <p:nvPr/>
        </p:nvGrpSpPr>
        <p:grpSpPr>
          <a:xfrm>
            <a:off x="-2718010" y="9274528"/>
            <a:ext cx="7950400" cy="1707231"/>
            <a:chOff x="0" y="-384762"/>
            <a:chExt cx="10600533" cy="2276307"/>
          </a:xfrm>
        </p:grpSpPr>
        <p:grpSp>
          <p:nvGrpSpPr>
            <p:cNvPr id="241" name="Google Shape;241;p18"/>
            <p:cNvGrpSpPr/>
            <p:nvPr/>
          </p:nvGrpSpPr>
          <p:grpSpPr>
            <a:xfrm>
              <a:off x="0" y="-384762"/>
              <a:ext cx="10600533" cy="2276307"/>
              <a:chOff x="0" y="-38100"/>
              <a:chExt cx="1049690" cy="225405"/>
            </a:xfrm>
          </p:grpSpPr>
          <p:sp>
            <p:nvSpPr>
              <p:cNvPr id="242" name="Google Shape;242;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43" name="Google Shape;243;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4" name="Google Shape;244;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descr="Stressed Out Woman Cartoon Images – Browse 1,008 Stock Photos, Vectors, and  Video | Adobe Stock" id="245" name="Google Shape;245;p18"/>
          <p:cNvPicPr preferRelativeResize="0"/>
          <p:nvPr/>
        </p:nvPicPr>
        <p:blipFill rotWithShape="1">
          <a:blip r:embed="rId5">
            <a:alphaModFix/>
          </a:blip>
          <a:srcRect b="0" l="0" r="0" t="0"/>
          <a:stretch/>
        </p:blipFill>
        <p:spPr>
          <a:xfrm>
            <a:off x="8305800" y="4734205"/>
            <a:ext cx="7127824" cy="3990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500"/>
                                        <p:tgtEl>
                                          <p:spTgt spid="238"/>
                                        </p:tgtEl>
                                        <p:attrNameLst>
                                          <p:attrName>ppt_w</p:attrName>
                                        </p:attrNameLst>
                                      </p:cBhvr>
                                      <p:tavLst>
                                        <p:tav fmla="" tm="0">
                                          <p:val>
                                            <p:strVal val="0"/>
                                          </p:val>
                                        </p:tav>
                                        <p:tav fmla="" tm="100000">
                                          <p:val>
                                            <p:strVal val="#ppt_w"/>
                                          </p:val>
                                        </p:tav>
                                      </p:tavLst>
                                    </p:anim>
                                    <p:anim calcmode="lin" valueType="num">
                                      <p:cBhvr additive="base">
                                        <p:cTn dur="500"/>
                                        <p:tgtEl>
                                          <p:spTgt spid="23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37"/>
                                        </p:tgtEl>
                                        <p:attrNameLst>
                                          <p:attrName>style.visibility</p:attrName>
                                        </p:attrNameLst>
                                      </p:cBhvr>
                                      <p:to>
                                        <p:strVal val="visible"/>
                                      </p:to>
                                    </p:set>
                                    <p:anim calcmode="lin" valueType="num">
                                      <p:cBhvr additive="base">
                                        <p:cTn dur="500"/>
                                        <p:tgtEl>
                                          <p:spTgt spid="237"/>
                                        </p:tgtEl>
                                        <p:attrNameLst>
                                          <p:attrName>ppt_w</p:attrName>
                                        </p:attrNameLst>
                                      </p:cBhvr>
                                      <p:tavLst>
                                        <p:tav fmla="" tm="0">
                                          <p:val>
                                            <p:strVal val="0"/>
                                          </p:val>
                                        </p:tav>
                                        <p:tav fmla="" tm="100000">
                                          <p:val>
                                            <p:strVal val="#ppt_w"/>
                                          </p:val>
                                        </p:tav>
                                      </p:tavLst>
                                    </p:anim>
                                    <p:anim calcmode="lin" valueType="num">
                                      <p:cBhvr additive="base">
                                        <p:cTn dur="500"/>
                                        <p:tgtEl>
                                          <p:spTgt spid="23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cxnSp>
        <p:nvCxnSpPr>
          <p:cNvPr id="251" name="Google Shape;251;p19"/>
          <p:cNvCxnSpPr/>
          <p:nvPr/>
        </p:nvCxnSpPr>
        <p:spPr>
          <a:xfrm flipH="1" rot="10800000">
            <a:off x="6793833" y="2007938"/>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52" name="Google Shape;252;p19"/>
          <p:cNvGrpSpPr/>
          <p:nvPr/>
        </p:nvGrpSpPr>
        <p:grpSpPr>
          <a:xfrm rot="10800000">
            <a:off x="15785091" y="-536942"/>
            <a:ext cx="7681766" cy="4260610"/>
            <a:chOff x="0" y="-38100"/>
            <a:chExt cx="406400" cy="225405"/>
          </a:xfrm>
        </p:grpSpPr>
        <p:sp>
          <p:nvSpPr>
            <p:cNvPr id="253" name="Google Shape;253;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54" name="Google Shape;254;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5" name="Google Shape;255;p19"/>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56" name="Google Shape;256;p19"/>
          <p:cNvSpPr txBox="1"/>
          <p:nvPr/>
        </p:nvSpPr>
        <p:spPr>
          <a:xfrm>
            <a:off x="6003351" y="368089"/>
            <a:ext cx="11880998" cy="1288045"/>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00000"/>
              </a:buClr>
              <a:buSzPts val="5400"/>
              <a:buFont typeface="Arial"/>
              <a:buNone/>
            </a:pPr>
            <a:r>
              <a:rPr b="1" i="0" lang="en-US" sz="5400" u="none" cap="none" strike="noStrike">
                <a:solidFill>
                  <a:srgbClr val="018345"/>
                </a:solidFill>
                <a:latin typeface="Montserrat"/>
                <a:ea typeface="Montserrat"/>
                <a:cs typeface="Montserrat"/>
                <a:sym typeface="Montserrat"/>
              </a:rPr>
              <a:t>Bài viết Aptis phần 1</a:t>
            </a:r>
            <a:endParaRPr b="0" i="0" sz="1600" u="none" cap="none" strike="noStrike">
              <a:solidFill>
                <a:srgbClr val="000000"/>
              </a:solidFill>
              <a:latin typeface="Arial"/>
              <a:ea typeface="Arial"/>
              <a:cs typeface="Arial"/>
              <a:sym typeface="Arial"/>
            </a:endParaRPr>
          </a:p>
        </p:txBody>
      </p:sp>
      <p:grpSp>
        <p:nvGrpSpPr>
          <p:cNvPr id="257" name="Google Shape;257;p19"/>
          <p:cNvGrpSpPr/>
          <p:nvPr/>
        </p:nvGrpSpPr>
        <p:grpSpPr>
          <a:xfrm>
            <a:off x="-2718010" y="9274528"/>
            <a:ext cx="7950400" cy="1707231"/>
            <a:chOff x="0" y="-384762"/>
            <a:chExt cx="10600533" cy="2276307"/>
          </a:xfrm>
        </p:grpSpPr>
        <p:grpSp>
          <p:nvGrpSpPr>
            <p:cNvPr id="258" name="Google Shape;258;p19"/>
            <p:cNvGrpSpPr/>
            <p:nvPr/>
          </p:nvGrpSpPr>
          <p:grpSpPr>
            <a:xfrm>
              <a:off x="0" y="-384762"/>
              <a:ext cx="10600533" cy="2276307"/>
              <a:chOff x="0" y="-38100"/>
              <a:chExt cx="1049690" cy="225405"/>
            </a:xfrm>
          </p:grpSpPr>
          <p:sp>
            <p:nvSpPr>
              <p:cNvPr id="259" name="Google Shape;259;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60" name="Google Shape;260;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1" name="Google Shape;261;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2" name="Google Shape;262;p19"/>
          <p:cNvSpPr txBox="1"/>
          <p:nvPr/>
        </p:nvSpPr>
        <p:spPr>
          <a:xfrm>
            <a:off x="6780179" y="2788349"/>
            <a:ext cx="10327341" cy="6186269"/>
          </a:xfrm>
          <a:prstGeom prst="rect">
            <a:avLst/>
          </a:prstGeom>
          <a:noFill/>
          <a:ln>
            <a:noFill/>
          </a:ln>
        </p:spPr>
        <p:txBody>
          <a:bodyPr anchorCtr="0" anchor="t" bIns="45700" lIns="91425" spcFirstLastPara="1" rIns="91425" wrap="square" tIns="45700">
            <a:spAutoFit/>
          </a:bodyPr>
          <a:lstStyle/>
          <a:p>
            <a:pPr indent="-571500" lvl="0" marL="571500" marR="0" rtl="0" algn="just">
              <a:lnSpc>
                <a:spcPct val="150000"/>
              </a:lnSpc>
              <a:spcBef>
                <a:spcPts val="0"/>
              </a:spcBef>
              <a:spcAft>
                <a:spcPts val="0"/>
              </a:spcAft>
              <a:buClr>
                <a:schemeClr val="dk1"/>
              </a:buClr>
              <a:buSzPts val="4000"/>
              <a:buFont typeface="Noto Sans Symbols"/>
              <a:buChar char="⮚"/>
            </a:pPr>
            <a:r>
              <a:rPr b="0" i="0" lang="en-US" sz="4400" u="none" cap="none" strike="noStrike">
                <a:solidFill>
                  <a:srgbClr val="000000"/>
                </a:solidFill>
                <a:latin typeface="Calibri"/>
                <a:ea typeface="Calibri"/>
                <a:cs typeface="Calibri"/>
                <a:sym typeface="Calibri"/>
              </a:rPr>
              <a:t>Hoàn thành một mẫu đơn bằng cách điền thông tin. </a:t>
            </a:r>
            <a:endParaRPr b="0" i="0" sz="4400" u="none" cap="none" strike="noStrike">
              <a:solidFill>
                <a:srgbClr val="000000"/>
              </a:solidFill>
              <a:latin typeface="Calibri"/>
              <a:ea typeface="Calibri"/>
              <a:cs typeface="Calibri"/>
              <a:sym typeface="Calibri"/>
            </a:endParaRPr>
          </a:p>
          <a:p>
            <a:pPr indent="-571500" lvl="0" marL="571500" marR="0" rtl="0" algn="just">
              <a:lnSpc>
                <a:spcPct val="150000"/>
              </a:lnSpc>
              <a:spcBef>
                <a:spcPts val="0"/>
              </a:spcBef>
              <a:spcAft>
                <a:spcPts val="0"/>
              </a:spcAft>
              <a:buClr>
                <a:schemeClr val="dk1"/>
              </a:buClr>
              <a:buSzPts val="4000"/>
              <a:buFont typeface="Noto Sans Symbols"/>
              <a:buChar char="⮚"/>
            </a:pPr>
            <a:r>
              <a:rPr b="0" i="0" lang="en-US" sz="4400" u="none" cap="none" strike="noStrike">
                <a:solidFill>
                  <a:srgbClr val="000000"/>
                </a:solidFill>
                <a:latin typeface="Calibri"/>
                <a:ea typeface="Calibri"/>
                <a:cs typeface="Calibri"/>
                <a:sym typeface="Calibri"/>
              </a:rPr>
              <a:t>Không cần viết ở dạng câu mà chỉ cần điền các từ. </a:t>
            </a:r>
            <a:endParaRPr b="0" i="0" sz="4400" u="none" cap="none" strike="noStrike">
              <a:solidFill>
                <a:srgbClr val="000000"/>
              </a:solidFill>
              <a:latin typeface="Calibri"/>
              <a:ea typeface="Calibri"/>
              <a:cs typeface="Calibri"/>
              <a:sym typeface="Calibri"/>
            </a:endParaRPr>
          </a:p>
          <a:p>
            <a:pPr indent="-571500" lvl="0" marL="571500" marR="0" rtl="0" algn="just">
              <a:lnSpc>
                <a:spcPct val="150000"/>
              </a:lnSpc>
              <a:spcBef>
                <a:spcPts val="0"/>
              </a:spcBef>
              <a:spcAft>
                <a:spcPts val="0"/>
              </a:spcAft>
              <a:buClr>
                <a:schemeClr val="dk1"/>
              </a:buClr>
              <a:buSzPts val="4000"/>
              <a:buFont typeface="Noto Sans Symbols"/>
              <a:buChar char="⮚"/>
            </a:pPr>
            <a:r>
              <a:rPr b="0" i="0" lang="en-US" sz="4400" u="none" cap="none" strike="noStrike">
                <a:solidFill>
                  <a:srgbClr val="000000"/>
                </a:solidFill>
                <a:latin typeface="Calibri"/>
                <a:ea typeface="Calibri"/>
                <a:cs typeface="Calibri"/>
                <a:sym typeface="Calibri"/>
              </a:rPr>
              <a:t>Thời gian làm bài lý tưởng là không quá 3 phút cho phần này.</a:t>
            </a:r>
            <a:endParaRPr b="0" i="0" sz="12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2">
                                            <p:txEl>
                                              <p:pRg end="0" st="0"/>
                                            </p:txEl>
                                          </p:spTgt>
                                        </p:tgtEl>
                                        <p:attrNameLst>
                                          <p:attrName>style.visibility</p:attrName>
                                        </p:attrNameLst>
                                      </p:cBhvr>
                                      <p:to>
                                        <p:strVal val="visible"/>
                                      </p:to>
                                    </p:set>
                                    <p:anim calcmode="lin" valueType="num">
                                      <p:cBhvr additive="base">
                                        <p:cTn dur="500"/>
                                        <p:tgtEl>
                                          <p:spTgt spid="26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2">
                                            <p:txEl>
                                              <p:pRg end="1" st="1"/>
                                            </p:txEl>
                                          </p:spTgt>
                                        </p:tgtEl>
                                        <p:attrNameLst>
                                          <p:attrName>style.visibility</p:attrName>
                                        </p:attrNameLst>
                                      </p:cBhvr>
                                      <p:to>
                                        <p:strVal val="visible"/>
                                      </p:to>
                                    </p:set>
                                    <p:anim calcmode="lin" valueType="num">
                                      <p:cBhvr additive="base">
                                        <p:cTn dur="500"/>
                                        <p:tgtEl>
                                          <p:spTgt spid="26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2">
                                            <p:txEl>
                                              <p:pRg end="2" st="2"/>
                                            </p:txEl>
                                          </p:spTgt>
                                        </p:tgtEl>
                                        <p:attrNameLst>
                                          <p:attrName>style.visibility</p:attrName>
                                        </p:attrNameLst>
                                      </p:cBhvr>
                                      <p:to>
                                        <p:strVal val="visible"/>
                                      </p:to>
                                    </p:set>
                                    <p:anim calcmode="lin" valueType="num">
                                      <p:cBhvr additive="base">
                                        <p:cTn dur="500"/>
                                        <p:tgtEl>
                                          <p:spTgt spid="26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cxnSp>
        <p:nvCxnSpPr>
          <p:cNvPr id="268" name="Google Shape;268;p20"/>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69" name="Google Shape;269;p20"/>
          <p:cNvGrpSpPr/>
          <p:nvPr/>
        </p:nvGrpSpPr>
        <p:grpSpPr>
          <a:xfrm rot="10800000">
            <a:off x="15785091" y="-536942"/>
            <a:ext cx="7681766" cy="4260610"/>
            <a:chOff x="0" y="-38100"/>
            <a:chExt cx="406400" cy="225405"/>
          </a:xfrm>
        </p:grpSpPr>
        <p:sp>
          <p:nvSpPr>
            <p:cNvPr id="270" name="Google Shape;270;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71" name="Google Shape;271;p2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2" name="Google Shape;272;p20"/>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73" name="Google Shape;273;p20"/>
          <p:cNvSpPr txBox="1"/>
          <p:nvPr/>
        </p:nvSpPr>
        <p:spPr>
          <a:xfrm>
            <a:off x="3359002" y="401132"/>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00000"/>
              </a:buClr>
              <a:buSzPts val="4800"/>
              <a:buFont typeface="Arial"/>
              <a:buNone/>
            </a:pPr>
            <a:r>
              <a:rPr b="1" i="0" lang="en-US" sz="4800" u="none" cap="none" strike="noStrike">
                <a:solidFill>
                  <a:srgbClr val="018345"/>
                </a:solidFill>
                <a:latin typeface="Montserrat"/>
                <a:ea typeface="Montserrat"/>
                <a:cs typeface="Montserrat"/>
                <a:sym typeface="Montserrat"/>
              </a:rPr>
              <a:t>Ví dụ</a:t>
            </a:r>
            <a:endParaRPr b="0" i="0" sz="1400" u="none" cap="none" strike="noStrike">
              <a:solidFill>
                <a:srgbClr val="000000"/>
              </a:solidFill>
              <a:latin typeface="Arial"/>
              <a:ea typeface="Arial"/>
              <a:cs typeface="Arial"/>
              <a:sym typeface="Arial"/>
            </a:endParaRPr>
          </a:p>
        </p:txBody>
      </p:sp>
      <p:grpSp>
        <p:nvGrpSpPr>
          <p:cNvPr id="274" name="Google Shape;274;p20"/>
          <p:cNvGrpSpPr/>
          <p:nvPr/>
        </p:nvGrpSpPr>
        <p:grpSpPr>
          <a:xfrm>
            <a:off x="-2718010" y="9274528"/>
            <a:ext cx="7950400" cy="1707231"/>
            <a:chOff x="0" y="-384762"/>
            <a:chExt cx="10600533" cy="2276307"/>
          </a:xfrm>
        </p:grpSpPr>
        <p:grpSp>
          <p:nvGrpSpPr>
            <p:cNvPr id="275" name="Google Shape;275;p20"/>
            <p:cNvGrpSpPr/>
            <p:nvPr/>
          </p:nvGrpSpPr>
          <p:grpSpPr>
            <a:xfrm>
              <a:off x="0" y="-384762"/>
              <a:ext cx="10600533" cy="2276307"/>
              <a:chOff x="0" y="-38100"/>
              <a:chExt cx="1049690" cy="225405"/>
            </a:xfrm>
          </p:grpSpPr>
          <p:sp>
            <p:nvSpPr>
              <p:cNvPr id="276" name="Google Shape;276;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77" name="Google Shape;277;p2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8" name="Google Shape;278;p2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279" name="Google Shape;279;p20"/>
          <p:cNvPicPr preferRelativeResize="0"/>
          <p:nvPr/>
        </p:nvPicPr>
        <p:blipFill rotWithShape="1">
          <a:blip r:embed="rId4">
            <a:alphaModFix/>
          </a:blip>
          <a:srcRect b="0" l="0" r="0" t="0"/>
          <a:stretch/>
        </p:blipFill>
        <p:spPr>
          <a:xfrm>
            <a:off x="2155260" y="2046118"/>
            <a:ext cx="15263646" cy="720444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cxnSp>
        <p:nvCxnSpPr>
          <p:cNvPr id="285" name="Google Shape;285;p21"/>
          <p:cNvCxnSpPr/>
          <p:nvPr/>
        </p:nvCxnSpPr>
        <p:spPr>
          <a:xfrm flipH="1" rot="10800000">
            <a:off x="6793833" y="2007938"/>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86" name="Google Shape;286;p21"/>
          <p:cNvGrpSpPr/>
          <p:nvPr/>
        </p:nvGrpSpPr>
        <p:grpSpPr>
          <a:xfrm rot="10800000">
            <a:off x="15785091" y="-536942"/>
            <a:ext cx="7681766" cy="4260610"/>
            <a:chOff x="0" y="-38100"/>
            <a:chExt cx="406400" cy="225405"/>
          </a:xfrm>
        </p:grpSpPr>
        <p:sp>
          <p:nvSpPr>
            <p:cNvPr id="287" name="Google Shape;287;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88" name="Google Shape;288;p2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9" name="Google Shape;289;p21"/>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90" name="Google Shape;290;p21"/>
          <p:cNvSpPr txBox="1"/>
          <p:nvPr/>
        </p:nvSpPr>
        <p:spPr>
          <a:xfrm>
            <a:off x="6003351" y="749089"/>
            <a:ext cx="11880900" cy="8313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00000"/>
              </a:buClr>
              <a:buSzPts val="5400"/>
              <a:buFont typeface="Arial"/>
              <a:buNone/>
            </a:pPr>
            <a:r>
              <a:rPr b="1" i="0" lang="en-US" sz="5400" u="none" cap="none" strike="noStrike">
                <a:solidFill>
                  <a:srgbClr val="018345"/>
                </a:solidFill>
                <a:latin typeface="Montserrat"/>
                <a:ea typeface="Montserrat"/>
                <a:cs typeface="Montserrat"/>
                <a:sym typeface="Montserrat"/>
              </a:rPr>
              <a:t>Bài viết Aptis phần 2</a:t>
            </a:r>
            <a:endParaRPr b="0" i="0" sz="1600" u="none" cap="none" strike="noStrike">
              <a:solidFill>
                <a:srgbClr val="000000"/>
              </a:solidFill>
              <a:latin typeface="Arial"/>
              <a:ea typeface="Arial"/>
              <a:cs typeface="Arial"/>
              <a:sym typeface="Arial"/>
            </a:endParaRPr>
          </a:p>
        </p:txBody>
      </p:sp>
      <p:grpSp>
        <p:nvGrpSpPr>
          <p:cNvPr id="291" name="Google Shape;291;p21"/>
          <p:cNvGrpSpPr/>
          <p:nvPr/>
        </p:nvGrpSpPr>
        <p:grpSpPr>
          <a:xfrm>
            <a:off x="-2718010" y="9274528"/>
            <a:ext cx="7950400" cy="1707231"/>
            <a:chOff x="0" y="-384762"/>
            <a:chExt cx="10600533" cy="2276307"/>
          </a:xfrm>
        </p:grpSpPr>
        <p:grpSp>
          <p:nvGrpSpPr>
            <p:cNvPr id="292" name="Google Shape;292;p21"/>
            <p:cNvGrpSpPr/>
            <p:nvPr/>
          </p:nvGrpSpPr>
          <p:grpSpPr>
            <a:xfrm>
              <a:off x="0" y="-384762"/>
              <a:ext cx="10600533" cy="2276307"/>
              <a:chOff x="0" y="-38100"/>
              <a:chExt cx="1049690" cy="225405"/>
            </a:xfrm>
          </p:grpSpPr>
          <p:sp>
            <p:nvSpPr>
              <p:cNvPr id="293" name="Google Shape;293;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94" name="Google Shape;294;p2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5" name="Google Shape;295;p2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6" name="Google Shape;296;p21"/>
          <p:cNvSpPr txBox="1"/>
          <p:nvPr/>
        </p:nvSpPr>
        <p:spPr>
          <a:xfrm>
            <a:off x="7166935" y="2842137"/>
            <a:ext cx="10497432" cy="4154943"/>
          </a:xfrm>
          <a:prstGeom prst="rect">
            <a:avLst/>
          </a:prstGeom>
          <a:noFill/>
          <a:ln>
            <a:noFill/>
          </a:ln>
        </p:spPr>
        <p:txBody>
          <a:bodyPr anchorCtr="0" anchor="t" bIns="45700" lIns="91425" spcFirstLastPara="1" rIns="91425" wrap="square" tIns="45700">
            <a:spAutoFit/>
          </a:bodyPr>
          <a:lstStyle/>
          <a:p>
            <a:pPr indent="-571500" lvl="0" marL="571500" marR="0" rtl="0" algn="just">
              <a:lnSpc>
                <a:spcPct val="200000"/>
              </a:lnSpc>
              <a:spcBef>
                <a:spcPts val="0"/>
              </a:spcBef>
              <a:spcAft>
                <a:spcPts val="0"/>
              </a:spcAft>
              <a:buClr>
                <a:schemeClr val="dk1"/>
              </a:buClr>
              <a:buSzPts val="4000"/>
              <a:buFont typeface="Noto Sans Symbols"/>
              <a:buChar char="⮚"/>
            </a:pPr>
            <a:r>
              <a:rPr b="0" i="0" lang="en-US" sz="4400" u="none" cap="none" strike="noStrike">
                <a:solidFill>
                  <a:srgbClr val="000000"/>
                </a:solidFill>
                <a:latin typeface="Calibri"/>
                <a:ea typeface="Calibri"/>
                <a:cs typeface="Calibri"/>
                <a:sym typeface="Calibri"/>
              </a:rPr>
              <a:t>Điền mẫu đơn với câu hoàn chỉnh.</a:t>
            </a:r>
            <a:endParaRPr/>
          </a:p>
          <a:p>
            <a:pPr indent="-571500" lvl="0" marL="571500" marR="0" rtl="0" algn="just">
              <a:lnSpc>
                <a:spcPct val="200000"/>
              </a:lnSpc>
              <a:spcBef>
                <a:spcPts val="0"/>
              </a:spcBef>
              <a:spcAft>
                <a:spcPts val="0"/>
              </a:spcAft>
              <a:buClr>
                <a:schemeClr val="dk1"/>
              </a:buClr>
              <a:buSzPts val="4000"/>
              <a:buFont typeface="Noto Sans Symbols"/>
              <a:buChar char="⮚"/>
            </a:pPr>
            <a:r>
              <a:rPr b="0" i="0" lang="en-US" sz="4400" u="none" cap="none" strike="noStrike">
                <a:solidFill>
                  <a:srgbClr val="000000"/>
                </a:solidFill>
                <a:latin typeface="Calibri"/>
                <a:ea typeface="Calibri"/>
                <a:cs typeface="Calibri"/>
                <a:sym typeface="Calibri"/>
              </a:rPr>
              <a:t>Độ dài vào khoảng 20 đến 30 từ một câu.</a:t>
            </a:r>
            <a:endParaRPr b="0" i="0" sz="4400" u="none" cap="none" strike="noStrike">
              <a:solidFill>
                <a:srgbClr val="000000"/>
              </a:solidFill>
              <a:latin typeface="Calibri"/>
              <a:ea typeface="Calibri"/>
              <a:cs typeface="Calibri"/>
              <a:sym typeface="Calibri"/>
            </a:endParaRPr>
          </a:p>
          <a:p>
            <a:pPr indent="-571500" lvl="0" marL="571500" marR="0" rtl="0" algn="just">
              <a:lnSpc>
                <a:spcPct val="200000"/>
              </a:lnSpc>
              <a:spcBef>
                <a:spcPts val="0"/>
              </a:spcBef>
              <a:spcAft>
                <a:spcPts val="0"/>
              </a:spcAft>
              <a:buClr>
                <a:schemeClr val="dk1"/>
              </a:buClr>
              <a:buSzPts val="4000"/>
              <a:buFont typeface="Noto Sans Symbols"/>
              <a:buChar char="⮚"/>
            </a:pPr>
            <a:r>
              <a:rPr b="0" i="0" lang="en-US" sz="4400" u="none" cap="none" strike="noStrike">
                <a:solidFill>
                  <a:srgbClr val="000000"/>
                </a:solidFill>
                <a:latin typeface="Calibri"/>
                <a:ea typeface="Calibri"/>
                <a:cs typeface="Calibri"/>
                <a:sym typeface="Calibri"/>
              </a:rPr>
              <a:t>Không nên bỏ ra quá 7 phút cho phần này.</a:t>
            </a:r>
            <a:endParaRPr b="0" i="0" sz="12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6">
                                            <p:txEl>
                                              <p:pRg end="0" st="0"/>
                                            </p:txEl>
                                          </p:spTgt>
                                        </p:tgtEl>
                                        <p:attrNameLst>
                                          <p:attrName>style.visibility</p:attrName>
                                        </p:attrNameLst>
                                      </p:cBhvr>
                                      <p:to>
                                        <p:strVal val="visible"/>
                                      </p:to>
                                    </p:set>
                                    <p:anim calcmode="lin" valueType="num">
                                      <p:cBhvr additive="base">
                                        <p:cTn dur="500"/>
                                        <p:tgtEl>
                                          <p:spTgt spid="29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6">
                                            <p:txEl>
                                              <p:pRg end="1" st="1"/>
                                            </p:txEl>
                                          </p:spTgt>
                                        </p:tgtEl>
                                        <p:attrNameLst>
                                          <p:attrName>style.visibility</p:attrName>
                                        </p:attrNameLst>
                                      </p:cBhvr>
                                      <p:to>
                                        <p:strVal val="visible"/>
                                      </p:to>
                                    </p:set>
                                    <p:anim calcmode="lin" valueType="num">
                                      <p:cBhvr additive="base">
                                        <p:cTn dur="500"/>
                                        <p:tgtEl>
                                          <p:spTgt spid="29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6">
                                            <p:txEl>
                                              <p:pRg end="2" st="2"/>
                                            </p:txEl>
                                          </p:spTgt>
                                        </p:tgtEl>
                                        <p:attrNameLst>
                                          <p:attrName>style.visibility</p:attrName>
                                        </p:attrNameLst>
                                      </p:cBhvr>
                                      <p:to>
                                        <p:strVal val="visible"/>
                                      </p:to>
                                    </p:set>
                                    <p:anim calcmode="lin" valueType="num">
                                      <p:cBhvr additive="base">
                                        <p:cTn dur="500"/>
                                        <p:tgtEl>
                                          <p:spTgt spid="29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cxnSp>
        <p:nvCxnSpPr>
          <p:cNvPr id="302" name="Google Shape;302;p22"/>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303" name="Google Shape;303;p22"/>
          <p:cNvGrpSpPr/>
          <p:nvPr/>
        </p:nvGrpSpPr>
        <p:grpSpPr>
          <a:xfrm rot="10800000">
            <a:off x="15785091" y="-536942"/>
            <a:ext cx="7681766" cy="4260610"/>
            <a:chOff x="0" y="-38100"/>
            <a:chExt cx="406400" cy="225405"/>
          </a:xfrm>
        </p:grpSpPr>
        <p:sp>
          <p:nvSpPr>
            <p:cNvPr id="304" name="Google Shape;304;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05" name="Google Shape;305;p2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6" name="Google Shape;306;p22"/>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07" name="Google Shape;307;p22"/>
          <p:cNvSpPr txBox="1"/>
          <p:nvPr/>
        </p:nvSpPr>
        <p:spPr>
          <a:xfrm>
            <a:off x="3359002" y="401132"/>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00000"/>
              </a:buClr>
              <a:buSzPts val="4800"/>
              <a:buFont typeface="Arial"/>
              <a:buNone/>
            </a:pPr>
            <a:r>
              <a:rPr b="1" i="0" lang="en-US" sz="4800" u="none" cap="none" strike="noStrike">
                <a:solidFill>
                  <a:srgbClr val="018345"/>
                </a:solidFill>
                <a:latin typeface="Montserrat"/>
                <a:ea typeface="Montserrat"/>
                <a:cs typeface="Montserrat"/>
                <a:sym typeface="Montserrat"/>
              </a:rPr>
              <a:t>Ví dụ</a:t>
            </a:r>
            <a:endParaRPr b="0" i="0" sz="1400" u="none" cap="none" strike="noStrike">
              <a:solidFill>
                <a:srgbClr val="000000"/>
              </a:solidFill>
              <a:latin typeface="Arial"/>
              <a:ea typeface="Arial"/>
              <a:cs typeface="Arial"/>
              <a:sym typeface="Arial"/>
            </a:endParaRPr>
          </a:p>
        </p:txBody>
      </p:sp>
      <p:grpSp>
        <p:nvGrpSpPr>
          <p:cNvPr id="308" name="Google Shape;308;p22"/>
          <p:cNvGrpSpPr/>
          <p:nvPr/>
        </p:nvGrpSpPr>
        <p:grpSpPr>
          <a:xfrm>
            <a:off x="-2718010" y="9274528"/>
            <a:ext cx="7950400" cy="1707231"/>
            <a:chOff x="0" y="-384762"/>
            <a:chExt cx="10600533" cy="2276307"/>
          </a:xfrm>
        </p:grpSpPr>
        <p:grpSp>
          <p:nvGrpSpPr>
            <p:cNvPr id="309" name="Google Shape;309;p22"/>
            <p:cNvGrpSpPr/>
            <p:nvPr/>
          </p:nvGrpSpPr>
          <p:grpSpPr>
            <a:xfrm>
              <a:off x="0" y="-384762"/>
              <a:ext cx="10600533" cy="2276307"/>
              <a:chOff x="0" y="-38100"/>
              <a:chExt cx="1049690" cy="225405"/>
            </a:xfrm>
          </p:grpSpPr>
          <p:sp>
            <p:nvSpPr>
              <p:cNvPr id="310" name="Google Shape;310;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11" name="Google Shape;311;p2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2" name="Google Shape;312;p22"/>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313" name="Google Shape;313;p22"/>
          <p:cNvPicPr preferRelativeResize="0"/>
          <p:nvPr/>
        </p:nvPicPr>
        <p:blipFill rotWithShape="1">
          <a:blip r:embed="rId4">
            <a:alphaModFix/>
          </a:blip>
          <a:srcRect b="0" l="0" r="0" t="0"/>
          <a:stretch/>
        </p:blipFill>
        <p:spPr>
          <a:xfrm>
            <a:off x="1759669" y="2233618"/>
            <a:ext cx="15309131" cy="62279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cxnSp>
        <p:nvCxnSpPr>
          <p:cNvPr id="319" name="Google Shape;319;p23"/>
          <p:cNvCxnSpPr/>
          <p:nvPr/>
        </p:nvCxnSpPr>
        <p:spPr>
          <a:xfrm flipH="1" rot="10800000">
            <a:off x="6793833" y="2007938"/>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320" name="Google Shape;320;p23"/>
          <p:cNvGrpSpPr/>
          <p:nvPr/>
        </p:nvGrpSpPr>
        <p:grpSpPr>
          <a:xfrm rot="10800000">
            <a:off x="15785091" y="-536942"/>
            <a:ext cx="7681766" cy="4260610"/>
            <a:chOff x="0" y="-38100"/>
            <a:chExt cx="406400" cy="225405"/>
          </a:xfrm>
        </p:grpSpPr>
        <p:sp>
          <p:nvSpPr>
            <p:cNvPr id="321" name="Google Shape;321;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22" name="Google Shape;322;p2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3" name="Google Shape;323;p23"/>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24" name="Google Shape;324;p23"/>
          <p:cNvSpPr txBox="1"/>
          <p:nvPr/>
        </p:nvSpPr>
        <p:spPr>
          <a:xfrm>
            <a:off x="6003351" y="749089"/>
            <a:ext cx="11880900" cy="8313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00000"/>
              </a:buClr>
              <a:buSzPts val="5400"/>
              <a:buFont typeface="Arial"/>
              <a:buNone/>
            </a:pPr>
            <a:r>
              <a:rPr b="1" i="0" lang="en-US" sz="5400" u="none" cap="none" strike="noStrike">
                <a:solidFill>
                  <a:srgbClr val="018345"/>
                </a:solidFill>
                <a:latin typeface="Montserrat"/>
                <a:ea typeface="Montserrat"/>
                <a:cs typeface="Montserrat"/>
                <a:sym typeface="Montserrat"/>
              </a:rPr>
              <a:t>Bài viết Aptis phần 3</a:t>
            </a:r>
            <a:endParaRPr b="0" i="0" sz="1600" u="none" cap="none" strike="noStrike">
              <a:solidFill>
                <a:srgbClr val="000000"/>
              </a:solidFill>
              <a:latin typeface="Arial"/>
              <a:ea typeface="Arial"/>
              <a:cs typeface="Arial"/>
              <a:sym typeface="Arial"/>
            </a:endParaRPr>
          </a:p>
        </p:txBody>
      </p:sp>
      <p:grpSp>
        <p:nvGrpSpPr>
          <p:cNvPr id="325" name="Google Shape;325;p23"/>
          <p:cNvGrpSpPr/>
          <p:nvPr/>
        </p:nvGrpSpPr>
        <p:grpSpPr>
          <a:xfrm>
            <a:off x="-2718010" y="9274528"/>
            <a:ext cx="7950400" cy="1707231"/>
            <a:chOff x="0" y="-384762"/>
            <a:chExt cx="10600533" cy="2276307"/>
          </a:xfrm>
        </p:grpSpPr>
        <p:grpSp>
          <p:nvGrpSpPr>
            <p:cNvPr id="326" name="Google Shape;326;p23"/>
            <p:cNvGrpSpPr/>
            <p:nvPr/>
          </p:nvGrpSpPr>
          <p:grpSpPr>
            <a:xfrm>
              <a:off x="0" y="-384762"/>
              <a:ext cx="10600533" cy="2276307"/>
              <a:chOff x="0" y="-38100"/>
              <a:chExt cx="1049690" cy="225405"/>
            </a:xfrm>
          </p:grpSpPr>
          <p:sp>
            <p:nvSpPr>
              <p:cNvPr id="327" name="Google Shape;327;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28" name="Google Shape;328;p23"/>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9" name="Google Shape;329;p23"/>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0" name="Google Shape;330;p23"/>
          <p:cNvSpPr txBox="1"/>
          <p:nvPr/>
        </p:nvSpPr>
        <p:spPr>
          <a:xfrm>
            <a:off x="7166935" y="2752492"/>
            <a:ext cx="10497432" cy="7201931"/>
          </a:xfrm>
          <a:prstGeom prst="rect">
            <a:avLst/>
          </a:prstGeom>
          <a:noFill/>
          <a:ln>
            <a:noFill/>
          </a:ln>
        </p:spPr>
        <p:txBody>
          <a:bodyPr anchorCtr="0" anchor="t" bIns="45700" lIns="91425" spcFirstLastPara="1" rIns="91425" wrap="square" tIns="45700">
            <a:spAutoFit/>
          </a:bodyPr>
          <a:lstStyle/>
          <a:p>
            <a:pPr indent="-571500" lvl="0" marL="571500" marR="0" rtl="0" algn="just">
              <a:lnSpc>
                <a:spcPct val="150000"/>
              </a:lnSpc>
              <a:spcBef>
                <a:spcPts val="0"/>
              </a:spcBef>
              <a:spcAft>
                <a:spcPts val="0"/>
              </a:spcAft>
              <a:buClr>
                <a:schemeClr val="dk1"/>
              </a:buClr>
              <a:buSzPts val="4000"/>
              <a:buFont typeface="Noto Sans Symbols"/>
              <a:buChar char="⮚"/>
            </a:pPr>
            <a:r>
              <a:rPr b="0" i="0" lang="en-US" sz="4400" u="none" cap="none" strike="noStrike">
                <a:solidFill>
                  <a:srgbClr val="000000"/>
                </a:solidFill>
                <a:latin typeface="Calibri"/>
                <a:ea typeface="Calibri"/>
                <a:cs typeface="Calibri"/>
                <a:sym typeface="Calibri"/>
              </a:rPr>
              <a:t>Tình huống giao tiếp theo hình thức thông qua mạng xã hội. </a:t>
            </a:r>
            <a:endParaRPr b="0" i="0" sz="4400" u="none" cap="none" strike="noStrike">
              <a:solidFill>
                <a:srgbClr val="000000"/>
              </a:solidFill>
              <a:latin typeface="Calibri"/>
              <a:ea typeface="Calibri"/>
              <a:cs typeface="Calibri"/>
              <a:sym typeface="Calibri"/>
            </a:endParaRPr>
          </a:p>
          <a:p>
            <a:pPr indent="-571500" lvl="0" marL="571500" marR="0" rtl="0" algn="just">
              <a:lnSpc>
                <a:spcPct val="150000"/>
              </a:lnSpc>
              <a:spcBef>
                <a:spcPts val="0"/>
              </a:spcBef>
              <a:spcAft>
                <a:spcPts val="0"/>
              </a:spcAft>
              <a:buClr>
                <a:schemeClr val="dk1"/>
              </a:buClr>
              <a:buSzPts val="4000"/>
              <a:buFont typeface="Noto Sans Symbols"/>
              <a:buChar char="⮚"/>
            </a:pPr>
            <a:r>
              <a:rPr b="0" i="0" lang="en-US" sz="4400" u="none" cap="none" strike="noStrike">
                <a:solidFill>
                  <a:srgbClr val="000000"/>
                </a:solidFill>
                <a:latin typeface="Calibri"/>
                <a:ea typeface="Calibri"/>
                <a:cs typeface="Calibri"/>
                <a:sym typeface="Calibri"/>
              </a:rPr>
              <a:t>Sẽ có tổng cộng ba câu hỏi trong một đoạn hội thoại.</a:t>
            </a:r>
            <a:endParaRPr/>
          </a:p>
          <a:p>
            <a:pPr indent="-571500" lvl="0" marL="571500" marR="0" rtl="0" algn="just">
              <a:lnSpc>
                <a:spcPct val="150000"/>
              </a:lnSpc>
              <a:spcBef>
                <a:spcPts val="0"/>
              </a:spcBef>
              <a:spcAft>
                <a:spcPts val="0"/>
              </a:spcAft>
              <a:buClr>
                <a:schemeClr val="dk1"/>
              </a:buClr>
              <a:buSzPts val="4000"/>
              <a:buFont typeface="Noto Sans Symbols"/>
              <a:buChar char="⮚"/>
            </a:pPr>
            <a:r>
              <a:rPr b="0" i="0" lang="en-US" sz="4400" u="none" cap="none" strike="noStrike">
                <a:solidFill>
                  <a:srgbClr val="000000"/>
                </a:solidFill>
                <a:latin typeface="Calibri"/>
                <a:ea typeface="Calibri"/>
                <a:cs typeface="Calibri"/>
                <a:sym typeface="Calibri"/>
              </a:rPr>
              <a:t>Độ dài khuyến khích của mỗi câu trả lời là vào khoảng từ 30 đến 40 từ. </a:t>
            </a:r>
            <a:endParaRPr b="0" i="0" sz="4400" u="none" cap="none" strike="noStrike">
              <a:solidFill>
                <a:srgbClr val="000000"/>
              </a:solidFill>
              <a:latin typeface="Calibri"/>
              <a:ea typeface="Calibri"/>
              <a:cs typeface="Calibri"/>
              <a:sym typeface="Calibri"/>
            </a:endParaRPr>
          </a:p>
          <a:p>
            <a:pPr indent="-571500" lvl="0" marL="571500" marR="0" rtl="0" algn="just">
              <a:lnSpc>
                <a:spcPct val="150000"/>
              </a:lnSpc>
              <a:spcBef>
                <a:spcPts val="0"/>
              </a:spcBef>
              <a:spcAft>
                <a:spcPts val="0"/>
              </a:spcAft>
              <a:buClr>
                <a:schemeClr val="dk1"/>
              </a:buClr>
              <a:buSzPts val="4000"/>
              <a:buFont typeface="Noto Sans Symbols"/>
              <a:buChar char="⮚"/>
            </a:pPr>
            <a:r>
              <a:rPr b="0" i="0" lang="en-US" sz="4400" u="none" cap="none" strike="noStrike">
                <a:solidFill>
                  <a:srgbClr val="000000"/>
                </a:solidFill>
                <a:latin typeface="Calibri"/>
                <a:ea typeface="Calibri"/>
                <a:cs typeface="Calibri"/>
                <a:sym typeface="Calibri"/>
              </a:rPr>
              <a:t>Không quá 10 phút cho phần thi này.</a:t>
            </a:r>
            <a:endParaRPr b="0" i="0" sz="12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0">
                                            <p:txEl>
                                              <p:pRg end="0" st="0"/>
                                            </p:txEl>
                                          </p:spTgt>
                                        </p:tgtEl>
                                        <p:attrNameLst>
                                          <p:attrName>style.visibility</p:attrName>
                                        </p:attrNameLst>
                                      </p:cBhvr>
                                      <p:to>
                                        <p:strVal val="visible"/>
                                      </p:to>
                                    </p:set>
                                    <p:anim calcmode="lin" valueType="num">
                                      <p:cBhvr additive="base">
                                        <p:cTn dur="500"/>
                                        <p:tgtEl>
                                          <p:spTgt spid="33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0">
                                            <p:txEl>
                                              <p:pRg end="1" st="1"/>
                                            </p:txEl>
                                          </p:spTgt>
                                        </p:tgtEl>
                                        <p:attrNameLst>
                                          <p:attrName>style.visibility</p:attrName>
                                        </p:attrNameLst>
                                      </p:cBhvr>
                                      <p:to>
                                        <p:strVal val="visible"/>
                                      </p:to>
                                    </p:set>
                                    <p:anim calcmode="lin" valueType="num">
                                      <p:cBhvr additive="base">
                                        <p:cTn dur="500"/>
                                        <p:tgtEl>
                                          <p:spTgt spid="33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0">
                                            <p:txEl>
                                              <p:pRg end="2" st="2"/>
                                            </p:txEl>
                                          </p:spTgt>
                                        </p:tgtEl>
                                        <p:attrNameLst>
                                          <p:attrName>style.visibility</p:attrName>
                                        </p:attrNameLst>
                                      </p:cBhvr>
                                      <p:to>
                                        <p:strVal val="visible"/>
                                      </p:to>
                                    </p:set>
                                    <p:anim calcmode="lin" valueType="num">
                                      <p:cBhvr additive="base">
                                        <p:cTn dur="500"/>
                                        <p:tgtEl>
                                          <p:spTgt spid="33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0">
                                            <p:txEl>
                                              <p:pRg end="3" st="3"/>
                                            </p:txEl>
                                          </p:spTgt>
                                        </p:tgtEl>
                                        <p:attrNameLst>
                                          <p:attrName>style.visibility</p:attrName>
                                        </p:attrNameLst>
                                      </p:cBhvr>
                                      <p:to>
                                        <p:strVal val="visible"/>
                                      </p:to>
                                    </p:set>
                                    <p:anim calcmode="lin" valueType="num">
                                      <p:cBhvr additive="base">
                                        <p:cTn dur="500"/>
                                        <p:tgtEl>
                                          <p:spTgt spid="33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cxnSp>
        <p:nvCxnSpPr>
          <p:cNvPr id="336" name="Google Shape;336;p24"/>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337" name="Google Shape;337;p24"/>
          <p:cNvGrpSpPr/>
          <p:nvPr/>
        </p:nvGrpSpPr>
        <p:grpSpPr>
          <a:xfrm rot="10800000">
            <a:off x="15785091" y="-536942"/>
            <a:ext cx="7681766" cy="4260610"/>
            <a:chOff x="0" y="-38100"/>
            <a:chExt cx="406400" cy="225405"/>
          </a:xfrm>
        </p:grpSpPr>
        <p:sp>
          <p:nvSpPr>
            <p:cNvPr id="338" name="Google Shape;338;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39" name="Google Shape;339;p2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0" name="Google Shape;340;p24"/>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41" name="Google Shape;341;p24"/>
          <p:cNvSpPr txBox="1"/>
          <p:nvPr/>
        </p:nvSpPr>
        <p:spPr>
          <a:xfrm>
            <a:off x="3359002" y="401132"/>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00000"/>
              </a:buClr>
              <a:buSzPts val="4800"/>
              <a:buFont typeface="Arial"/>
              <a:buNone/>
            </a:pPr>
            <a:r>
              <a:rPr b="1" i="0" lang="en-US" sz="4800" u="none" cap="none" strike="noStrike">
                <a:solidFill>
                  <a:srgbClr val="018345"/>
                </a:solidFill>
                <a:latin typeface="Montserrat"/>
                <a:ea typeface="Montserrat"/>
                <a:cs typeface="Montserrat"/>
                <a:sym typeface="Montserrat"/>
              </a:rPr>
              <a:t>Ví dụ</a:t>
            </a:r>
            <a:endParaRPr b="0" i="0" sz="1400" u="none" cap="none" strike="noStrike">
              <a:solidFill>
                <a:srgbClr val="000000"/>
              </a:solidFill>
              <a:latin typeface="Arial"/>
              <a:ea typeface="Arial"/>
              <a:cs typeface="Arial"/>
              <a:sym typeface="Arial"/>
            </a:endParaRPr>
          </a:p>
        </p:txBody>
      </p:sp>
      <p:grpSp>
        <p:nvGrpSpPr>
          <p:cNvPr id="342" name="Google Shape;342;p24"/>
          <p:cNvGrpSpPr/>
          <p:nvPr/>
        </p:nvGrpSpPr>
        <p:grpSpPr>
          <a:xfrm>
            <a:off x="-2718010" y="9274528"/>
            <a:ext cx="7950400" cy="1707231"/>
            <a:chOff x="0" y="-384762"/>
            <a:chExt cx="10600533" cy="2276307"/>
          </a:xfrm>
        </p:grpSpPr>
        <p:grpSp>
          <p:nvGrpSpPr>
            <p:cNvPr id="343" name="Google Shape;343;p24"/>
            <p:cNvGrpSpPr/>
            <p:nvPr/>
          </p:nvGrpSpPr>
          <p:grpSpPr>
            <a:xfrm>
              <a:off x="0" y="-384762"/>
              <a:ext cx="10600533" cy="2276307"/>
              <a:chOff x="0" y="-38100"/>
              <a:chExt cx="1049690" cy="225405"/>
            </a:xfrm>
          </p:grpSpPr>
          <p:sp>
            <p:nvSpPr>
              <p:cNvPr id="344" name="Google Shape;344;p2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45" name="Google Shape;345;p2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6" name="Google Shape;346;p2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347" name="Google Shape;347;p24"/>
          <p:cNvPicPr preferRelativeResize="0"/>
          <p:nvPr/>
        </p:nvPicPr>
        <p:blipFill rotWithShape="1">
          <a:blip r:embed="rId4">
            <a:alphaModFix/>
          </a:blip>
          <a:srcRect b="0" l="0" r="0" t="2375"/>
          <a:stretch/>
        </p:blipFill>
        <p:spPr>
          <a:xfrm>
            <a:off x="2510274" y="2181961"/>
            <a:ext cx="13578454" cy="66529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cxnSp>
        <p:nvCxnSpPr>
          <p:cNvPr id="353" name="Google Shape;353;p25"/>
          <p:cNvCxnSpPr/>
          <p:nvPr/>
        </p:nvCxnSpPr>
        <p:spPr>
          <a:xfrm flipH="1" rot="10800000">
            <a:off x="6793833" y="2007938"/>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354" name="Google Shape;354;p25"/>
          <p:cNvGrpSpPr/>
          <p:nvPr/>
        </p:nvGrpSpPr>
        <p:grpSpPr>
          <a:xfrm rot="10800000">
            <a:off x="15785091" y="-536942"/>
            <a:ext cx="7681766" cy="4260610"/>
            <a:chOff x="0" y="-38100"/>
            <a:chExt cx="406400" cy="225405"/>
          </a:xfrm>
        </p:grpSpPr>
        <p:sp>
          <p:nvSpPr>
            <p:cNvPr id="355" name="Google Shape;355;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56" name="Google Shape;356;p2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7" name="Google Shape;357;p25"/>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58" name="Google Shape;358;p25"/>
          <p:cNvSpPr txBox="1"/>
          <p:nvPr/>
        </p:nvSpPr>
        <p:spPr>
          <a:xfrm>
            <a:off x="6003351" y="749089"/>
            <a:ext cx="11880900" cy="8313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00000"/>
              </a:buClr>
              <a:buSzPts val="5400"/>
              <a:buFont typeface="Arial"/>
              <a:buNone/>
            </a:pPr>
            <a:r>
              <a:rPr b="1" i="0" lang="en-US" sz="5400" u="none" cap="none" strike="noStrike">
                <a:solidFill>
                  <a:srgbClr val="018345"/>
                </a:solidFill>
                <a:latin typeface="Montserrat"/>
                <a:ea typeface="Montserrat"/>
                <a:cs typeface="Montserrat"/>
                <a:sym typeface="Montserrat"/>
              </a:rPr>
              <a:t>Bài viết Aptis phần 4</a:t>
            </a:r>
            <a:endParaRPr b="0" i="0" sz="1600" u="none" cap="none" strike="noStrike">
              <a:solidFill>
                <a:srgbClr val="000000"/>
              </a:solidFill>
              <a:latin typeface="Arial"/>
              <a:ea typeface="Arial"/>
              <a:cs typeface="Arial"/>
              <a:sym typeface="Arial"/>
            </a:endParaRPr>
          </a:p>
        </p:txBody>
      </p:sp>
      <p:grpSp>
        <p:nvGrpSpPr>
          <p:cNvPr id="359" name="Google Shape;359;p25"/>
          <p:cNvGrpSpPr/>
          <p:nvPr/>
        </p:nvGrpSpPr>
        <p:grpSpPr>
          <a:xfrm>
            <a:off x="-2718010" y="9274528"/>
            <a:ext cx="7950400" cy="1707231"/>
            <a:chOff x="0" y="-384762"/>
            <a:chExt cx="10600533" cy="2276307"/>
          </a:xfrm>
        </p:grpSpPr>
        <p:grpSp>
          <p:nvGrpSpPr>
            <p:cNvPr id="360" name="Google Shape;360;p25"/>
            <p:cNvGrpSpPr/>
            <p:nvPr/>
          </p:nvGrpSpPr>
          <p:grpSpPr>
            <a:xfrm>
              <a:off x="0" y="-384762"/>
              <a:ext cx="10600533" cy="2276307"/>
              <a:chOff x="0" y="-38100"/>
              <a:chExt cx="1049690" cy="225405"/>
            </a:xfrm>
          </p:grpSpPr>
          <p:sp>
            <p:nvSpPr>
              <p:cNvPr id="361" name="Google Shape;361;p2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62" name="Google Shape;362;p2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3" name="Google Shape;363;p2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4" name="Google Shape;364;p25"/>
          <p:cNvSpPr txBox="1"/>
          <p:nvPr/>
        </p:nvSpPr>
        <p:spPr>
          <a:xfrm>
            <a:off x="7166935" y="2718928"/>
            <a:ext cx="10497432" cy="6555600"/>
          </a:xfrm>
          <a:prstGeom prst="rect">
            <a:avLst/>
          </a:prstGeom>
          <a:noFill/>
          <a:ln>
            <a:noFill/>
          </a:ln>
        </p:spPr>
        <p:txBody>
          <a:bodyPr anchorCtr="0" anchor="t" bIns="45700" lIns="91425" spcFirstLastPara="1" rIns="91425" wrap="square" tIns="45700">
            <a:spAutoFit/>
          </a:bodyPr>
          <a:lstStyle/>
          <a:p>
            <a:pPr indent="-571500" lvl="0" marL="571500" marR="0" rtl="0" algn="just">
              <a:lnSpc>
                <a:spcPct val="150000"/>
              </a:lnSpc>
              <a:spcBef>
                <a:spcPts val="0"/>
              </a:spcBef>
              <a:spcAft>
                <a:spcPts val="0"/>
              </a:spcAft>
              <a:buClr>
                <a:schemeClr val="dk1"/>
              </a:buClr>
              <a:buSzPts val="4000"/>
              <a:buFont typeface="Noto Sans Symbols"/>
              <a:buChar char="⮚"/>
            </a:pPr>
            <a:r>
              <a:rPr b="0" i="0" lang="en-US" sz="4000" u="none" cap="none" strike="noStrike">
                <a:solidFill>
                  <a:srgbClr val="000000"/>
                </a:solidFill>
                <a:latin typeface="Calibri"/>
                <a:ea typeface="Calibri"/>
                <a:cs typeface="Calibri"/>
                <a:sym typeface="Calibri"/>
              </a:rPr>
              <a:t>Viết một email thông thường cho một người bạn (khoảng 50 từ).</a:t>
            </a:r>
            <a:endParaRPr/>
          </a:p>
          <a:p>
            <a:pPr indent="-571500" lvl="0" marL="571500" marR="0" rtl="0" algn="just">
              <a:lnSpc>
                <a:spcPct val="150000"/>
              </a:lnSpc>
              <a:spcBef>
                <a:spcPts val="0"/>
              </a:spcBef>
              <a:spcAft>
                <a:spcPts val="0"/>
              </a:spcAft>
              <a:buClr>
                <a:schemeClr val="dk1"/>
              </a:buClr>
              <a:buSzPts val="4000"/>
              <a:buFont typeface="Noto Sans Symbols"/>
              <a:buChar char="⮚"/>
            </a:pPr>
            <a:r>
              <a:rPr b="0" i="0" lang="en-US" sz="4000" u="none" cap="none" strike="noStrike">
                <a:solidFill>
                  <a:srgbClr val="000000"/>
                </a:solidFill>
                <a:latin typeface="Calibri"/>
                <a:ea typeface="Calibri"/>
                <a:cs typeface="Calibri"/>
                <a:sym typeface="Calibri"/>
              </a:rPr>
              <a:t>Viết một email trang trọng gửi tới một người chưa quen biết (khoảng 120-150 từ). </a:t>
            </a:r>
            <a:endParaRPr b="0" i="0" sz="4000" u="none" cap="none" strike="noStrike">
              <a:solidFill>
                <a:srgbClr val="000000"/>
              </a:solidFill>
              <a:latin typeface="Calibri"/>
              <a:ea typeface="Calibri"/>
              <a:cs typeface="Calibri"/>
              <a:sym typeface="Calibri"/>
            </a:endParaRPr>
          </a:p>
          <a:p>
            <a:pPr indent="-571500" lvl="0" marL="571500" marR="0" rtl="0" algn="just">
              <a:lnSpc>
                <a:spcPct val="150000"/>
              </a:lnSpc>
              <a:spcBef>
                <a:spcPts val="0"/>
              </a:spcBef>
              <a:spcAft>
                <a:spcPts val="0"/>
              </a:spcAft>
              <a:buClr>
                <a:schemeClr val="dk1"/>
              </a:buClr>
              <a:buSzPts val="4000"/>
              <a:buFont typeface="Noto Sans Symbols"/>
              <a:buChar char="⮚"/>
            </a:pPr>
            <a:r>
              <a:rPr b="0" i="0" lang="en-US" sz="4000" u="none" cap="none" strike="noStrike">
                <a:solidFill>
                  <a:srgbClr val="000000"/>
                </a:solidFill>
                <a:latin typeface="Calibri"/>
                <a:ea typeface="Calibri"/>
                <a:cs typeface="Calibri"/>
                <a:sym typeface="Calibri"/>
              </a:rPr>
              <a:t>Cả hai bức thư sẽ đều đề cập về một chủ đề chung. </a:t>
            </a:r>
            <a:endParaRPr b="0" i="0" sz="4000" u="none" cap="none" strike="noStrike">
              <a:solidFill>
                <a:srgbClr val="000000"/>
              </a:solidFill>
              <a:latin typeface="Calibri"/>
              <a:ea typeface="Calibri"/>
              <a:cs typeface="Calibri"/>
              <a:sym typeface="Calibri"/>
            </a:endParaRPr>
          </a:p>
          <a:p>
            <a:pPr indent="-571500" lvl="0" marL="571500" marR="0" rtl="0" algn="just">
              <a:lnSpc>
                <a:spcPct val="150000"/>
              </a:lnSpc>
              <a:spcBef>
                <a:spcPts val="0"/>
              </a:spcBef>
              <a:spcAft>
                <a:spcPts val="0"/>
              </a:spcAft>
              <a:buClr>
                <a:schemeClr val="dk1"/>
              </a:buClr>
              <a:buSzPts val="4000"/>
              <a:buFont typeface="Noto Sans Symbols"/>
              <a:buChar char="⮚"/>
            </a:pPr>
            <a:r>
              <a:rPr b="0" i="0" lang="en-US" sz="4000" u="none" cap="none" strike="noStrike">
                <a:solidFill>
                  <a:srgbClr val="000000"/>
                </a:solidFill>
                <a:latin typeface="Calibri"/>
                <a:ea typeface="Calibri"/>
                <a:cs typeface="Calibri"/>
                <a:sym typeface="Calibri"/>
              </a:rPr>
              <a:t>Nên dành không quá 20 phút cho phần thi này.</a:t>
            </a:r>
            <a:endParaRPr b="0" i="0" sz="11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anim calcmode="lin" valueType="num">
                                      <p:cBhvr additive="base">
                                        <p:cTn dur="500"/>
                                        <p:tgtEl>
                                          <p:spTgt spid="36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1" st="1"/>
                                            </p:txEl>
                                          </p:spTgt>
                                        </p:tgtEl>
                                        <p:attrNameLst>
                                          <p:attrName>style.visibility</p:attrName>
                                        </p:attrNameLst>
                                      </p:cBhvr>
                                      <p:to>
                                        <p:strVal val="visible"/>
                                      </p:to>
                                    </p:set>
                                    <p:anim calcmode="lin" valueType="num">
                                      <p:cBhvr additive="base">
                                        <p:cTn dur="500"/>
                                        <p:tgtEl>
                                          <p:spTgt spid="36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2" st="2"/>
                                            </p:txEl>
                                          </p:spTgt>
                                        </p:tgtEl>
                                        <p:attrNameLst>
                                          <p:attrName>style.visibility</p:attrName>
                                        </p:attrNameLst>
                                      </p:cBhvr>
                                      <p:to>
                                        <p:strVal val="visible"/>
                                      </p:to>
                                    </p:set>
                                    <p:anim calcmode="lin" valueType="num">
                                      <p:cBhvr additive="base">
                                        <p:cTn dur="500"/>
                                        <p:tgtEl>
                                          <p:spTgt spid="36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3" st="3"/>
                                            </p:txEl>
                                          </p:spTgt>
                                        </p:tgtEl>
                                        <p:attrNameLst>
                                          <p:attrName>style.visibility</p:attrName>
                                        </p:attrNameLst>
                                      </p:cBhvr>
                                      <p:to>
                                        <p:strVal val="visible"/>
                                      </p:to>
                                    </p:set>
                                    <p:anim calcmode="lin" valueType="num">
                                      <p:cBhvr additive="base">
                                        <p:cTn dur="500"/>
                                        <p:tgtEl>
                                          <p:spTgt spid="36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cxnSp>
        <p:nvCxnSpPr>
          <p:cNvPr id="370" name="Google Shape;370;p26"/>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371" name="Google Shape;371;p26"/>
          <p:cNvGrpSpPr/>
          <p:nvPr/>
        </p:nvGrpSpPr>
        <p:grpSpPr>
          <a:xfrm rot="10800000">
            <a:off x="15785091" y="-536942"/>
            <a:ext cx="7681766" cy="4260610"/>
            <a:chOff x="0" y="-38100"/>
            <a:chExt cx="406400" cy="225405"/>
          </a:xfrm>
        </p:grpSpPr>
        <p:sp>
          <p:nvSpPr>
            <p:cNvPr id="372" name="Google Shape;372;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73" name="Google Shape;373;p2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4" name="Google Shape;374;p26"/>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75" name="Google Shape;375;p26"/>
          <p:cNvSpPr txBox="1"/>
          <p:nvPr/>
        </p:nvSpPr>
        <p:spPr>
          <a:xfrm>
            <a:off x="3359002" y="401132"/>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00000"/>
              </a:buClr>
              <a:buSzPts val="4800"/>
              <a:buFont typeface="Arial"/>
              <a:buNone/>
            </a:pPr>
            <a:r>
              <a:rPr b="1" i="0" lang="en-US" sz="4800" u="none" cap="none" strike="noStrike">
                <a:solidFill>
                  <a:srgbClr val="018345"/>
                </a:solidFill>
                <a:latin typeface="Montserrat"/>
                <a:ea typeface="Montserrat"/>
                <a:cs typeface="Montserrat"/>
                <a:sym typeface="Montserrat"/>
              </a:rPr>
              <a:t>Ví dụ</a:t>
            </a:r>
            <a:endParaRPr b="0" i="0" sz="1400" u="none" cap="none" strike="noStrike">
              <a:solidFill>
                <a:srgbClr val="000000"/>
              </a:solidFill>
              <a:latin typeface="Arial"/>
              <a:ea typeface="Arial"/>
              <a:cs typeface="Arial"/>
              <a:sym typeface="Arial"/>
            </a:endParaRPr>
          </a:p>
        </p:txBody>
      </p:sp>
      <p:grpSp>
        <p:nvGrpSpPr>
          <p:cNvPr id="376" name="Google Shape;376;p26"/>
          <p:cNvGrpSpPr/>
          <p:nvPr/>
        </p:nvGrpSpPr>
        <p:grpSpPr>
          <a:xfrm>
            <a:off x="-2718010" y="9274528"/>
            <a:ext cx="7950400" cy="1707231"/>
            <a:chOff x="0" y="-384762"/>
            <a:chExt cx="10600533" cy="2276307"/>
          </a:xfrm>
        </p:grpSpPr>
        <p:grpSp>
          <p:nvGrpSpPr>
            <p:cNvPr id="377" name="Google Shape;377;p26"/>
            <p:cNvGrpSpPr/>
            <p:nvPr/>
          </p:nvGrpSpPr>
          <p:grpSpPr>
            <a:xfrm>
              <a:off x="0" y="-384762"/>
              <a:ext cx="10600533" cy="2276307"/>
              <a:chOff x="0" y="-38100"/>
              <a:chExt cx="1049690" cy="225405"/>
            </a:xfrm>
          </p:grpSpPr>
          <p:sp>
            <p:nvSpPr>
              <p:cNvPr id="378" name="Google Shape;378;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79" name="Google Shape;379;p2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0" name="Google Shape;380;p2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381" name="Google Shape;381;p26"/>
          <p:cNvPicPr preferRelativeResize="0"/>
          <p:nvPr/>
        </p:nvPicPr>
        <p:blipFill rotWithShape="1">
          <a:blip r:embed="rId4">
            <a:alphaModFix/>
          </a:blip>
          <a:srcRect b="0" l="0" r="0" t="0"/>
          <a:stretch/>
        </p:blipFill>
        <p:spPr>
          <a:xfrm>
            <a:off x="4150954" y="2184528"/>
            <a:ext cx="10303210" cy="72806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cxnSp>
        <p:nvCxnSpPr>
          <p:cNvPr id="386" name="Google Shape;386;p27"/>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387" name="Google Shape;387;p2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88" name="Google Shape;388;p27"/>
          <p:cNvGrpSpPr/>
          <p:nvPr/>
        </p:nvGrpSpPr>
        <p:grpSpPr>
          <a:xfrm rot="10800000">
            <a:off x="15044552" y="-741521"/>
            <a:ext cx="7681766" cy="4260610"/>
            <a:chOff x="0" y="-38100"/>
            <a:chExt cx="406400" cy="225405"/>
          </a:xfrm>
        </p:grpSpPr>
        <p:sp>
          <p:nvSpPr>
            <p:cNvPr id="389" name="Google Shape;389;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90" name="Google Shape;390;p2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391" name="Google Shape;391;p2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92" name="Google Shape;392;p27"/>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93" name="Google Shape;393;p27"/>
          <p:cNvSpPr txBox="1"/>
          <p:nvPr/>
        </p:nvSpPr>
        <p:spPr>
          <a:xfrm>
            <a:off x="5511794" y="2502271"/>
            <a:ext cx="11760209" cy="1493037"/>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Clr>
                <a:srgbClr val="000000"/>
              </a:buClr>
              <a:buSzPts val="6600"/>
              <a:buFont typeface="Arial"/>
              <a:buNone/>
            </a:pPr>
            <a:r>
              <a:rPr b="1" i="0" lang="en-US" sz="6600" u="none" cap="none" strike="noStrike">
                <a:solidFill>
                  <a:srgbClr val="018345"/>
                </a:solidFill>
                <a:latin typeface="Montserrat"/>
                <a:ea typeface="Montserrat"/>
                <a:cs typeface="Montserrat"/>
                <a:sym typeface="Montserrat"/>
              </a:rPr>
              <a:t>Lưu ý khi làm bài</a:t>
            </a:r>
            <a:endParaRPr b="1" i="0" sz="6600" u="none" cap="none" strike="noStrike">
              <a:solidFill>
                <a:srgbClr val="018345"/>
              </a:solidFill>
              <a:latin typeface="Montserrat"/>
              <a:ea typeface="Montserrat"/>
              <a:cs typeface="Montserrat"/>
              <a:sym typeface="Montserrat"/>
            </a:endParaRPr>
          </a:p>
        </p:txBody>
      </p:sp>
      <p:sp>
        <p:nvSpPr>
          <p:cNvPr id="394" name="Google Shape;394;p27"/>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03</a:t>
            </a:r>
            <a:endParaRPr b="0" i="0" sz="1400" u="none" cap="none" strike="noStrike">
              <a:solidFill>
                <a:srgbClr val="000000"/>
              </a:solidFill>
              <a:latin typeface="Arial"/>
              <a:ea typeface="Arial"/>
              <a:cs typeface="Arial"/>
              <a:sym typeface="Arial"/>
            </a:endParaRPr>
          </a:p>
        </p:txBody>
      </p:sp>
      <p:sp>
        <p:nvSpPr>
          <p:cNvPr id="395" name="Google Shape;395;p27"/>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Roboto"/>
                <a:ea typeface="Roboto"/>
                <a:cs typeface="Roboto"/>
                <a:sym typeface="Roboto"/>
              </a:rPr>
              <a:t>https://edulife.com.vn/</a:t>
            </a:r>
            <a:endParaRPr b="0" i="0" sz="1400" u="none" cap="none" strike="noStrike">
              <a:solidFill>
                <a:srgbClr val="000000"/>
              </a:solidFill>
              <a:latin typeface="Arial"/>
              <a:ea typeface="Arial"/>
              <a:cs typeface="Arial"/>
              <a:sym typeface="Arial"/>
            </a:endParaRPr>
          </a:p>
        </p:txBody>
      </p:sp>
      <p:grpSp>
        <p:nvGrpSpPr>
          <p:cNvPr id="396" name="Google Shape;396;p27"/>
          <p:cNvGrpSpPr/>
          <p:nvPr/>
        </p:nvGrpSpPr>
        <p:grpSpPr>
          <a:xfrm>
            <a:off x="-2718010" y="9274528"/>
            <a:ext cx="7950400" cy="1707231"/>
            <a:chOff x="0" y="-384762"/>
            <a:chExt cx="10600533" cy="2276307"/>
          </a:xfrm>
        </p:grpSpPr>
        <p:grpSp>
          <p:nvGrpSpPr>
            <p:cNvPr id="397" name="Google Shape;397;p27"/>
            <p:cNvGrpSpPr/>
            <p:nvPr/>
          </p:nvGrpSpPr>
          <p:grpSpPr>
            <a:xfrm>
              <a:off x="0" y="-384762"/>
              <a:ext cx="10600533" cy="2276307"/>
              <a:chOff x="0" y="-38100"/>
              <a:chExt cx="1049690" cy="225405"/>
            </a:xfrm>
          </p:grpSpPr>
          <p:sp>
            <p:nvSpPr>
              <p:cNvPr id="398" name="Google Shape;398;p2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99" name="Google Shape;399;p2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0" name="Google Shape;400;p2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401" name="Google Shape;401;p27"/>
          <p:cNvPicPr preferRelativeResize="0"/>
          <p:nvPr/>
        </p:nvPicPr>
        <p:blipFill rotWithShape="1">
          <a:blip r:embed="rId5">
            <a:alphaModFix/>
          </a:blip>
          <a:srcRect b="10096" l="0" r="0" t="10547"/>
          <a:stretch/>
        </p:blipFill>
        <p:spPr>
          <a:xfrm>
            <a:off x="7772400" y="4099418"/>
            <a:ext cx="6391277" cy="5071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94"/>
                                        </p:tgtEl>
                                        <p:attrNameLst>
                                          <p:attrName>style.visibility</p:attrName>
                                        </p:attrNameLst>
                                      </p:cBhvr>
                                      <p:to>
                                        <p:strVal val="visible"/>
                                      </p:to>
                                    </p:set>
                                    <p:anim calcmode="lin" valueType="num">
                                      <p:cBhvr additive="base">
                                        <p:cTn dur="500"/>
                                        <p:tgtEl>
                                          <p:spTgt spid="394"/>
                                        </p:tgtEl>
                                        <p:attrNameLst>
                                          <p:attrName>ppt_w</p:attrName>
                                        </p:attrNameLst>
                                      </p:cBhvr>
                                      <p:tavLst>
                                        <p:tav fmla="" tm="0">
                                          <p:val>
                                            <p:strVal val="0"/>
                                          </p:val>
                                        </p:tav>
                                        <p:tav fmla="" tm="100000">
                                          <p:val>
                                            <p:strVal val="#ppt_w"/>
                                          </p:val>
                                        </p:tav>
                                      </p:tavLst>
                                    </p:anim>
                                    <p:anim calcmode="lin" valueType="num">
                                      <p:cBhvr additive="base">
                                        <p:cTn dur="500"/>
                                        <p:tgtEl>
                                          <p:spTgt spid="39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93"/>
                                        </p:tgtEl>
                                        <p:attrNameLst>
                                          <p:attrName>style.visibility</p:attrName>
                                        </p:attrNameLst>
                                      </p:cBhvr>
                                      <p:to>
                                        <p:strVal val="visible"/>
                                      </p:to>
                                    </p:set>
                                    <p:anim calcmode="lin" valueType="num">
                                      <p:cBhvr additive="base">
                                        <p:cTn dur="500"/>
                                        <p:tgtEl>
                                          <p:spTgt spid="393"/>
                                        </p:tgtEl>
                                        <p:attrNameLst>
                                          <p:attrName>ppt_w</p:attrName>
                                        </p:attrNameLst>
                                      </p:cBhvr>
                                      <p:tavLst>
                                        <p:tav fmla="" tm="0">
                                          <p:val>
                                            <p:strVal val="0"/>
                                          </p:val>
                                        </p:tav>
                                        <p:tav fmla="" tm="100000">
                                          <p:val>
                                            <p:strVal val="#ppt_w"/>
                                          </p:val>
                                        </p:tav>
                                      </p:tavLst>
                                    </p:anim>
                                    <p:anim calcmode="lin" valueType="num">
                                      <p:cBhvr additive="base">
                                        <p:cTn dur="500"/>
                                        <p:tgtEl>
                                          <p:spTgt spid="39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cxnSp>
        <p:nvCxnSpPr>
          <p:cNvPr id="407" name="Google Shape;407;p28"/>
          <p:cNvCxnSpPr/>
          <p:nvPr/>
        </p:nvCxnSpPr>
        <p:spPr>
          <a:xfrm flipH="1" rot="10800000">
            <a:off x="7543801" y="1816517"/>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408" name="Google Shape;408;p28"/>
          <p:cNvGrpSpPr/>
          <p:nvPr/>
        </p:nvGrpSpPr>
        <p:grpSpPr>
          <a:xfrm rot="10800000">
            <a:off x="15785091" y="-536942"/>
            <a:ext cx="7681766" cy="4260610"/>
            <a:chOff x="0" y="-38100"/>
            <a:chExt cx="406400" cy="225405"/>
          </a:xfrm>
        </p:grpSpPr>
        <p:sp>
          <p:nvSpPr>
            <p:cNvPr id="409" name="Google Shape;409;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10" name="Google Shape;410;p2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1" name="Google Shape;411;p2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412" name="Google Shape;412;p28"/>
          <p:cNvGrpSpPr/>
          <p:nvPr/>
        </p:nvGrpSpPr>
        <p:grpSpPr>
          <a:xfrm>
            <a:off x="-2718010" y="9274528"/>
            <a:ext cx="7950400" cy="1707231"/>
            <a:chOff x="0" y="-384762"/>
            <a:chExt cx="10600533" cy="2276307"/>
          </a:xfrm>
        </p:grpSpPr>
        <p:grpSp>
          <p:nvGrpSpPr>
            <p:cNvPr id="413" name="Google Shape;413;p28"/>
            <p:cNvGrpSpPr/>
            <p:nvPr/>
          </p:nvGrpSpPr>
          <p:grpSpPr>
            <a:xfrm>
              <a:off x="0" y="-384762"/>
              <a:ext cx="10600533" cy="2276307"/>
              <a:chOff x="0" y="-38100"/>
              <a:chExt cx="1049690" cy="225405"/>
            </a:xfrm>
          </p:grpSpPr>
          <p:sp>
            <p:nvSpPr>
              <p:cNvPr id="414" name="Google Shape;414;p2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15" name="Google Shape;415;p2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6" name="Google Shape;416;p2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7" name="Google Shape;417;p28"/>
          <p:cNvSpPr txBox="1"/>
          <p:nvPr/>
        </p:nvSpPr>
        <p:spPr>
          <a:xfrm>
            <a:off x="6592847" y="660250"/>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Clr>
                <a:srgbClr val="000000"/>
              </a:buClr>
              <a:buSzPts val="6000"/>
              <a:buFont typeface="Arial"/>
              <a:buNone/>
            </a:pPr>
            <a:r>
              <a:rPr b="1" i="0" lang="en-US" sz="6000" u="none" cap="none" strike="noStrike">
                <a:solidFill>
                  <a:srgbClr val="018345"/>
                </a:solidFill>
                <a:latin typeface="Montserrat"/>
                <a:ea typeface="Montserrat"/>
                <a:cs typeface="Montserrat"/>
                <a:sym typeface="Montserrat"/>
              </a:rPr>
              <a:t>Lưu ý khi làm bài</a:t>
            </a:r>
            <a:endParaRPr b="1" i="0" sz="6000" u="none" cap="none" strike="noStrike">
              <a:solidFill>
                <a:srgbClr val="018345"/>
              </a:solidFill>
              <a:latin typeface="Montserrat"/>
              <a:ea typeface="Montserrat"/>
              <a:cs typeface="Montserrat"/>
              <a:sym typeface="Montserrat"/>
            </a:endParaRPr>
          </a:p>
        </p:txBody>
      </p:sp>
      <p:sp>
        <p:nvSpPr>
          <p:cNvPr id="418" name="Google Shape;418;p28"/>
          <p:cNvSpPr/>
          <p:nvPr/>
        </p:nvSpPr>
        <p:spPr>
          <a:xfrm>
            <a:off x="8305800" y="2519409"/>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dk1"/>
                </a:solidFill>
                <a:latin typeface="Calibri"/>
                <a:ea typeface="Calibri"/>
                <a:cs typeface="Calibri"/>
                <a:sym typeface="Calibri"/>
              </a:rPr>
              <a:t>Đọc kĩ và đảm bảo hiểu rõ câu hỏi</a:t>
            </a:r>
            <a:endParaRPr b="0" i="0" sz="1400" u="none" cap="none" strike="noStrike">
              <a:solidFill>
                <a:srgbClr val="000000"/>
              </a:solidFill>
              <a:latin typeface="Arial"/>
              <a:ea typeface="Arial"/>
              <a:cs typeface="Arial"/>
              <a:sym typeface="Arial"/>
            </a:endParaRPr>
          </a:p>
        </p:txBody>
      </p:sp>
      <p:sp>
        <p:nvSpPr>
          <p:cNvPr id="419" name="Google Shape;419;p28"/>
          <p:cNvSpPr/>
          <p:nvPr/>
        </p:nvSpPr>
        <p:spPr>
          <a:xfrm>
            <a:off x="8328498" y="6370680"/>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dk1"/>
                </a:solidFill>
                <a:latin typeface="Calibri"/>
                <a:ea typeface="Calibri"/>
                <a:cs typeface="Calibri"/>
                <a:sym typeface="Calibri"/>
              </a:rPr>
              <a:t>Kiểm tra lại bài viết, sửa lỗi sai trước khi chuyển sang câu hỏi tiếp theo</a:t>
            </a:r>
            <a:endParaRPr b="0" i="0" sz="1400" u="none" cap="none" strike="noStrike">
              <a:solidFill>
                <a:srgbClr val="000000"/>
              </a:solidFill>
              <a:latin typeface="Arial"/>
              <a:ea typeface="Arial"/>
              <a:cs typeface="Arial"/>
              <a:sym typeface="Arial"/>
            </a:endParaRPr>
          </a:p>
        </p:txBody>
      </p:sp>
      <p:sp>
        <p:nvSpPr>
          <p:cNvPr id="420" name="Google Shape;420;p28"/>
          <p:cNvSpPr/>
          <p:nvPr/>
        </p:nvSpPr>
        <p:spPr>
          <a:xfrm>
            <a:off x="8305800" y="4408395"/>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dk1"/>
                </a:solidFill>
                <a:latin typeface="Calibri"/>
                <a:ea typeface="Calibri"/>
                <a:cs typeface="Calibri"/>
                <a:sym typeface="Calibri"/>
              </a:rPr>
              <a:t>Lên kế hoạch cho những gì bạn sẽ viết trước khi bắt đầu</a:t>
            </a:r>
            <a:endParaRPr b="0" i="0" sz="1400" u="none" cap="none" strike="noStrike">
              <a:solidFill>
                <a:srgbClr val="000000"/>
              </a:solidFill>
              <a:latin typeface="Arial"/>
              <a:ea typeface="Arial"/>
              <a:cs typeface="Arial"/>
              <a:sym typeface="Arial"/>
            </a:endParaRPr>
          </a:p>
        </p:txBody>
      </p:sp>
      <p:sp>
        <p:nvSpPr>
          <p:cNvPr id="421" name="Google Shape;421;p28"/>
          <p:cNvSpPr/>
          <p:nvPr/>
        </p:nvSpPr>
        <p:spPr>
          <a:xfrm>
            <a:off x="8391251" y="8248602"/>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dk1"/>
                </a:solidFill>
                <a:latin typeface="Calibri"/>
                <a:ea typeface="Calibri"/>
                <a:cs typeface="Calibri"/>
                <a:sym typeface="Calibri"/>
              </a:rPr>
              <a:t>Đảm bảo giới hạn từ.</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8"/>
                                        </p:tgtEl>
                                        <p:attrNameLst>
                                          <p:attrName>style.visibility</p:attrName>
                                        </p:attrNameLst>
                                      </p:cBhvr>
                                      <p:to>
                                        <p:strVal val="visible"/>
                                      </p:to>
                                    </p:set>
                                    <p:anim calcmode="lin" valueType="num">
                                      <p:cBhvr additive="base">
                                        <p:cTn dur="500"/>
                                        <p:tgtEl>
                                          <p:spTgt spid="41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20"/>
                                        </p:tgtEl>
                                        <p:attrNameLst>
                                          <p:attrName>style.visibility</p:attrName>
                                        </p:attrNameLst>
                                      </p:cBhvr>
                                      <p:to>
                                        <p:strVal val="visible"/>
                                      </p:to>
                                    </p:set>
                                    <p:anim calcmode="lin" valueType="num">
                                      <p:cBhvr additive="base">
                                        <p:cTn dur="500"/>
                                        <p:tgtEl>
                                          <p:spTgt spid="42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9"/>
                                        </p:tgtEl>
                                        <p:attrNameLst>
                                          <p:attrName>style.visibility</p:attrName>
                                        </p:attrNameLst>
                                      </p:cBhvr>
                                      <p:to>
                                        <p:strVal val="visible"/>
                                      </p:to>
                                    </p:set>
                                    <p:anim calcmode="lin" valueType="num">
                                      <p:cBhvr additive="base">
                                        <p:cTn dur="500"/>
                                        <p:tgtEl>
                                          <p:spTgt spid="4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21"/>
                                        </p:tgtEl>
                                        <p:attrNameLst>
                                          <p:attrName>style.visibility</p:attrName>
                                        </p:attrNameLst>
                                      </p:cBhvr>
                                      <p:to>
                                        <p:strVal val="visible"/>
                                      </p:to>
                                    </p:set>
                                    <p:anim calcmode="lin" valueType="num">
                                      <p:cBhvr additive="base">
                                        <p:cTn dur="500"/>
                                        <p:tgtEl>
                                          <p:spTgt spid="42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cxnSp>
        <p:nvCxnSpPr>
          <p:cNvPr id="427" name="Google Shape;427;p29"/>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428" name="Google Shape;428;p29"/>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29" name="Google Shape;429;p29"/>
          <p:cNvGrpSpPr/>
          <p:nvPr/>
        </p:nvGrpSpPr>
        <p:grpSpPr>
          <a:xfrm rot="10800000">
            <a:off x="15044552" y="-741521"/>
            <a:ext cx="7681766" cy="4260610"/>
            <a:chOff x="0" y="-38100"/>
            <a:chExt cx="406400" cy="225405"/>
          </a:xfrm>
        </p:grpSpPr>
        <p:sp>
          <p:nvSpPr>
            <p:cNvPr id="430" name="Google Shape;430;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31" name="Google Shape;431;p2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432" name="Google Shape;432;p29"/>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33" name="Google Shape;433;p29"/>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434" name="Google Shape;434;p29"/>
          <p:cNvGrpSpPr/>
          <p:nvPr/>
        </p:nvGrpSpPr>
        <p:grpSpPr>
          <a:xfrm rot="10800000">
            <a:off x="15828686" y="-13843"/>
            <a:ext cx="7681766" cy="4260610"/>
            <a:chOff x="0" y="-38100"/>
            <a:chExt cx="406400" cy="225405"/>
          </a:xfrm>
        </p:grpSpPr>
        <p:sp>
          <p:nvSpPr>
            <p:cNvPr id="435" name="Google Shape;435;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436" name="Google Shape;436;p2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7" name="Google Shape;437;p29"/>
          <p:cNvSpPr txBox="1"/>
          <p:nvPr/>
        </p:nvSpPr>
        <p:spPr>
          <a:xfrm>
            <a:off x="5696245" y="2603735"/>
            <a:ext cx="11565445" cy="5114861"/>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Clr>
                <a:srgbClr val="000000"/>
              </a:buClr>
              <a:buSzPts val="10003"/>
              <a:buFont typeface="Arial"/>
              <a:buNone/>
            </a:pPr>
            <a:r>
              <a:rPr b="1" i="0" lang="en-US" sz="10003" u="none" cap="none" strike="noStrike">
                <a:solidFill>
                  <a:srgbClr val="018345"/>
                </a:solidFill>
                <a:latin typeface="Roboto"/>
                <a:ea typeface="Roboto"/>
                <a:cs typeface="Roboto"/>
                <a:sym typeface="Roboto"/>
              </a:rPr>
              <a:t>Cảm ơn các bạn đã chú ý theo dõi!</a:t>
            </a:r>
            <a:endParaRPr b="0" i="0" sz="1400" u="none" cap="none" strike="noStrike">
              <a:solidFill>
                <a:srgbClr val="000000"/>
              </a:solidFill>
              <a:latin typeface="Arial"/>
              <a:ea typeface="Arial"/>
              <a:cs typeface="Arial"/>
              <a:sym typeface="Arial"/>
            </a:endParaRPr>
          </a:p>
          <a:p>
            <a:pPr indent="0" lvl="0" marL="0" marR="0" rtl="0" algn="ctr">
              <a:lnSpc>
                <a:spcPct val="134999"/>
              </a:lnSpc>
              <a:spcBef>
                <a:spcPts val="0"/>
              </a:spcBef>
              <a:spcAft>
                <a:spcPts val="0"/>
              </a:spcAft>
              <a:buClr>
                <a:srgbClr val="000000"/>
              </a:buClr>
              <a:buSzPts val="10003"/>
              <a:buFont typeface="Arial"/>
              <a:buNone/>
            </a:pPr>
            <a:r>
              <a:t/>
            </a:r>
            <a:endParaRPr b="1" i="0" sz="10003" u="none" cap="none" strike="noStrike">
              <a:solidFill>
                <a:srgbClr val="018345"/>
              </a:solidFill>
              <a:latin typeface="Roboto"/>
              <a:ea typeface="Roboto"/>
              <a:cs typeface="Roboto"/>
              <a:sym typeface="Roboto"/>
            </a:endParaRPr>
          </a:p>
        </p:txBody>
      </p:sp>
      <p:grpSp>
        <p:nvGrpSpPr>
          <p:cNvPr id="438" name="Google Shape;438;p29"/>
          <p:cNvGrpSpPr/>
          <p:nvPr/>
        </p:nvGrpSpPr>
        <p:grpSpPr>
          <a:xfrm>
            <a:off x="5693855" y="6543482"/>
            <a:ext cx="11567835" cy="1261722"/>
            <a:chOff x="5693855" y="7590172"/>
            <a:chExt cx="11567835" cy="1261722"/>
          </a:xfrm>
        </p:grpSpPr>
        <p:grpSp>
          <p:nvGrpSpPr>
            <p:cNvPr id="439" name="Google Shape;439;p29"/>
            <p:cNvGrpSpPr/>
            <p:nvPr/>
          </p:nvGrpSpPr>
          <p:grpSpPr>
            <a:xfrm>
              <a:off x="5693855" y="7590172"/>
              <a:ext cx="11567834" cy="1261722"/>
              <a:chOff x="0" y="-38100"/>
              <a:chExt cx="3046672" cy="332305"/>
            </a:xfrm>
          </p:grpSpPr>
          <p:sp>
            <p:nvSpPr>
              <p:cNvPr id="440" name="Google Shape;440;p29"/>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441" name="Google Shape;441;p29"/>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2" name="Google Shape;442;p29"/>
            <p:cNvSpPr txBox="1"/>
            <p:nvPr/>
          </p:nvSpPr>
          <p:spPr>
            <a:xfrm>
              <a:off x="5696245" y="7961575"/>
              <a:ext cx="11565445" cy="59690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499"/>
                <a:buFont typeface="Arial"/>
                <a:buNone/>
              </a:pPr>
              <a:r>
                <a:rPr b="0" i="0" lang="en-US" sz="3499" u="none" cap="none" strike="noStrike">
                  <a:solidFill>
                    <a:srgbClr val="FFFFFF"/>
                  </a:solidFill>
                  <a:latin typeface="Roboto"/>
                  <a:ea typeface="Roboto"/>
                  <a:cs typeface="Roboto"/>
                  <a:sym typeface="Roboto"/>
                </a:rPr>
                <a:t>Hẹn gặp lại các bạn ở những bài học tiếp theo</a:t>
              </a:r>
              <a:endParaRPr b="0" i="0" sz="3499" u="none" cap="none" strike="noStrike">
                <a:solidFill>
                  <a:srgbClr val="FFFFFF"/>
                </a:solidFill>
                <a:latin typeface="Roboto"/>
                <a:ea typeface="Roboto"/>
                <a:cs typeface="Roboto"/>
                <a:sym typeface="Roboto"/>
              </a:endParaRPr>
            </a:p>
          </p:txBody>
        </p:sp>
      </p:grpSp>
      <p:grpSp>
        <p:nvGrpSpPr>
          <p:cNvPr id="443" name="Google Shape;443;p29"/>
          <p:cNvGrpSpPr/>
          <p:nvPr/>
        </p:nvGrpSpPr>
        <p:grpSpPr>
          <a:xfrm>
            <a:off x="-2718010" y="9274528"/>
            <a:ext cx="7950400" cy="1707231"/>
            <a:chOff x="0" y="-384762"/>
            <a:chExt cx="10600533" cy="2276307"/>
          </a:xfrm>
        </p:grpSpPr>
        <p:grpSp>
          <p:nvGrpSpPr>
            <p:cNvPr id="444" name="Google Shape;444;p29"/>
            <p:cNvGrpSpPr/>
            <p:nvPr/>
          </p:nvGrpSpPr>
          <p:grpSpPr>
            <a:xfrm>
              <a:off x="0" y="-384762"/>
              <a:ext cx="10600533" cy="2276307"/>
              <a:chOff x="0" y="-38100"/>
              <a:chExt cx="1049690" cy="225405"/>
            </a:xfrm>
          </p:grpSpPr>
          <p:sp>
            <p:nvSpPr>
              <p:cNvPr id="445" name="Google Shape;445;p2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46" name="Google Shape;446;p2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7" name="Google Shape;447;p2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437"/>
                                        </p:tgtEl>
                                        <p:attrNameLst>
                                          <p:attrName>style.visibility</p:attrName>
                                        </p:attrNameLst>
                                      </p:cBhvr>
                                      <p:to>
                                        <p:strVal val="visible"/>
                                      </p:to>
                                    </p:set>
                                    <p:anim calcmode="lin" valueType="num">
                                      <p:cBhvr additive="base">
                                        <p:cTn dur="500"/>
                                        <p:tgtEl>
                                          <p:spTgt spid="437"/>
                                        </p:tgtEl>
                                        <p:attrNameLst>
                                          <p:attrName>ppt_w</p:attrName>
                                        </p:attrNameLst>
                                      </p:cBhvr>
                                      <p:tavLst>
                                        <p:tav fmla="" tm="0">
                                          <p:val>
                                            <p:strVal val="0"/>
                                          </p:val>
                                        </p:tav>
                                        <p:tav fmla="" tm="100000">
                                          <p:val>
                                            <p:strVal val="#ppt_w"/>
                                          </p:val>
                                        </p:tav>
                                      </p:tavLst>
                                    </p:anim>
                                    <p:anim calcmode="lin" valueType="num">
                                      <p:cBhvr additive="base">
                                        <p:cTn dur="500"/>
                                        <p:tgtEl>
                                          <p:spTgt spid="43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438"/>
                                        </p:tgtEl>
                                        <p:attrNameLst>
                                          <p:attrName>style.visibility</p:attrName>
                                        </p:attrNameLst>
                                      </p:cBhvr>
                                      <p:to>
                                        <p:strVal val="visible"/>
                                      </p:to>
                                    </p:set>
                                    <p:animEffect filter="fade" transition="in">
                                      <p:cBhvr>
                                        <p:cTn dur="500"/>
                                        <p:tgtEl>
                                          <p:spTgt spid="4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