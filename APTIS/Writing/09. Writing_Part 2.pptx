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embeddedFontLst>
    <p:embeddedFont>
      <p:font typeface="Roboto"/>
      <p:regular r:id="rId30"/>
      <p:bold r:id="rId31"/>
      <p:italic r:id="rId32"/>
      <p:boldItalic r:id="rId33"/>
    </p:embeddedFont>
    <p:embeddedFont>
      <p:font typeface="Playfair Display"/>
      <p:regular r:id="rId34"/>
      <p:bold r:id="rId35"/>
      <p:italic r:id="rId36"/>
      <p:boldItalic r:id="rId37"/>
    </p:embeddedFont>
    <p:embeddedFont>
      <p:font typeface="Montserra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5.xml"/><Relationship Id="rId41" Type="http://schemas.openxmlformats.org/officeDocument/2006/relationships/font" Target="fonts/Montserrat-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PlayfairDisplay-bold.fntdata"/><Relationship Id="rId12" Type="http://schemas.openxmlformats.org/officeDocument/2006/relationships/slide" Target="slides/slide7.xml"/><Relationship Id="rId34" Type="http://schemas.openxmlformats.org/officeDocument/2006/relationships/font" Target="fonts/PlayfairDisplay-regular.fntdata"/><Relationship Id="rId15" Type="http://schemas.openxmlformats.org/officeDocument/2006/relationships/slide" Target="slides/slide10.xml"/><Relationship Id="rId37" Type="http://schemas.openxmlformats.org/officeDocument/2006/relationships/font" Target="fonts/PlayfairDisplay-boldItalic.fntdata"/><Relationship Id="rId14" Type="http://schemas.openxmlformats.org/officeDocument/2006/relationships/slide" Target="slides/slide9.xml"/><Relationship Id="rId36" Type="http://schemas.openxmlformats.org/officeDocument/2006/relationships/font" Target="fonts/PlayfairDisplay-italic.fntdata"/><Relationship Id="rId17" Type="http://schemas.openxmlformats.org/officeDocument/2006/relationships/slide" Target="slides/slide12.xml"/><Relationship Id="rId39" Type="http://schemas.openxmlformats.org/officeDocument/2006/relationships/font" Target="fonts/Montserrat-bold.fntdata"/><Relationship Id="rId16" Type="http://schemas.openxmlformats.org/officeDocument/2006/relationships/slide" Target="slides/slide11.xml"/><Relationship Id="rId38" Type="http://schemas.openxmlformats.org/officeDocument/2006/relationships/font" Target="fonts/Montserra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lnSpc>
                <a:spcPct val="100000"/>
              </a:lnSpc>
              <a:spcBef>
                <a:spcPts val="0"/>
              </a:spcBef>
              <a:spcAft>
                <a:spcPts val="0"/>
              </a:spcAft>
              <a:buSzPts val="1400"/>
              <a:buFont typeface="Arial"/>
              <a:buChar char="•"/>
            </a:pPr>
            <a:r>
              <a:rPr lang="en-US"/>
              <a:t>Phần này một lần nữa là điền mẫu đơn – nhưng lần này bạn sẽ cần viết thành câu hoàn chỉnh. </a:t>
            </a:r>
            <a:endParaRPr/>
          </a:p>
          <a:p>
            <a:pPr indent="-171450" lvl="0" marL="171450" rtl="0" algn="l">
              <a:lnSpc>
                <a:spcPct val="100000"/>
              </a:lnSpc>
              <a:spcBef>
                <a:spcPts val="0"/>
              </a:spcBef>
              <a:spcAft>
                <a:spcPts val="0"/>
              </a:spcAft>
              <a:buSzPts val="1400"/>
              <a:buFont typeface="Arial"/>
              <a:buChar char="•"/>
            </a:pPr>
            <a:r>
              <a:rPr lang="en-US"/>
              <a:t>Bạn được yêu cầu viết từ 20 tới 30 từ.</a:t>
            </a:r>
            <a:endParaRPr/>
          </a:p>
          <a:p>
            <a:pPr indent="-171450" lvl="0" marL="171450" rtl="0" algn="l">
              <a:lnSpc>
                <a:spcPct val="100000"/>
              </a:lnSpc>
              <a:spcBef>
                <a:spcPts val="0"/>
              </a:spcBef>
              <a:spcAft>
                <a:spcPts val="0"/>
              </a:spcAft>
              <a:buSzPts val="1400"/>
              <a:buFont typeface="Arial"/>
              <a:buChar char="•"/>
            </a:pPr>
            <a:r>
              <a:rPr lang="en-US"/>
              <a:t>Thời gian dành cho phần này nên là bảy phút.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Để đạt được điểm tuyệt đối cho phần này, chúng mình cũng sẽ cần đọc và hiểu đúng câu hỏi.</a:t>
            </a:r>
            <a:endParaRPr/>
          </a:p>
          <a:p>
            <a:pPr indent="0" lvl="0" marL="0" rtl="0" algn="l">
              <a:lnSpc>
                <a:spcPct val="100000"/>
              </a:lnSpc>
              <a:spcBef>
                <a:spcPts val="0"/>
              </a:spcBef>
              <a:spcAft>
                <a:spcPts val="0"/>
              </a:spcAft>
              <a:buSzPts val="1400"/>
              <a:buNone/>
            </a:pPr>
            <a:r>
              <a:rPr lang="en-US"/>
              <a:t>Trả lời đúng trọng tâm yêu cầu của đề bài.</a:t>
            </a:r>
            <a:endParaRPr/>
          </a:p>
          <a:p>
            <a:pPr indent="0" lvl="0" marL="0" rtl="0" algn="l">
              <a:lnSpc>
                <a:spcPct val="100000"/>
              </a:lnSpc>
              <a:spcBef>
                <a:spcPts val="0"/>
              </a:spcBef>
              <a:spcAft>
                <a:spcPts val="0"/>
              </a:spcAft>
              <a:buSzPts val="1400"/>
              <a:buNone/>
            </a:pPr>
            <a:r>
              <a:rPr lang="en-US"/>
              <a:t>Viết đúng chính tả từ và đặc biệt là tránh các lỗi như viết tháng bằng số. Một trong những lỗi thường gặp khác là viết tất cả bằng chữ hoa, vậy nên hãy lưu ý là bạn phải sử dụng đúng các từ viết hoa.</a:t>
            </a:r>
            <a:endParaRPr/>
          </a:p>
          <a:p>
            <a:pPr indent="0" lvl="0" marL="0" rtl="0" algn="l">
              <a:lnSpc>
                <a:spcPct val="100000"/>
              </a:lnSpc>
              <a:spcBef>
                <a:spcPts val="0"/>
              </a:spcBef>
              <a:spcAft>
                <a:spcPts val="0"/>
              </a:spcAft>
              <a:buSzPts val="1400"/>
              <a:buNone/>
            </a:pPr>
            <a:r>
              <a:rPr lang="en-US"/>
              <a:t>Kiểm soát kỹ số từ trong giới hạn của đề bài. Một trong những lỗi thường gặp đó là viết nhiều hơn 30 từ.</a:t>
            </a:r>
            <a:endParaRPr/>
          </a:p>
          <a:p>
            <a:pPr indent="0" lvl="0" marL="0" rtl="0" algn="l">
              <a:lnSpc>
                <a:spcPct val="100000"/>
              </a:lnSpc>
              <a:spcBef>
                <a:spcPts val="0"/>
              </a:spcBef>
              <a:spcAft>
                <a:spcPts val="0"/>
              </a:spcAft>
              <a:buSzPts val="1400"/>
              <a:buNone/>
            </a:pPr>
            <a:r>
              <a:rPr lang="en-US"/>
              <a:t>Cuối cùng, hãy đảm bảo bạn viết đúng ngữ pháp, lỗi ngữ pháp trong câu sẽ khiến bạn bị trừ điểm. </a:t>
            </a:r>
            <a:endParaRPr/>
          </a:p>
          <a:p>
            <a:pPr indent="0" lvl="0" marL="0" rtl="0" algn="l">
              <a:lnSpc>
                <a:spcPct val="100000"/>
              </a:lnSpc>
              <a:spcBef>
                <a:spcPts val="0"/>
              </a:spcBef>
              <a:spcAft>
                <a:spcPts val="0"/>
              </a:spcAft>
              <a:buSzPts val="1400"/>
              <a:buNone/>
            </a:pPr>
            <a:r>
              <a:t/>
            </a:r>
            <a:endParaRPr/>
          </a:p>
        </p:txBody>
      </p:sp>
      <p:sp>
        <p:nvSpPr>
          <p:cNvPr id="211" name="Google Shape;2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04" name="Google Shape;3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30" name="Google Shape;3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51" name="Google Shape;3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77" name="Google Shape;37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01" name="Google Shape;40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19" name="Google Shape;41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40" name="Google Shape;44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66" name="Google Shape;46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92" name="Google Shape;49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10" name="Google Shape;51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30" name="Google Shape;53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56" name="Google Shape;55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80" name="Google Shape;58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7" name="Google Shape;59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7" name="Google Shape;61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795235"/>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10416"/>
              <a:buFont typeface="Arial"/>
              <a:buNone/>
            </a:pPr>
            <a:r>
              <a:rPr b="0" i="0" lang="en-US" sz="10416" u="none" cap="none" strike="noStrike">
                <a:solidFill>
                  <a:srgbClr val="FFFFFF"/>
                </a:solidFill>
                <a:latin typeface="Calibri"/>
                <a:ea typeface="Calibri"/>
                <a:cs typeface="Calibri"/>
                <a:sym typeface="Calibri"/>
              </a:rPr>
              <a:t>APTIS GENERAL</a:t>
            </a:r>
            <a:endParaRPr b="0" i="0" sz="1400" u="none" cap="none" strike="noStrike">
              <a:solidFill>
                <a:srgbClr val="000000"/>
              </a:solidFill>
              <a:latin typeface="Calibri"/>
              <a:ea typeface="Calibri"/>
              <a:cs typeface="Calibri"/>
              <a:sym typeface="Calibri"/>
            </a:endParaRPr>
          </a:p>
        </p:txBody>
      </p:sp>
      <p:grpSp>
        <p:nvGrpSpPr>
          <p:cNvPr id="89" name="Google Shape;89;p13"/>
          <p:cNvGrpSpPr/>
          <p:nvPr/>
        </p:nvGrpSpPr>
        <p:grpSpPr>
          <a:xfrm>
            <a:off x="7338936" y="4396612"/>
            <a:ext cx="8593708" cy="2361123"/>
            <a:chOff x="0" y="-192881"/>
            <a:chExt cx="11458277" cy="3148163"/>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10" cy="2863347"/>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Clr>
                  <a:srgbClr val="000000"/>
                </a:buClr>
                <a:buSzPts val="12460"/>
                <a:buFont typeface="Arial"/>
                <a:buNone/>
              </a:pPr>
              <a:r>
                <a:rPr b="0" i="0" lang="en-US" sz="12460" u="none" cap="none" strike="noStrike">
                  <a:solidFill>
                    <a:srgbClr val="018345"/>
                  </a:solidFill>
                  <a:latin typeface="Calibri"/>
                  <a:ea typeface="Calibri"/>
                  <a:cs typeface="Calibri"/>
                  <a:sym typeface="Calibri"/>
                </a:rPr>
                <a:t>WRITING</a:t>
              </a:r>
              <a:endParaRPr b="0" i="0" sz="1400" u="none" cap="none" strike="noStrike">
                <a:solidFill>
                  <a:srgbClr val="000000"/>
                </a:solidFill>
                <a:latin typeface="Calibri"/>
                <a:ea typeface="Calibri"/>
                <a:cs typeface="Calibri"/>
                <a:sym typeface="Calibri"/>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769074"/>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Clr>
                <a:srgbClr val="000000"/>
              </a:buClr>
              <a:buSzPts val="10264"/>
              <a:buFont typeface="Arial"/>
              <a:buNone/>
            </a:pPr>
            <a:r>
              <a:rPr b="0" i="0" lang="en-US" sz="10264" u="none" cap="none" strike="noStrike">
                <a:solidFill>
                  <a:srgbClr val="018345"/>
                </a:solidFill>
                <a:latin typeface="Calibri"/>
                <a:ea typeface="Calibri"/>
                <a:cs typeface="Calibri"/>
                <a:sym typeface="Calibri"/>
              </a:rPr>
              <a:t>Table of contents</a:t>
            </a:r>
            <a:endParaRPr b="0" i="0" sz="1400" u="none" cap="none" strike="noStrike">
              <a:solidFill>
                <a:srgbClr val="000000"/>
              </a:solidFill>
              <a:latin typeface="Calibri"/>
              <a:ea typeface="Calibri"/>
              <a:cs typeface="Calibri"/>
              <a:sym typeface="Calibri"/>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15" y="2552700"/>
            <a:ext cx="10092845" cy="1384799"/>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 name="Google Shape;110;p14"/>
            <p:cNvSpPr txBox="1"/>
            <p:nvPr/>
          </p:nvSpPr>
          <p:spPr>
            <a:xfrm>
              <a:off x="7917301" y="6581020"/>
              <a:ext cx="8651214" cy="764836"/>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Bài viết APTIS part 2</a:t>
              </a:r>
              <a:endParaRPr b="0" i="0" sz="1400" u="none" cap="none" strike="noStrike">
                <a:solidFill>
                  <a:srgbClr val="000000"/>
                </a:solidFill>
                <a:latin typeface="Calibri"/>
                <a:ea typeface="Calibri"/>
                <a:cs typeface="Calibri"/>
                <a:sym typeface="Calibri"/>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201" y="3813781"/>
            <a:ext cx="10121389" cy="1634522"/>
            <a:chOff x="6934200" y="6685952"/>
            <a:chExt cx="9882630" cy="1521685"/>
          </a:xfrm>
        </p:grpSpPr>
        <p:grpSp>
          <p:nvGrpSpPr>
            <p:cNvPr id="120" name="Google Shape;120;p14"/>
            <p:cNvGrpSpPr/>
            <p:nvPr/>
          </p:nvGrpSpPr>
          <p:grpSpPr>
            <a:xfrm>
              <a:off x="6934200" y="6685952"/>
              <a:ext cx="9882630" cy="1521685"/>
              <a:chOff x="6487861" y="7547366"/>
              <a:chExt cx="10571780" cy="169243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23" name="Google Shape;123;p14"/>
              <p:cNvSpPr txBox="1"/>
              <p:nvPr/>
            </p:nvSpPr>
            <p:spPr>
              <a:xfrm>
                <a:off x="7983586" y="7547366"/>
                <a:ext cx="7896000" cy="1550053"/>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Clr>
                    <a:srgbClr val="000000"/>
                  </a:buClr>
                  <a:buSzPts val="3200"/>
                  <a:buFont typeface="Arial"/>
                  <a:buNone/>
                </a:pPr>
                <a:r>
                  <a:rPr b="1" i="0" lang="en-US" sz="3200" u="none" cap="none" strike="noStrike">
                    <a:solidFill>
                      <a:schemeClr val="lt1"/>
                    </a:solidFill>
                    <a:latin typeface="Montserrat"/>
                    <a:ea typeface="Montserrat"/>
                    <a:cs typeface="Montserrat"/>
                    <a:sym typeface="Montserrat"/>
                  </a:rPr>
                  <a:t>Những lưu ý khi làm bài</a:t>
                </a:r>
                <a:endParaRPr b="1" i="0" sz="3200" u="none" cap="none" strike="noStrike">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074" y="5727211"/>
            <a:ext cx="10149936" cy="1245089"/>
            <a:chOff x="6962073" y="8572500"/>
            <a:chExt cx="9910504"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28" name="Google Shape;128;p14"/>
            <p:cNvSpPr txBox="1"/>
            <p:nvPr/>
          </p:nvSpPr>
          <p:spPr>
            <a:xfrm>
              <a:off x="8403048" y="8840948"/>
              <a:ext cx="8469529" cy="5241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Đề mẫu</a:t>
              </a:r>
              <a:endParaRPr b="1" i="0" sz="3200" u="none" cap="none" strike="noStrike">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410" y="7175011"/>
            <a:ext cx="10121390" cy="1245089"/>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34" name="Google Shape;134;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Hướng dẫn trả lời</a:t>
                </a:r>
                <a:endParaRPr b="1" i="0" sz="3200" u="none" cap="none" strike="noStrike">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400" y="8669916"/>
            <a:ext cx="10121390" cy="1245089"/>
            <a:chOff x="6947410" y="8856876"/>
            <a:chExt cx="9366600" cy="1016489"/>
          </a:xfrm>
        </p:grpSpPr>
        <p:grpSp>
          <p:nvGrpSpPr>
            <p:cNvPr id="137" name="Google Shape;137;p14"/>
            <p:cNvGrpSpPr/>
            <p:nvPr/>
          </p:nvGrpSpPr>
          <p:grpSpPr>
            <a:xfrm>
              <a:off x="6947410" y="8856876"/>
              <a:ext cx="9366600" cy="1016489"/>
              <a:chOff x="6962073" y="8572500"/>
              <a:chExt cx="9882631" cy="1159136"/>
            </a:xfrm>
          </p:grpSpPr>
          <p:sp>
            <p:nvSpPr>
              <p:cNvPr id="138" name="Google Shape;138;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39" name="Google Shape;139;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40" name="Google Shape;140;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Luyện tập</a:t>
                </a:r>
                <a:endParaRPr b="1" i="0" sz="3200" u="none" cap="none" strike="noStrike">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753" cy="3006336"/>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Clr>
                <a:srgbClr val="000000"/>
              </a:buClr>
              <a:buSzPts val="8800"/>
              <a:buFont typeface="Arial"/>
              <a:buNone/>
            </a:pPr>
            <a:r>
              <a:rPr b="1" i="0" lang="en-US" sz="8800" u="none" cap="none" strike="noStrike">
                <a:solidFill>
                  <a:srgbClr val="018345"/>
                </a:solidFill>
                <a:latin typeface="Montserrat"/>
                <a:ea typeface="Montserrat"/>
                <a:cs typeface="Montserrat"/>
                <a:sym typeface="Montserrat"/>
              </a:rPr>
              <a:t>Bài viết APTIS part 2</a:t>
            </a:r>
            <a:endParaRPr b="0" i="0" sz="1400" u="none" cap="none" strike="noStrike">
              <a:solidFill>
                <a:srgbClr val="000000"/>
              </a:solidFill>
              <a:latin typeface="Calibri"/>
              <a:ea typeface="Calibri"/>
              <a:cs typeface="Calibri"/>
              <a:sym typeface="Calibri"/>
            </a:endParaRPr>
          </a:p>
        </p:txBody>
      </p:sp>
      <p:sp>
        <p:nvSpPr>
          <p:cNvPr id="155" name="Google Shape;155;p15"/>
          <p:cNvSpPr txBox="1"/>
          <p:nvPr/>
        </p:nvSpPr>
        <p:spPr>
          <a:xfrm>
            <a:off x="10210111" y="339710"/>
            <a:ext cx="214672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01</a:t>
            </a:r>
            <a:endParaRPr b="0" i="0" sz="1400" u="none" cap="none" strike="noStrike">
              <a:solidFill>
                <a:srgbClr val="000000"/>
              </a:solidFill>
              <a:latin typeface="Calibri"/>
              <a:ea typeface="Calibri"/>
              <a:cs typeface="Calibri"/>
              <a:sym typeface="Calibri"/>
            </a:endParaRPr>
          </a:p>
        </p:txBody>
      </p:sp>
      <p:sp>
        <p:nvSpPr>
          <p:cNvPr id="156" name="Google Shape;156;p15"/>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168" name="Google Shape;168;p16"/>
          <p:cNvGrpSpPr/>
          <p:nvPr/>
        </p:nvGrpSpPr>
        <p:grpSpPr>
          <a:xfrm rot="10800000">
            <a:off x="15785091" y="-536942"/>
            <a:ext cx="7681766" cy="4260610"/>
            <a:chOff x="0" y="-38100"/>
            <a:chExt cx="406400" cy="225405"/>
          </a:xfrm>
        </p:grpSpPr>
        <p:sp>
          <p:nvSpPr>
            <p:cNvPr id="169" name="Google Shape;169;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0" name="Google Shape;170;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1" name="Google Shape;171;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2" name="Google Shape;172;p16"/>
          <p:cNvGrpSpPr/>
          <p:nvPr/>
        </p:nvGrpSpPr>
        <p:grpSpPr>
          <a:xfrm>
            <a:off x="-2718010" y="9274528"/>
            <a:ext cx="7950400" cy="1707231"/>
            <a:chOff x="0" y="-384762"/>
            <a:chExt cx="10600533" cy="2276307"/>
          </a:xfrm>
        </p:grpSpPr>
        <p:grpSp>
          <p:nvGrpSpPr>
            <p:cNvPr id="173" name="Google Shape;173;p16"/>
            <p:cNvGrpSpPr/>
            <p:nvPr/>
          </p:nvGrpSpPr>
          <p:grpSpPr>
            <a:xfrm>
              <a:off x="0" y="-384762"/>
              <a:ext cx="10600533" cy="2276307"/>
              <a:chOff x="0" y="-38100"/>
              <a:chExt cx="1049690" cy="225405"/>
            </a:xfrm>
          </p:grpSpPr>
          <p:sp>
            <p:nvSpPr>
              <p:cNvPr id="174" name="Google Shape;174;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5" name="Google Shape;175;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16"/>
          <p:cNvSpPr txBox="1"/>
          <p:nvPr/>
        </p:nvSpPr>
        <p:spPr>
          <a:xfrm>
            <a:off x="6293296" y="622074"/>
            <a:ext cx="11880998" cy="819904"/>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i="0" lang="en-US" sz="4800" u="none" cap="none" strike="noStrike">
                <a:solidFill>
                  <a:srgbClr val="018345"/>
                </a:solidFill>
                <a:latin typeface="Montserrat"/>
                <a:ea typeface="Montserrat"/>
                <a:cs typeface="Montserrat"/>
                <a:sym typeface="Montserrat"/>
              </a:rPr>
              <a:t>Bài viết APTIS part 2</a:t>
            </a:r>
            <a:endParaRPr b="0" i="0" sz="4800" u="none" cap="none" strike="noStrike">
              <a:solidFill>
                <a:srgbClr val="000000"/>
              </a:solidFill>
              <a:latin typeface="Calibri"/>
              <a:ea typeface="Calibri"/>
              <a:cs typeface="Calibri"/>
              <a:sym typeface="Calibri"/>
            </a:endParaRPr>
          </a:p>
        </p:txBody>
      </p:sp>
      <p:grpSp>
        <p:nvGrpSpPr>
          <p:cNvPr id="178" name="Google Shape;178;p16"/>
          <p:cNvGrpSpPr/>
          <p:nvPr/>
        </p:nvGrpSpPr>
        <p:grpSpPr>
          <a:xfrm>
            <a:off x="7007666" y="2894022"/>
            <a:ext cx="9756334" cy="1699733"/>
            <a:chOff x="7007666" y="2894022"/>
            <a:chExt cx="9756334" cy="1699733"/>
          </a:xfrm>
        </p:grpSpPr>
        <p:sp>
          <p:nvSpPr>
            <p:cNvPr id="179" name="Google Shape;179;p16"/>
            <p:cNvSpPr/>
            <p:nvPr/>
          </p:nvSpPr>
          <p:spPr>
            <a:xfrm>
              <a:off x="9677764" y="2894022"/>
              <a:ext cx="7086236" cy="1699733"/>
            </a:xfrm>
            <a:prstGeom prst="roundRect">
              <a:avLst>
                <a:gd fmla="val 16667" name="adj"/>
              </a:avLst>
            </a:prstGeom>
            <a:solidFill>
              <a:srgbClr val="4CB487"/>
            </a:solidFill>
            <a:ln cap="flat" cmpd="sng" w="25400">
              <a:solidFill>
                <a:srgbClr val="00BF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Playfair Display"/>
                  <a:ea typeface="Playfair Display"/>
                  <a:cs typeface="Playfair Display"/>
                  <a:sym typeface="Playfair Display"/>
                </a:rPr>
                <a:t>Điền mẫu đơn sử dụng câu hoàn chỉnh</a:t>
              </a:r>
              <a:endParaRPr b="1" i="0" sz="3600" u="none" cap="none" strike="noStrike">
                <a:solidFill>
                  <a:schemeClr val="lt1"/>
                </a:solidFill>
                <a:latin typeface="Playfair Display"/>
                <a:ea typeface="Playfair Display"/>
                <a:cs typeface="Playfair Display"/>
                <a:sym typeface="Playfair Display"/>
              </a:endParaRPr>
            </a:p>
          </p:txBody>
        </p:sp>
        <p:pic>
          <p:nvPicPr>
            <p:cNvPr descr="List with solid fill" id="180" name="Google Shape;180;p16"/>
            <p:cNvPicPr preferRelativeResize="0"/>
            <p:nvPr/>
          </p:nvPicPr>
          <p:blipFill rotWithShape="1">
            <a:blip r:embed="rId4">
              <a:alphaModFix/>
            </a:blip>
            <a:srcRect b="0" l="0" r="0" t="0"/>
            <a:stretch/>
          </p:blipFill>
          <p:spPr>
            <a:xfrm>
              <a:off x="7007666" y="2894022"/>
              <a:ext cx="1611038" cy="1611038"/>
            </a:xfrm>
            <a:prstGeom prst="rect">
              <a:avLst/>
            </a:prstGeom>
            <a:noFill/>
            <a:ln>
              <a:noFill/>
            </a:ln>
          </p:spPr>
        </p:pic>
      </p:grpSp>
      <p:grpSp>
        <p:nvGrpSpPr>
          <p:cNvPr id="181" name="Google Shape;181;p16"/>
          <p:cNvGrpSpPr/>
          <p:nvPr/>
        </p:nvGrpSpPr>
        <p:grpSpPr>
          <a:xfrm>
            <a:off x="7337971" y="7562692"/>
            <a:ext cx="12905107" cy="1946156"/>
            <a:chOff x="7337971" y="7562692"/>
            <a:chExt cx="12905107" cy="1946156"/>
          </a:xfrm>
        </p:grpSpPr>
        <p:cxnSp>
          <p:nvCxnSpPr>
            <p:cNvPr id="182" name="Google Shape;182;p16"/>
            <p:cNvCxnSpPr/>
            <p:nvPr/>
          </p:nvCxnSpPr>
          <p:spPr>
            <a:xfrm>
              <a:off x="14939558" y="9274528"/>
              <a:ext cx="5303520" cy="0"/>
            </a:xfrm>
            <a:prstGeom prst="straightConnector1">
              <a:avLst/>
            </a:prstGeom>
            <a:noFill/>
            <a:ln cap="flat" cmpd="sng" w="38100">
              <a:solidFill>
                <a:srgbClr val="FFFFFF"/>
              </a:solidFill>
              <a:prstDash val="solid"/>
              <a:round/>
              <a:headEnd len="sm" w="sm" type="none"/>
              <a:tailEnd len="sm" w="sm" type="none"/>
            </a:ln>
          </p:spPr>
        </p:cxnSp>
        <p:pic>
          <p:nvPicPr>
            <p:cNvPr descr="Clock with solid fill" id="183" name="Google Shape;183;p16"/>
            <p:cNvPicPr preferRelativeResize="0"/>
            <p:nvPr/>
          </p:nvPicPr>
          <p:blipFill rotWithShape="1">
            <a:blip r:embed="rId5">
              <a:alphaModFix/>
            </a:blip>
            <a:srcRect b="0" l="0" r="0" t="0"/>
            <a:stretch/>
          </p:blipFill>
          <p:spPr>
            <a:xfrm>
              <a:off x="7337971" y="7844982"/>
              <a:ext cx="1663866" cy="1663866"/>
            </a:xfrm>
            <a:prstGeom prst="rect">
              <a:avLst/>
            </a:prstGeom>
            <a:noFill/>
            <a:ln>
              <a:noFill/>
            </a:ln>
          </p:spPr>
        </p:pic>
        <p:sp>
          <p:nvSpPr>
            <p:cNvPr id="184" name="Google Shape;184;p16"/>
            <p:cNvSpPr/>
            <p:nvPr/>
          </p:nvSpPr>
          <p:spPr>
            <a:xfrm>
              <a:off x="9673125" y="7562692"/>
              <a:ext cx="7090875" cy="1771808"/>
            </a:xfrm>
            <a:prstGeom prst="roundRect">
              <a:avLst>
                <a:gd fmla="val 16667" name="adj"/>
              </a:avLst>
            </a:prstGeom>
            <a:solidFill>
              <a:srgbClr val="41774D"/>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Playfair Display"/>
                  <a:ea typeface="Playfair Display"/>
                  <a:cs typeface="Playfair Display"/>
                  <a:sym typeface="Playfair Display"/>
                </a:rPr>
                <a:t>Dành không quá 7 phút</a:t>
              </a:r>
              <a:endParaRPr b="1" i="0" sz="3600" u="none" cap="none" strike="noStrike">
                <a:solidFill>
                  <a:schemeClr val="lt1"/>
                </a:solidFill>
                <a:latin typeface="Playfair Display"/>
                <a:ea typeface="Playfair Display"/>
                <a:cs typeface="Playfair Display"/>
                <a:sym typeface="Playfair Display"/>
              </a:endParaRPr>
            </a:p>
          </p:txBody>
        </p:sp>
      </p:grpSp>
      <p:grpSp>
        <p:nvGrpSpPr>
          <p:cNvPr id="185" name="Google Shape;185;p16"/>
          <p:cNvGrpSpPr/>
          <p:nvPr/>
        </p:nvGrpSpPr>
        <p:grpSpPr>
          <a:xfrm>
            <a:off x="7337971" y="5237421"/>
            <a:ext cx="9426029" cy="1663867"/>
            <a:chOff x="7337971" y="5237421"/>
            <a:chExt cx="9426029" cy="1663867"/>
          </a:xfrm>
        </p:grpSpPr>
        <p:sp>
          <p:nvSpPr>
            <p:cNvPr id="186" name="Google Shape;186;p16"/>
            <p:cNvSpPr/>
            <p:nvPr/>
          </p:nvSpPr>
          <p:spPr>
            <a:xfrm>
              <a:off x="9673125" y="5237421"/>
              <a:ext cx="7090875" cy="1663867"/>
            </a:xfrm>
            <a:prstGeom prst="roundRect">
              <a:avLst>
                <a:gd fmla="val 16667" name="adj"/>
              </a:avLst>
            </a:prstGeom>
            <a:solidFill>
              <a:srgbClr val="02D06E"/>
            </a:solidFill>
            <a:ln cap="flat" cmpd="sng" w="25400">
              <a:solidFill>
                <a:srgbClr val="00BF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Playfair Display"/>
                  <a:ea typeface="Playfair Display"/>
                  <a:cs typeface="Playfair Display"/>
                  <a:sym typeface="Playfair Display"/>
                </a:rPr>
                <a:t>Viết 20 – 30 từ</a:t>
              </a:r>
              <a:endParaRPr b="1" i="0" sz="3600" u="none" cap="none" strike="noStrike">
                <a:solidFill>
                  <a:schemeClr val="lt1"/>
                </a:solidFill>
                <a:latin typeface="Playfair Display"/>
                <a:ea typeface="Playfair Display"/>
                <a:cs typeface="Playfair Display"/>
                <a:sym typeface="Playfair Display"/>
              </a:endParaRPr>
            </a:p>
          </p:txBody>
        </p:sp>
        <p:pic>
          <p:nvPicPr>
            <p:cNvPr descr="Pencil with solid fill" id="187" name="Google Shape;187;p16"/>
            <p:cNvPicPr preferRelativeResize="0"/>
            <p:nvPr/>
          </p:nvPicPr>
          <p:blipFill rotWithShape="1">
            <a:blip r:embed="rId6">
              <a:alphaModFix/>
            </a:blip>
            <a:srcRect b="0" l="0" r="0" t="0"/>
            <a:stretch/>
          </p:blipFill>
          <p:spPr>
            <a:xfrm>
              <a:off x="7337971" y="5347592"/>
              <a:ext cx="1443524" cy="144352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cxnSp>
        <p:nvCxnSpPr>
          <p:cNvPr id="192" name="Google Shape;192;p17"/>
          <p:cNvCxnSpPr/>
          <p:nvPr/>
        </p:nvCxnSpPr>
        <p:spPr>
          <a:xfrm>
            <a:off x="6807199" y="2573852"/>
            <a:ext cx="9982201" cy="0"/>
          </a:xfrm>
          <a:prstGeom prst="straightConnector1">
            <a:avLst/>
          </a:prstGeom>
          <a:noFill/>
          <a:ln cap="flat" cmpd="sng" w="38100">
            <a:solidFill>
              <a:srgbClr val="018345"/>
            </a:solidFill>
            <a:prstDash val="solid"/>
            <a:round/>
            <a:headEnd len="sm" w="sm" type="none"/>
            <a:tailEnd len="sm" w="sm" type="none"/>
          </a:ln>
        </p:spPr>
      </p:cxnSp>
      <p:cxnSp>
        <p:nvCxnSpPr>
          <p:cNvPr id="193" name="Google Shape;193;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94" name="Google Shape;194;p17"/>
          <p:cNvGrpSpPr/>
          <p:nvPr/>
        </p:nvGrpSpPr>
        <p:grpSpPr>
          <a:xfrm rot="10800000">
            <a:off x="15044552" y="-741521"/>
            <a:ext cx="7681766" cy="4260610"/>
            <a:chOff x="0" y="-38100"/>
            <a:chExt cx="406400" cy="225405"/>
          </a:xfrm>
        </p:grpSpPr>
        <p:sp>
          <p:nvSpPr>
            <p:cNvPr id="195" name="Google Shape;195;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96" name="Google Shape;196;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97" name="Google Shape;197;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98" name="Google Shape;198;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99" name="Google Shape;199;p17"/>
          <p:cNvSpPr txBox="1"/>
          <p:nvPr/>
        </p:nvSpPr>
        <p:spPr>
          <a:xfrm>
            <a:off x="6040887" y="2637624"/>
            <a:ext cx="11760209" cy="1493037"/>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Clr>
                <a:srgbClr val="000000"/>
              </a:buClr>
              <a:buSzPts val="6600"/>
              <a:buFont typeface="Arial"/>
              <a:buNone/>
            </a:pPr>
            <a:r>
              <a:rPr b="1" i="0" lang="en-US" sz="6600" u="none" cap="none" strike="noStrike">
                <a:solidFill>
                  <a:srgbClr val="018345"/>
                </a:solidFill>
                <a:latin typeface="Montserrat"/>
                <a:ea typeface="Montserrat"/>
                <a:cs typeface="Montserrat"/>
                <a:sym typeface="Montserrat"/>
              </a:rPr>
              <a:t>Những lưu ý khi làm bài</a:t>
            </a:r>
            <a:endParaRPr b="0" i="0" sz="1400" u="none" cap="none" strike="noStrike">
              <a:solidFill>
                <a:srgbClr val="000000"/>
              </a:solidFill>
              <a:latin typeface="Calibri"/>
              <a:ea typeface="Calibri"/>
              <a:cs typeface="Calibri"/>
              <a:sym typeface="Calibri"/>
            </a:endParaRPr>
          </a:p>
        </p:txBody>
      </p:sp>
      <p:sp>
        <p:nvSpPr>
          <p:cNvPr id="200" name="Google Shape;200;p17"/>
          <p:cNvSpPr txBox="1"/>
          <p:nvPr/>
        </p:nvSpPr>
        <p:spPr>
          <a:xfrm>
            <a:off x="10312399" y="339710"/>
            <a:ext cx="2755633"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02</a:t>
            </a:r>
            <a:endParaRPr b="0" i="0" sz="1400" u="none" cap="none" strike="noStrike">
              <a:solidFill>
                <a:srgbClr val="000000"/>
              </a:solidFill>
              <a:latin typeface="Calibri"/>
              <a:ea typeface="Calibri"/>
              <a:cs typeface="Calibri"/>
              <a:sym typeface="Calibri"/>
            </a:endParaRPr>
          </a:p>
        </p:txBody>
      </p:sp>
      <p:sp>
        <p:nvSpPr>
          <p:cNvPr id="201" name="Google Shape;201;p17"/>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202" name="Google Shape;202;p17"/>
          <p:cNvGrpSpPr/>
          <p:nvPr/>
        </p:nvGrpSpPr>
        <p:grpSpPr>
          <a:xfrm>
            <a:off x="-2718010" y="9274528"/>
            <a:ext cx="7950400" cy="1707231"/>
            <a:chOff x="0" y="-384762"/>
            <a:chExt cx="10600533" cy="2276307"/>
          </a:xfrm>
        </p:grpSpPr>
        <p:grpSp>
          <p:nvGrpSpPr>
            <p:cNvPr id="203" name="Google Shape;203;p17"/>
            <p:cNvGrpSpPr/>
            <p:nvPr/>
          </p:nvGrpSpPr>
          <p:grpSpPr>
            <a:xfrm>
              <a:off x="0" y="-384762"/>
              <a:ext cx="10600533" cy="2276307"/>
              <a:chOff x="0" y="-38100"/>
              <a:chExt cx="1049690" cy="225405"/>
            </a:xfrm>
          </p:grpSpPr>
          <p:sp>
            <p:nvSpPr>
              <p:cNvPr id="204" name="Google Shape;204;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05" name="Google Shape;205;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6" name="Google Shape;206;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Stressed Out Woman Cartoon Images – Browse 1,008 Stock Photos, Vectors, and  Video | Adobe Stock" id="207" name="Google Shape;207;p17"/>
          <p:cNvPicPr preferRelativeResize="0"/>
          <p:nvPr/>
        </p:nvPicPr>
        <p:blipFill rotWithShape="1">
          <a:blip r:embed="rId5">
            <a:alphaModFix/>
          </a:blip>
          <a:srcRect b="0" l="0" r="0" t="0"/>
          <a:stretch/>
        </p:blipFill>
        <p:spPr>
          <a:xfrm>
            <a:off x="8316584" y="4536263"/>
            <a:ext cx="7208814" cy="43537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00"/>
                                        </p:tgtEl>
                                        <p:attrNameLst>
                                          <p:attrName>style.visibility</p:attrName>
                                        </p:attrNameLst>
                                      </p:cBhvr>
                                      <p:to>
                                        <p:strVal val="visible"/>
                                      </p:to>
                                    </p:set>
                                    <p:anim calcmode="lin" valueType="num">
                                      <p:cBhvr additive="base">
                                        <p:cTn dur="500"/>
                                        <p:tgtEl>
                                          <p:spTgt spid="200"/>
                                        </p:tgtEl>
                                        <p:attrNameLst>
                                          <p:attrName>ppt_w</p:attrName>
                                        </p:attrNameLst>
                                      </p:cBhvr>
                                      <p:tavLst>
                                        <p:tav fmla="" tm="0">
                                          <p:val>
                                            <p:strVal val="0"/>
                                          </p:val>
                                        </p:tav>
                                        <p:tav fmla="" tm="100000">
                                          <p:val>
                                            <p:strVal val="#ppt_w"/>
                                          </p:val>
                                        </p:tav>
                                      </p:tavLst>
                                    </p:anim>
                                    <p:anim calcmode="lin" valueType="num">
                                      <p:cBhvr additive="base">
                                        <p:cTn dur="500"/>
                                        <p:tgtEl>
                                          <p:spTgt spid="2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cxnSp>
        <p:nvCxnSpPr>
          <p:cNvPr id="213" name="Google Shape;213;p18"/>
          <p:cNvCxnSpPr/>
          <p:nvPr/>
        </p:nvCxnSpPr>
        <p:spPr>
          <a:xfrm flipH="1" rot="10800000">
            <a:off x="7315293"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14" name="Google Shape;214;p18"/>
          <p:cNvGrpSpPr/>
          <p:nvPr/>
        </p:nvGrpSpPr>
        <p:grpSpPr>
          <a:xfrm rot="10800000">
            <a:off x="15785091" y="-536942"/>
            <a:ext cx="7681766" cy="4260610"/>
            <a:chOff x="0" y="-38100"/>
            <a:chExt cx="406400" cy="225405"/>
          </a:xfrm>
        </p:grpSpPr>
        <p:sp>
          <p:nvSpPr>
            <p:cNvPr id="215" name="Google Shape;215;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6" name="Google Shape;216;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18" name="Google Shape;218;p18"/>
          <p:cNvSpPr txBox="1"/>
          <p:nvPr/>
        </p:nvSpPr>
        <p:spPr>
          <a:xfrm>
            <a:off x="6677933" y="401132"/>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Lưu ý khi làm bài</a:t>
            </a:r>
            <a:endParaRPr b="0" i="0" sz="1400" u="none" cap="none" strike="noStrike">
              <a:solidFill>
                <a:srgbClr val="000000"/>
              </a:solidFill>
              <a:latin typeface="Calibri"/>
              <a:ea typeface="Calibri"/>
              <a:cs typeface="Calibri"/>
              <a:sym typeface="Calibri"/>
            </a:endParaRPr>
          </a:p>
        </p:txBody>
      </p:sp>
      <p:grpSp>
        <p:nvGrpSpPr>
          <p:cNvPr id="219" name="Google Shape;219;p18"/>
          <p:cNvGrpSpPr/>
          <p:nvPr/>
        </p:nvGrpSpPr>
        <p:grpSpPr>
          <a:xfrm>
            <a:off x="-2718010" y="9274528"/>
            <a:ext cx="7950400" cy="1707231"/>
            <a:chOff x="0" y="-384762"/>
            <a:chExt cx="10600533" cy="2276307"/>
          </a:xfrm>
        </p:grpSpPr>
        <p:grpSp>
          <p:nvGrpSpPr>
            <p:cNvPr id="220" name="Google Shape;220;p18"/>
            <p:cNvGrpSpPr/>
            <p:nvPr/>
          </p:nvGrpSpPr>
          <p:grpSpPr>
            <a:xfrm>
              <a:off x="0" y="-384762"/>
              <a:ext cx="10600533" cy="2276307"/>
              <a:chOff x="0" y="-38100"/>
              <a:chExt cx="1049690" cy="225405"/>
            </a:xfrm>
          </p:grpSpPr>
          <p:sp>
            <p:nvSpPr>
              <p:cNvPr id="221" name="Google Shape;221;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2" name="Google Shape;222;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18"/>
          <p:cNvGrpSpPr/>
          <p:nvPr/>
        </p:nvGrpSpPr>
        <p:grpSpPr>
          <a:xfrm>
            <a:off x="8469764" y="2267877"/>
            <a:ext cx="9259434" cy="6863401"/>
            <a:chOff x="0" y="15743"/>
            <a:chExt cx="9259434" cy="6863401"/>
          </a:xfrm>
        </p:grpSpPr>
        <p:sp>
          <p:nvSpPr>
            <p:cNvPr id="225" name="Google Shape;225;p18"/>
            <p:cNvSpPr/>
            <p:nvPr/>
          </p:nvSpPr>
          <p:spPr>
            <a:xfrm>
              <a:off x="0" y="473303"/>
              <a:ext cx="9259434" cy="781200"/>
            </a:xfrm>
            <a:prstGeom prst="rect">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8"/>
            <p:cNvSpPr/>
            <p:nvPr/>
          </p:nvSpPr>
          <p:spPr>
            <a:xfrm>
              <a:off x="462971" y="15743"/>
              <a:ext cx="6481604" cy="915120"/>
            </a:xfrm>
            <a:prstGeom prst="roundRect">
              <a:avLst>
                <a:gd fmla="val 16667" name="adj"/>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8"/>
            <p:cNvSpPr txBox="1"/>
            <p:nvPr/>
          </p:nvSpPr>
          <p:spPr>
            <a:xfrm>
              <a:off x="507643" y="60415"/>
              <a:ext cx="6392260" cy="825776"/>
            </a:xfrm>
            <a:prstGeom prst="rect">
              <a:avLst/>
            </a:prstGeom>
            <a:noFill/>
            <a:ln>
              <a:noFill/>
            </a:ln>
          </p:spPr>
          <p:txBody>
            <a:bodyPr anchorCtr="0" anchor="ctr" bIns="0" lIns="244975" spcFirstLastPara="1" rIns="244975" wrap="square" tIns="0">
              <a:noAutofit/>
            </a:bodyPr>
            <a:lstStyle/>
            <a:p>
              <a:pPr indent="0" lvl="0" marL="0" marR="0" rtl="0" algn="l">
                <a:lnSpc>
                  <a:spcPct val="90000"/>
                </a:lnSpc>
                <a:spcBef>
                  <a:spcPts val="0"/>
                </a:spcBef>
                <a:spcAft>
                  <a:spcPts val="0"/>
                </a:spcAft>
                <a:buClr>
                  <a:srgbClr val="000000"/>
                </a:buClr>
                <a:buSzPts val="3100"/>
                <a:buFont typeface="Arial"/>
                <a:buNone/>
              </a:pPr>
              <a:r>
                <a:rPr b="1" i="0" lang="en-US" sz="3100" u="none" cap="none" strike="noStrike">
                  <a:solidFill>
                    <a:schemeClr val="lt1"/>
                  </a:solidFill>
                  <a:latin typeface="Calibri"/>
                  <a:ea typeface="Calibri"/>
                  <a:cs typeface="Calibri"/>
                  <a:sym typeface="Calibri"/>
                </a:rPr>
                <a:t>Đọc và hiểu đúng câu hỏi</a:t>
              </a:r>
              <a:endParaRPr b="1" i="0" sz="3100" u="none" cap="none" strike="noStrike">
                <a:solidFill>
                  <a:schemeClr val="lt1"/>
                </a:solidFill>
                <a:latin typeface="Calibri"/>
                <a:ea typeface="Calibri"/>
                <a:cs typeface="Calibri"/>
                <a:sym typeface="Calibri"/>
              </a:endParaRPr>
            </a:p>
          </p:txBody>
        </p:sp>
        <p:sp>
          <p:nvSpPr>
            <p:cNvPr id="228" name="Google Shape;228;p18"/>
            <p:cNvSpPr/>
            <p:nvPr/>
          </p:nvSpPr>
          <p:spPr>
            <a:xfrm>
              <a:off x="0" y="1879463"/>
              <a:ext cx="9259434" cy="781200"/>
            </a:xfrm>
            <a:prstGeom prst="rect">
              <a:avLst/>
            </a:prstGeom>
            <a:solidFill>
              <a:schemeClr val="lt1">
                <a:alpha val="89803"/>
              </a:schemeClr>
            </a:solidFill>
            <a:ln cap="flat" cmpd="sng" w="25400">
              <a:solidFill>
                <a:srgbClr val="5AB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8"/>
            <p:cNvSpPr/>
            <p:nvPr/>
          </p:nvSpPr>
          <p:spPr>
            <a:xfrm>
              <a:off x="462971" y="1421903"/>
              <a:ext cx="6481604" cy="915120"/>
            </a:xfrm>
            <a:prstGeom prst="roundRect">
              <a:avLst>
                <a:gd fmla="val 16667" name="adj"/>
              </a:avLst>
            </a:prstGeom>
            <a:solidFill>
              <a:srgbClr val="5AB46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8"/>
            <p:cNvSpPr txBox="1"/>
            <p:nvPr/>
          </p:nvSpPr>
          <p:spPr>
            <a:xfrm>
              <a:off x="507643" y="1466575"/>
              <a:ext cx="6392260" cy="825776"/>
            </a:xfrm>
            <a:prstGeom prst="rect">
              <a:avLst/>
            </a:prstGeom>
            <a:noFill/>
            <a:ln>
              <a:noFill/>
            </a:ln>
          </p:spPr>
          <p:txBody>
            <a:bodyPr anchorCtr="0" anchor="ctr" bIns="0" lIns="244975" spcFirstLastPara="1" rIns="244975" wrap="square" tIns="0">
              <a:noAutofit/>
            </a:bodyPr>
            <a:lstStyle/>
            <a:p>
              <a:pPr indent="0" lvl="0" marL="0" marR="0" rtl="0" algn="l">
                <a:lnSpc>
                  <a:spcPct val="90000"/>
                </a:lnSpc>
                <a:spcBef>
                  <a:spcPts val="0"/>
                </a:spcBef>
                <a:spcAft>
                  <a:spcPts val="0"/>
                </a:spcAft>
                <a:buClr>
                  <a:srgbClr val="000000"/>
                </a:buClr>
                <a:buSzPts val="3100"/>
                <a:buFont typeface="Arial"/>
                <a:buNone/>
              </a:pPr>
              <a:r>
                <a:rPr b="1" i="0" lang="en-US" sz="3100" u="none" cap="none" strike="noStrike">
                  <a:solidFill>
                    <a:schemeClr val="lt1"/>
                  </a:solidFill>
                  <a:latin typeface="Calibri"/>
                  <a:ea typeface="Calibri"/>
                  <a:cs typeface="Calibri"/>
                  <a:sym typeface="Calibri"/>
                </a:rPr>
                <a:t>Trả lời đúng trọng tâm</a:t>
              </a:r>
              <a:endParaRPr b="1" i="0" sz="3100" u="none" cap="none" strike="noStrike">
                <a:solidFill>
                  <a:schemeClr val="lt1"/>
                </a:solidFill>
                <a:latin typeface="Calibri"/>
                <a:ea typeface="Calibri"/>
                <a:cs typeface="Calibri"/>
                <a:sym typeface="Calibri"/>
              </a:endParaRPr>
            </a:p>
          </p:txBody>
        </p:sp>
        <p:sp>
          <p:nvSpPr>
            <p:cNvPr id="231" name="Google Shape;231;p18"/>
            <p:cNvSpPr/>
            <p:nvPr/>
          </p:nvSpPr>
          <p:spPr>
            <a:xfrm>
              <a:off x="0" y="3285623"/>
              <a:ext cx="9259434" cy="781200"/>
            </a:xfrm>
            <a:prstGeom prst="rect">
              <a:avLst/>
            </a:prstGeom>
            <a:solidFill>
              <a:schemeClr val="lt1">
                <a:alpha val="89803"/>
              </a:schemeClr>
            </a:solidFill>
            <a:ln cap="flat" cmpd="sng" w="25400">
              <a:solidFill>
                <a:srgbClr val="5DAE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8"/>
            <p:cNvSpPr/>
            <p:nvPr/>
          </p:nvSpPr>
          <p:spPr>
            <a:xfrm>
              <a:off x="462971" y="2828063"/>
              <a:ext cx="6481604" cy="915120"/>
            </a:xfrm>
            <a:prstGeom prst="roundRect">
              <a:avLst>
                <a:gd fmla="val 16667" name="adj"/>
              </a:avLst>
            </a:prstGeom>
            <a:solidFill>
              <a:srgbClr val="5DAEA5"/>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8"/>
            <p:cNvSpPr txBox="1"/>
            <p:nvPr/>
          </p:nvSpPr>
          <p:spPr>
            <a:xfrm>
              <a:off x="507643" y="2872735"/>
              <a:ext cx="6392260" cy="825776"/>
            </a:xfrm>
            <a:prstGeom prst="rect">
              <a:avLst/>
            </a:prstGeom>
            <a:noFill/>
            <a:ln>
              <a:noFill/>
            </a:ln>
          </p:spPr>
          <p:txBody>
            <a:bodyPr anchorCtr="0" anchor="ctr" bIns="0" lIns="244975" spcFirstLastPara="1" rIns="244975" wrap="square" tIns="0">
              <a:noAutofit/>
            </a:bodyPr>
            <a:lstStyle/>
            <a:p>
              <a:pPr indent="0" lvl="0" marL="0" marR="0" rtl="0" algn="l">
                <a:lnSpc>
                  <a:spcPct val="90000"/>
                </a:lnSpc>
                <a:spcBef>
                  <a:spcPts val="0"/>
                </a:spcBef>
                <a:spcAft>
                  <a:spcPts val="0"/>
                </a:spcAft>
                <a:buClr>
                  <a:srgbClr val="000000"/>
                </a:buClr>
                <a:buSzPts val="3100"/>
                <a:buFont typeface="Arial"/>
                <a:buNone/>
              </a:pPr>
              <a:r>
                <a:rPr b="1" i="0" lang="en-US" sz="3100" u="none" cap="none" strike="noStrike">
                  <a:solidFill>
                    <a:schemeClr val="lt1"/>
                  </a:solidFill>
                  <a:latin typeface="Calibri"/>
                  <a:ea typeface="Calibri"/>
                  <a:cs typeface="Calibri"/>
                  <a:sym typeface="Calibri"/>
                </a:rPr>
                <a:t>Viết đúng chính tả, viết hoa đúng từ</a:t>
              </a:r>
              <a:endParaRPr b="1" i="0" sz="3100" u="none" cap="none" strike="noStrike">
                <a:solidFill>
                  <a:schemeClr val="lt1"/>
                </a:solidFill>
                <a:latin typeface="Calibri"/>
                <a:ea typeface="Calibri"/>
                <a:cs typeface="Calibri"/>
                <a:sym typeface="Calibri"/>
              </a:endParaRPr>
            </a:p>
          </p:txBody>
        </p:sp>
        <p:sp>
          <p:nvSpPr>
            <p:cNvPr id="234" name="Google Shape;234;p18"/>
            <p:cNvSpPr/>
            <p:nvPr/>
          </p:nvSpPr>
          <p:spPr>
            <a:xfrm>
              <a:off x="0" y="4691784"/>
              <a:ext cx="9259434" cy="781200"/>
            </a:xfrm>
            <a:prstGeom prst="rect">
              <a:avLst/>
            </a:prstGeom>
            <a:solidFill>
              <a:schemeClr val="lt1">
                <a:alpha val="89803"/>
              </a:schemeClr>
            </a:solidFill>
            <a:ln cap="flat" cmpd="sng" w="25400">
              <a:solidFill>
                <a:srgbClr val="6078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8"/>
            <p:cNvSpPr/>
            <p:nvPr/>
          </p:nvSpPr>
          <p:spPr>
            <a:xfrm>
              <a:off x="462971" y="4234224"/>
              <a:ext cx="6481604" cy="915120"/>
            </a:xfrm>
            <a:prstGeom prst="roundRect">
              <a:avLst>
                <a:gd fmla="val 16667" name="adj"/>
              </a:avLst>
            </a:prstGeom>
            <a:solidFill>
              <a:srgbClr val="6078A8"/>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
            <p:cNvSpPr txBox="1"/>
            <p:nvPr/>
          </p:nvSpPr>
          <p:spPr>
            <a:xfrm>
              <a:off x="507643" y="4278896"/>
              <a:ext cx="6392260" cy="825776"/>
            </a:xfrm>
            <a:prstGeom prst="rect">
              <a:avLst/>
            </a:prstGeom>
            <a:noFill/>
            <a:ln>
              <a:noFill/>
            </a:ln>
          </p:spPr>
          <p:txBody>
            <a:bodyPr anchorCtr="0" anchor="ctr" bIns="0" lIns="244975" spcFirstLastPara="1" rIns="244975" wrap="square" tIns="0">
              <a:noAutofit/>
            </a:bodyPr>
            <a:lstStyle/>
            <a:p>
              <a:pPr indent="0" lvl="0" marL="0" marR="0" rtl="0" algn="l">
                <a:lnSpc>
                  <a:spcPct val="90000"/>
                </a:lnSpc>
                <a:spcBef>
                  <a:spcPts val="0"/>
                </a:spcBef>
                <a:spcAft>
                  <a:spcPts val="0"/>
                </a:spcAft>
                <a:buClr>
                  <a:srgbClr val="000000"/>
                </a:buClr>
                <a:buSzPts val="3100"/>
                <a:buFont typeface="Arial"/>
                <a:buNone/>
              </a:pPr>
              <a:r>
                <a:rPr b="1" i="0" lang="en-US" sz="3100" u="none" cap="none" strike="noStrike">
                  <a:solidFill>
                    <a:schemeClr val="lt1"/>
                  </a:solidFill>
                  <a:latin typeface="Calibri"/>
                  <a:ea typeface="Calibri"/>
                  <a:cs typeface="Calibri"/>
                  <a:sym typeface="Calibri"/>
                </a:rPr>
                <a:t>Kiểm soát số từ</a:t>
              </a:r>
              <a:endParaRPr b="1" i="0" sz="3100" u="none" cap="none" strike="noStrike">
                <a:solidFill>
                  <a:schemeClr val="lt1"/>
                </a:solidFill>
                <a:latin typeface="Calibri"/>
                <a:ea typeface="Calibri"/>
                <a:cs typeface="Calibri"/>
                <a:sym typeface="Calibri"/>
              </a:endParaRPr>
            </a:p>
          </p:txBody>
        </p:sp>
        <p:sp>
          <p:nvSpPr>
            <p:cNvPr id="237" name="Google Shape;237;p18"/>
            <p:cNvSpPr/>
            <p:nvPr/>
          </p:nvSpPr>
          <p:spPr>
            <a:xfrm>
              <a:off x="0" y="6097944"/>
              <a:ext cx="9259434" cy="781200"/>
            </a:xfrm>
            <a:prstGeom prst="rect">
              <a:avLst/>
            </a:prstGeom>
            <a:solidFill>
              <a:schemeClr val="lt1">
                <a:alpha val="89803"/>
              </a:schemeClr>
            </a:solidFill>
            <a:ln cap="flat" cmpd="sng" w="25400">
              <a:solidFill>
                <a:srgbClr val="7F63A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8"/>
            <p:cNvSpPr/>
            <p:nvPr/>
          </p:nvSpPr>
          <p:spPr>
            <a:xfrm>
              <a:off x="462971" y="5640384"/>
              <a:ext cx="6481604" cy="915120"/>
            </a:xfrm>
            <a:prstGeom prst="roundRect">
              <a:avLst>
                <a:gd fmla="val 16667" name="adj"/>
              </a:avLst>
            </a:prstGeom>
            <a:solidFill>
              <a:srgbClr val="7F63A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
            <p:cNvSpPr txBox="1"/>
            <p:nvPr/>
          </p:nvSpPr>
          <p:spPr>
            <a:xfrm>
              <a:off x="507643" y="5685056"/>
              <a:ext cx="6392260" cy="825776"/>
            </a:xfrm>
            <a:prstGeom prst="rect">
              <a:avLst/>
            </a:prstGeom>
            <a:noFill/>
            <a:ln>
              <a:noFill/>
            </a:ln>
          </p:spPr>
          <p:txBody>
            <a:bodyPr anchorCtr="0" anchor="ctr" bIns="0" lIns="244975" spcFirstLastPara="1" rIns="244975" wrap="square" tIns="0">
              <a:noAutofit/>
            </a:bodyPr>
            <a:lstStyle/>
            <a:p>
              <a:pPr indent="0" lvl="0" marL="0" marR="0" rtl="0" algn="l">
                <a:lnSpc>
                  <a:spcPct val="90000"/>
                </a:lnSpc>
                <a:spcBef>
                  <a:spcPts val="0"/>
                </a:spcBef>
                <a:spcAft>
                  <a:spcPts val="0"/>
                </a:spcAft>
                <a:buClr>
                  <a:srgbClr val="000000"/>
                </a:buClr>
                <a:buSzPts val="3100"/>
                <a:buFont typeface="Arial"/>
                <a:buNone/>
              </a:pPr>
              <a:r>
                <a:rPr b="1" i="0" lang="en-US" sz="3100" u="none" cap="none" strike="noStrike">
                  <a:solidFill>
                    <a:schemeClr val="lt1"/>
                  </a:solidFill>
                  <a:latin typeface="Calibri"/>
                  <a:ea typeface="Calibri"/>
                  <a:cs typeface="Calibri"/>
                  <a:sym typeface="Calibri"/>
                </a:rPr>
                <a:t>Đảm bảo ngữ pháp</a:t>
              </a:r>
              <a:endParaRPr b="1" i="0" sz="3100" u="none" cap="none" strike="noStrike">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cxnSp>
        <p:nvCxnSpPr>
          <p:cNvPr id="244" name="Google Shape;244;p19"/>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45" name="Google Shape;245;p1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46" name="Google Shape;246;p19"/>
          <p:cNvGrpSpPr/>
          <p:nvPr/>
        </p:nvGrpSpPr>
        <p:grpSpPr>
          <a:xfrm rot="10800000">
            <a:off x="15044552" y="-741521"/>
            <a:ext cx="7681766" cy="4260610"/>
            <a:chOff x="0" y="-38100"/>
            <a:chExt cx="406400" cy="225405"/>
          </a:xfrm>
        </p:grpSpPr>
        <p:sp>
          <p:nvSpPr>
            <p:cNvPr id="247" name="Google Shape;247;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8" name="Google Shape;248;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249" name="Google Shape;249;p1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50" name="Google Shape;250;p19"/>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51" name="Google Shape;251;p19"/>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Clr>
                <a:srgbClr val="000000"/>
              </a:buClr>
              <a:buSzPts val="6600"/>
              <a:buFont typeface="Arial"/>
              <a:buNone/>
            </a:pPr>
            <a:r>
              <a:rPr b="1" i="0" lang="en-US" sz="6600" u="none" cap="none" strike="noStrike">
                <a:solidFill>
                  <a:srgbClr val="018345"/>
                </a:solidFill>
                <a:latin typeface="Montserrat"/>
                <a:ea typeface="Montserrat"/>
                <a:cs typeface="Montserrat"/>
                <a:sym typeface="Montserrat"/>
              </a:rPr>
              <a:t>Đề mẫu</a:t>
            </a:r>
            <a:endParaRPr b="1" i="0" sz="6600" u="none" cap="none" strike="noStrike">
              <a:solidFill>
                <a:srgbClr val="018345"/>
              </a:solidFill>
              <a:latin typeface="Montserrat"/>
              <a:ea typeface="Montserrat"/>
              <a:cs typeface="Montserrat"/>
              <a:sym typeface="Montserrat"/>
            </a:endParaRPr>
          </a:p>
        </p:txBody>
      </p:sp>
      <p:sp>
        <p:nvSpPr>
          <p:cNvPr id="252" name="Google Shape;252;p19"/>
          <p:cNvSpPr txBox="1"/>
          <p:nvPr/>
        </p:nvSpPr>
        <p:spPr>
          <a:xfrm>
            <a:off x="9601200" y="339710"/>
            <a:ext cx="2755633"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03</a:t>
            </a:r>
            <a:endParaRPr b="0" i="0" sz="1400" u="none" cap="none" strike="noStrike">
              <a:solidFill>
                <a:srgbClr val="000000"/>
              </a:solidFill>
              <a:latin typeface="Calibri"/>
              <a:ea typeface="Calibri"/>
              <a:cs typeface="Calibri"/>
              <a:sym typeface="Calibri"/>
            </a:endParaRPr>
          </a:p>
        </p:txBody>
      </p:sp>
      <p:sp>
        <p:nvSpPr>
          <p:cNvPr id="253" name="Google Shape;253;p19"/>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254" name="Google Shape;254;p19"/>
          <p:cNvGrpSpPr/>
          <p:nvPr/>
        </p:nvGrpSpPr>
        <p:grpSpPr>
          <a:xfrm>
            <a:off x="-2718010" y="9274528"/>
            <a:ext cx="7950400" cy="1707231"/>
            <a:chOff x="0" y="-384762"/>
            <a:chExt cx="10600533" cy="2276307"/>
          </a:xfrm>
        </p:grpSpPr>
        <p:grpSp>
          <p:nvGrpSpPr>
            <p:cNvPr id="255" name="Google Shape;255;p19"/>
            <p:cNvGrpSpPr/>
            <p:nvPr/>
          </p:nvGrpSpPr>
          <p:grpSpPr>
            <a:xfrm>
              <a:off x="0" y="-384762"/>
              <a:ext cx="10600533" cy="2276307"/>
              <a:chOff x="0" y="-38100"/>
              <a:chExt cx="1049690" cy="225405"/>
            </a:xfrm>
          </p:grpSpPr>
          <p:sp>
            <p:nvSpPr>
              <p:cNvPr id="256" name="Google Shape;256;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7" name="Google Shape;257;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8" name="Google Shape;258;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59" name="Google Shape;259;p19"/>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ppt_w</p:attrName>
                                        </p:attrNameLst>
                                      </p:cBhvr>
                                      <p:tavLst>
                                        <p:tav fmla="" tm="0">
                                          <p:val>
                                            <p:strVal val="0"/>
                                          </p:val>
                                        </p:tav>
                                        <p:tav fmla="" tm="100000">
                                          <p:val>
                                            <p:strVal val="#ppt_w"/>
                                          </p:val>
                                        </p:tav>
                                      </p:tavLst>
                                    </p:anim>
                                    <p:anim calcmode="lin" valueType="num">
                                      <p:cBhvr additive="base">
                                        <p:cTn dur="500"/>
                                        <p:tgtEl>
                                          <p:spTgt spid="25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51"/>
                                        </p:tgtEl>
                                        <p:attrNameLst>
                                          <p:attrName>style.visibility</p:attrName>
                                        </p:attrNameLst>
                                      </p:cBhvr>
                                      <p:to>
                                        <p:strVal val="visible"/>
                                      </p:to>
                                    </p:set>
                                    <p:anim calcmode="lin" valueType="num">
                                      <p:cBhvr additive="base">
                                        <p:cTn dur="500"/>
                                        <p:tgtEl>
                                          <p:spTgt spid="251"/>
                                        </p:tgtEl>
                                        <p:attrNameLst>
                                          <p:attrName>ppt_w</p:attrName>
                                        </p:attrNameLst>
                                      </p:cBhvr>
                                      <p:tavLst>
                                        <p:tav fmla="" tm="0">
                                          <p:val>
                                            <p:strVal val="0"/>
                                          </p:val>
                                        </p:tav>
                                        <p:tav fmla="" tm="100000">
                                          <p:val>
                                            <p:strVal val="#ppt_w"/>
                                          </p:val>
                                        </p:tav>
                                      </p:tavLst>
                                    </p:anim>
                                    <p:anim calcmode="lin" valueType="num">
                                      <p:cBhvr additive="base">
                                        <p:cTn dur="500"/>
                                        <p:tgtEl>
                                          <p:spTgt spid="25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cxnSp>
        <p:nvCxnSpPr>
          <p:cNvPr id="265" name="Google Shape;265;p20"/>
          <p:cNvCxnSpPr/>
          <p:nvPr/>
        </p:nvCxnSpPr>
        <p:spPr>
          <a:xfrm flipH="1" rot="10800000">
            <a:off x="3801534" y="1435162"/>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266" name="Google Shape;266;p20"/>
          <p:cNvGrpSpPr/>
          <p:nvPr/>
        </p:nvGrpSpPr>
        <p:grpSpPr>
          <a:xfrm rot="10800000">
            <a:off x="15785091" y="-536942"/>
            <a:ext cx="7681766" cy="4260610"/>
            <a:chOff x="0" y="-38100"/>
            <a:chExt cx="406400" cy="225405"/>
          </a:xfrm>
        </p:grpSpPr>
        <p:sp>
          <p:nvSpPr>
            <p:cNvPr id="267" name="Google Shape;267;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8" name="Google Shape;268;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p20"/>
          <p:cNvGrpSpPr/>
          <p:nvPr/>
        </p:nvGrpSpPr>
        <p:grpSpPr>
          <a:xfrm>
            <a:off x="-2718010" y="9274528"/>
            <a:ext cx="7950400" cy="1707231"/>
            <a:chOff x="0" y="-384762"/>
            <a:chExt cx="10600533" cy="2276307"/>
          </a:xfrm>
        </p:grpSpPr>
        <p:grpSp>
          <p:nvGrpSpPr>
            <p:cNvPr id="270" name="Google Shape;270;p20"/>
            <p:cNvGrpSpPr/>
            <p:nvPr/>
          </p:nvGrpSpPr>
          <p:grpSpPr>
            <a:xfrm>
              <a:off x="0" y="-384762"/>
              <a:ext cx="10600533" cy="2276307"/>
              <a:chOff x="0" y="-38100"/>
              <a:chExt cx="1049690" cy="225405"/>
            </a:xfrm>
          </p:grpSpPr>
          <p:sp>
            <p:nvSpPr>
              <p:cNvPr id="271" name="Google Shape;271;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2" name="Google Shape;272;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20"/>
          <p:cNvSpPr txBox="1"/>
          <p:nvPr/>
        </p:nvSpPr>
        <p:spPr>
          <a:xfrm>
            <a:off x="2613932" y="213713"/>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00000"/>
              </a:buClr>
              <a:buSzPts val="6000"/>
              <a:buFont typeface="Arial"/>
              <a:buNone/>
            </a:pPr>
            <a:r>
              <a:rPr b="1" i="0" lang="en-US" sz="6000" u="none" cap="none" strike="noStrike">
                <a:solidFill>
                  <a:srgbClr val="018345"/>
                </a:solidFill>
                <a:latin typeface="Montserrat"/>
                <a:ea typeface="Montserrat"/>
                <a:cs typeface="Montserrat"/>
                <a:sym typeface="Montserrat"/>
              </a:rPr>
              <a:t>Đề mẫu</a:t>
            </a:r>
            <a:endParaRPr b="1" i="0" sz="6000" u="none" cap="none" strike="noStrike">
              <a:solidFill>
                <a:srgbClr val="018345"/>
              </a:solidFill>
              <a:latin typeface="Montserrat"/>
              <a:ea typeface="Montserrat"/>
              <a:cs typeface="Montserrat"/>
              <a:sym typeface="Montserrat"/>
            </a:endParaRPr>
          </a:p>
        </p:txBody>
      </p:sp>
      <p:grpSp>
        <p:nvGrpSpPr>
          <p:cNvPr id="275" name="Google Shape;275;p20"/>
          <p:cNvGrpSpPr/>
          <p:nvPr/>
        </p:nvGrpSpPr>
        <p:grpSpPr>
          <a:xfrm>
            <a:off x="1248937" y="1809027"/>
            <a:ext cx="17497574" cy="7732641"/>
            <a:chOff x="1248937" y="1809027"/>
            <a:chExt cx="17497574" cy="7732641"/>
          </a:xfrm>
        </p:grpSpPr>
        <p:sp>
          <p:nvSpPr>
            <p:cNvPr id="276" name="Google Shape;276;p2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77" name="Google Shape;277;p20"/>
            <p:cNvSpPr/>
            <p:nvPr/>
          </p:nvSpPr>
          <p:spPr>
            <a:xfrm>
              <a:off x="1248937" y="1969101"/>
              <a:ext cx="15887596" cy="7572567"/>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8" name="Google Shape;278;p20"/>
            <p:cNvSpPr txBox="1"/>
            <p:nvPr/>
          </p:nvSpPr>
          <p:spPr>
            <a:xfrm>
              <a:off x="2349920" y="2212265"/>
              <a:ext cx="13891944"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0000"/>
                  </a:solidFill>
                  <a:latin typeface="Calibri"/>
                  <a:ea typeface="Calibri"/>
                  <a:cs typeface="Calibri"/>
                  <a:sym typeface="Calibri"/>
                </a:rPr>
                <a:t>You are new member of a travel club. Fill in the form. Write in sentences.</a:t>
              </a:r>
              <a:endParaRPr/>
            </a:p>
            <a:p>
              <a:pPr indent="0" lvl="0" marL="0" marR="0" rtl="0" algn="l">
                <a:lnSpc>
                  <a:spcPct val="100000"/>
                </a:lnSpc>
                <a:spcBef>
                  <a:spcPts val="0"/>
                </a:spcBef>
                <a:spcAft>
                  <a:spcPts val="0"/>
                </a:spcAft>
                <a:buNone/>
              </a:pPr>
              <a:r>
                <a:rPr b="0" i="0" lang="en-US" sz="3600" u="none" cap="none" strike="noStrike">
                  <a:solidFill>
                    <a:srgbClr val="000000"/>
                  </a:solidFill>
                  <a:latin typeface="Calibri"/>
                  <a:ea typeface="Calibri"/>
                  <a:cs typeface="Calibri"/>
                  <a:sym typeface="Calibri"/>
                </a:rPr>
                <a:t>Use 20-30 words. You have 7 minutes in total.</a:t>
              </a:r>
              <a:endParaRPr/>
            </a:p>
          </p:txBody>
        </p:sp>
        <p:sp>
          <p:nvSpPr>
            <p:cNvPr id="279" name="Google Shape;279;p20"/>
            <p:cNvSpPr/>
            <p:nvPr/>
          </p:nvSpPr>
          <p:spPr>
            <a:xfrm>
              <a:off x="2408640" y="3686088"/>
              <a:ext cx="13767465" cy="1347897"/>
            </a:xfrm>
            <a:prstGeom prst="rect">
              <a:avLst/>
            </a:prstGeom>
            <a:solidFill>
              <a:schemeClr val="l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Calibri"/>
                  <a:ea typeface="Calibri"/>
                  <a:cs typeface="Calibri"/>
                  <a:sym typeface="Calibri"/>
                </a:rPr>
                <a:t>Aptis Travel Club</a:t>
              </a:r>
              <a:endParaRPr/>
            </a:p>
            <a:p>
              <a:pPr indent="0" lvl="0" marL="0" marR="0" rtl="0" algn="l">
                <a:lnSpc>
                  <a:spcPct val="100000"/>
                </a:lnSpc>
                <a:spcBef>
                  <a:spcPts val="0"/>
                </a:spcBef>
                <a:spcAft>
                  <a:spcPts val="0"/>
                </a:spcAft>
                <a:buNone/>
              </a:pPr>
              <a:r>
                <a:rPr b="0" i="0" lang="en-US" sz="3600" u="none" cap="none" strike="noStrike">
                  <a:solidFill>
                    <a:schemeClr val="dk1"/>
                  </a:solidFill>
                  <a:latin typeface="Calibri"/>
                  <a:ea typeface="Calibri"/>
                  <a:cs typeface="Calibri"/>
                  <a:sym typeface="Calibri"/>
                </a:rPr>
                <a:t>Please tell us why you are interested in travel.</a:t>
              </a:r>
              <a:endParaRPr/>
            </a:p>
          </p:txBody>
        </p:sp>
        <p:sp>
          <p:nvSpPr>
            <p:cNvPr id="280" name="Google Shape;280;p20"/>
            <p:cNvSpPr/>
            <p:nvPr/>
          </p:nvSpPr>
          <p:spPr>
            <a:xfrm>
              <a:off x="2349920" y="5410472"/>
              <a:ext cx="13883314" cy="3489142"/>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cxnSp>
        <p:nvCxnSpPr>
          <p:cNvPr id="285" name="Google Shape;285;p21"/>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86" name="Google Shape;286;p2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87" name="Google Shape;287;p21"/>
          <p:cNvGrpSpPr/>
          <p:nvPr/>
        </p:nvGrpSpPr>
        <p:grpSpPr>
          <a:xfrm rot="10800000">
            <a:off x="15044552" y="-741521"/>
            <a:ext cx="7681766" cy="4260610"/>
            <a:chOff x="0" y="-38100"/>
            <a:chExt cx="406400" cy="225405"/>
          </a:xfrm>
        </p:grpSpPr>
        <p:sp>
          <p:nvSpPr>
            <p:cNvPr id="288" name="Google Shape;288;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9" name="Google Shape;289;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290" name="Google Shape;290;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91" name="Google Shape;291;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92" name="Google Shape;292;p21"/>
          <p:cNvSpPr txBox="1"/>
          <p:nvPr/>
        </p:nvSpPr>
        <p:spPr>
          <a:xfrm>
            <a:off x="5232390" y="2564021"/>
            <a:ext cx="11760209" cy="1495794"/>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Clr>
                <a:srgbClr val="000000"/>
              </a:buClr>
              <a:buSzPts val="5400"/>
              <a:buFont typeface="Arial"/>
              <a:buNone/>
            </a:pPr>
            <a:r>
              <a:rPr b="1" i="0" lang="en-US" sz="5400" u="none" cap="none" strike="noStrike">
                <a:solidFill>
                  <a:srgbClr val="018345"/>
                </a:solidFill>
                <a:latin typeface="Montserrat"/>
                <a:ea typeface="Montserrat"/>
                <a:cs typeface="Montserrat"/>
                <a:sym typeface="Montserrat"/>
              </a:rPr>
              <a:t>Hướng dẫn trả lời</a:t>
            </a:r>
            <a:endParaRPr b="0" i="0" sz="1400" u="none" cap="none" strike="noStrike">
              <a:solidFill>
                <a:srgbClr val="000000"/>
              </a:solidFill>
              <a:latin typeface="Calibri"/>
              <a:ea typeface="Calibri"/>
              <a:cs typeface="Calibri"/>
              <a:sym typeface="Calibri"/>
            </a:endParaRPr>
          </a:p>
        </p:txBody>
      </p:sp>
      <p:sp>
        <p:nvSpPr>
          <p:cNvPr id="293" name="Google Shape;293;p21"/>
          <p:cNvSpPr txBox="1"/>
          <p:nvPr/>
        </p:nvSpPr>
        <p:spPr>
          <a:xfrm>
            <a:off x="9601200" y="339710"/>
            <a:ext cx="2755633"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04</a:t>
            </a:r>
            <a:endParaRPr b="0" i="0" sz="1400" u="none" cap="none" strike="noStrike">
              <a:solidFill>
                <a:srgbClr val="000000"/>
              </a:solidFill>
              <a:latin typeface="Calibri"/>
              <a:ea typeface="Calibri"/>
              <a:cs typeface="Calibri"/>
              <a:sym typeface="Calibri"/>
            </a:endParaRPr>
          </a:p>
        </p:txBody>
      </p:sp>
      <p:sp>
        <p:nvSpPr>
          <p:cNvPr id="294" name="Google Shape;294;p21"/>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295" name="Google Shape;295;p21"/>
          <p:cNvGrpSpPr/>
          <p:nvPr/>
        </p:nvGrpSpPr>
        <p:grpSpPr>
          <a:xfrm>
            <a:off x="-2718010" y="9274528"/>
            <a:ext cx="7950400" cy="1707231"/>
            <a:chOff x="0" y="-384762"/>
            <a:chExt cx="10600533" cy="2276307"/>
          </a:xfrm>
        </p:grpSpPr>
        <p:grpSp>
          <p:nvGrpSpPr>
            <p:cNvPr id="296" name="Google Shape;296;p21"/>
            <p:cNvGrpSpPr/>
            <p:nvPr/>
          </p:nvGrpSpPr>
          <p:grpSpPr>
            <a:xfrm>
              <a:off x="0" y="-384762"/>
              <a:ext cx="10600533" cy="2276307"/>
              <a:chOff x="0" y="-38100"/>
              <a:chExt cx="1049690" cy="225405"/>
            </a:xfrm>
          </p:grpSpPr>
          <p:sp>
            <p:nvSpPr>
              <p:cNvPr id="297" name="Google Shape;297;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8" name="Google Shape;298;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9" name="Google Shape;299;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0" name="Google Shape;300;p21"/>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ppt_w</p:attrName>
                                        </p:attrNameLst>
                                      </p:cBhvr>
                                      <p:tavLst>
                                        <p:tav fmla="" tm="0">
                                          <p:val>
                                            <p:strVal val="0"/>
                                          </p:val>
                                        </p:tav>
                                        <p:tav fmla="" tm="100000">
                                          <p:val>
                                            <p:strVal val="#ppt_w"/>
                                          </p:val>
                                        </p:tav>
                                      </p:tavLst>
                                    </p:anim>
                                    <p:anim calcmode="lin" valueType="num">
                                      <p:cBhvr additive="base">
                                        <p:cTn dur="500"/>
                                        <p:tgtEl>
                                          <p:spTgt spid="29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500"/>
                                        <p:tgtEl>
                                          <p:spTgt spid="292"/>
                                        </p:tgtEl>
                                        <p:attrNameLst>
                                          <p:attrName>ppt_w</p:attrName>
                                        </p:attrNameLst>
                                      </p:cBhvr>
                                      <p:tavLst>
                                        <p:tav fmla="" tm="0">
                                          <p:val>
                                            <p:strVal val="0"/>
                                          </p:val>
                                        </p:tav>
                                        <p:tav fmla="" tm="100000">
                                          <p:val>
                                            <p:strVal val="#ppt_w"/>
                                          </p:val>
                                        </p:tav>
                                      </p:tavLst>
                                    </p:anim>
                                    <p:anim calcmode="lin" valueType="num">
                                      <p:cBhvr additive="base">
                                        <p:cTn dur="500"/>
                                        <p:tgtEl>
                                          <p:spTgt spid="2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cxnSp>
        <p:nvCxnSpPr>
          <p:cNvPr id="306" name="Google Shape;306;p22"/>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07" name="Google Shape;307;p22"/>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08" name="Google Shape;308;p22"/>
          <p:cNvGrpSpPr/>
          <p:nvPr/>
        </p:nvGrpSpPr>
        <p:grpSpPr>
          <a:xfrm rot="10800000">
            <a:off x="15785091" y="-536942"/>
            <a:ext cx="7681766" cy="4260610"/>
            <a:chOff x="0" y="-38100"/>
            <a:chExt cx="406400" cy="225405"/>
          </a:xfrm>
        </p:grpSpPr>
        <p:sp>
          <p:nvSpPr>
            <p:cNvPr id="309" name="Google Shape;309;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0" name="Google Shape;310;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11" name="Google Shape;311;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12" name="Google Shape;312;p22"/>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Phân loại câu hỏi</a:t>
            </a:r>
            <a:endParaRPr b="1" i="0" sz="6000" u="none" cap="none" strike="noStrike">
              <a:solidFill>
                <a:srgbClr val="018345"/>
              </a:solidFill>
              <a:latin typeface="Montserrat"/>
              <a:ea typeface="Montserrat"/>
              <a:cs typeface="Montserrat"/>
              <a:sym typeface="Montserrat"/>
            </a:endParaRPr>
          </a:p>
        </p:txBody>
      </p:sp>
      <p:grpSp>
        <p:nvGrpSpPr>
          <p:cNvPr id="313" name="Google Shape;313;p22"/>
          <p:cNvGrpSpPr/>
          <p:nvPr/>
        </p:nvGrpSpPr>
        <p:grpSpPr>
          <a:xfrm>
            <a:off x="-2718010" y="9274528"/>
            <a:ext cx="7950400" cy="1707231"/>
            <a:chOff x="0" y="-384762"/>
            <a:chExt cx="10600533" cy="2276307"/>
          </a:xfrm>
        </p:grpSpPr>
        <p:grpSp>
          <p:nvGrpSpPr>
            <p:cNvPr id="314" name="Google Shape;314;p22"/>
            <p:cNvGrpSpPr/>
            <p:nvPr/>
          </p:nvGrpSpPr>
          <p:grpSpPr>
            <a:xfrm>
              <a:off x="0" y="-384762"/>
              <a:ext cx="10600533" cy="2276307"/>
              <a:chOff x="0" y="-38100"/>
              <a:chExt cx="1049690" cy="225405"/>
            </a:xfrm>
          </p:grpSpPr>
          <p:sp>
            <p:nvSpPr>
              <p:cNvPr id="315" name="Google Shape;315;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16" name="Google Shape;316;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17" name="Google Shape;317;p22"/>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grpSp>
        <p:nvGrpSpPr>
          <p:cNvPr id="318" name="Google Shape;318;p22"/>
          <p:cNvGrpSpPr/>
          <p:nvPr/>
        </p:nvGrpSpPr>
        <p:grpSpPr>
          <a:xfrm>
            <a:off x="6629400" y="2583668"/>
            <a:ext cx="11563324" cy="6114076"/>
            <a:chOff x="7276897" y="2740535"/>
            <a:chExt cx="11469614" cy="6114076"/>
          </a:xfrm>
        </p:grpSpPr>
        <p:sp>
          <p:nvSpPr>
            <p:cNvPr id="319" name="Google Shape;319;p22"/>
            <p:cNvSpPr/>
            <p:nvPr/>
          </p:nvSpPr>
          <p:spPr>
            <a:xfrm rot="5400000">
              <a:off x="7700318" y="4512151"/>
              <a:ext cx="1598180" cy="1819472"/>
            </a:xfrm>
            <a:prstGeom prst="bentUpArrow">
              <a:avLst>
                <a:gd fmla="val 32840" name="adj1"/>
                <a:gd fmla="val 25000" name="adj2"/>
                <a:gd fmla="val 35780" name="adj3"/>
              </a:avLst>
            </a:prstGeom>
            <a:solidFill>
              <a:srgbClr val="CEEADA"/>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2"/>
            <p:cNvSpPr/>
            <p:nvPr/>
          </p:nvSpPr>
          <p:spPr>
            <a:xfrm>
              <a:off x="7276897" y="2740535"/>
              <a:ext cx="2690395" cy="1883189"/>
            </a:xfrm>
            <a:custGeom>
              <a:rect b="b" l="l" r="r" t="t"/>
              <a:pathLst>
                <a:path extrusionOk="0" h="1883189" w="2690395">
                  <a:moveTo>
                    <a:pt x="0" y="313928"/>
                  </a:moveTo>
                  <a:cubicBezTo>
                    <a:pt x="0" y="140550"/>
                    <a:pt x="140550" y="0"/>
                    <a:pt x="313928" y="0"/>
                  </a:cubicBezTo>
                  <a:lnTo>
                    <a:pt x="2376467" y="0"/>
                  </a:lnTo>
                  <a:cubicBezTo>
                    <a:pt x="2549845" y="0"/>
                    <a:pt x="2690395" y="140550"/>
                    <a:pt x="2690395" y="313928"/>
                  </a:cubicBezTo>
                  <a:lnTo>
                    <a:pt x="2690395" y="1569261"/>
                  </a:lnTo>
                  <a:cubicBezTo>
                    <a:pt x="2690395" y="1742639"/>
                    <a:pt x="2549845" y="1883189"/>
                    <a:pt x="2376467" y="1883189"/>
                  </a:cubicBezTo>
                  <a:lnTo>
                    <a:pt x="313928" y="1883189"/>
                  </a:lnTo>
                  <a:cubicBezTo>
                    <a:pt x="140550" y="1883189"/>
                    <a:pt x="0" y="1742639"/>
                    <a:pt x="0" y="1569261"/>
                  </a:cubicBezTo>
                  <a:lnTo>
                    <a:pt x="0" y="313928"/>
                  </a:lnTo>
                  <a:close/>
                </a:path>
              </a:pathLst>
            </a:custGeom>
            <a:solidFill>
              <a:srgbClr val="00BF63"/>
            </a:solidFill>
            <a:ln cap="flat" cmpd="sng" w="25400">
              <a:solidFill>
                <a:schemeClr val="lt1"/>
              </a:solidFill>
              <a:prstDash val="solid"/>
              <a:round/>
              <a:headEnd len="sm" w="sm" type="none"/>
              <a:tailEnd len="sm" w="sm" type="none"/>
            </a:ln>
          </p:spPr>
          <p:txBody>
            <a:bodyPr anchorCtr="0" anchor="ctr" bIns="229100" lIns="229100" spcFirstLastPara="1" rIns="229100" wrap="square" tIns="229100">
              <a:noAutofit/>
            </a:bodyPr>
            <a:lstStyle/>
            <a:p>
              <a:pPr indent="0" lvl="0" marL="0" marR="0" rtl="0" algn="ctr">
                <a:lnSpc>
                  <a:spcPct val="9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Yes/ No questions</a:t>
              </a:r>
              <a:endParaRPr/>
            </a:p>
          </p:txBody>
        </p:sp>
        <p:sp>
          <p:nvSpPr>
            <p:cNvPr id="321" name="Google Shape;321;p22"/>
            <p:cNvSpPr/>
            <p:nvPr/>
          </p:nvSpPr>
          <p:spPr>
            <a:xfrm>
              <a:off x="9967293" y="2920140"/>
              <a:ext cx="7856124" cy="1522077"/>
            </a:xfrm>
            <a:custGeom>
              <a:rect b="b" l="l" r="r" t="t"/>
              <a:pathLst>
                <a:path extrusionOk="0" h="1522077" w="1956737">
                  <a:moveTo>
                    <a:pt x="0" y="0"/>
                  </a:moveTo>
                  <a:lnTo>
                    <a:pt x="1956737" y="0"/>
                  </a:lnTo>
                  <a:lnTo>
                    <a:pt x="1956737" y="1522077"/>
                  </a:lnTo>
                  <a:lnTo>
                    <a:pt x="0" y="1522077"/>
                  </a:lnTo>
                  <a:lnTo>
                    <a:pt x="0" y="0"/>
                  </a:lnTo>
                  <a:close/>
                </a:path>
              </a:pathLst>
            </a:custGeom>
            <a:noFill/>
            <a:ln>
              <a:noFill/>
            </a:ln>
          </p:spPr>
          <p:txBody>
            <a:bodyPr anchorCtr="0" anchor="ctr" bIns="137150" lIns="137150" spcFirstLastPara="1" rIns="137150" wrap="square" tIns="137150">
              <a:noAutofit/>
            </a:bodyPr>
            <a:lstStyle/>
            <a:p>
              <a:pPr indent="0" lvl="1" marL="0" marR="0" rtl="0" algn="l">
                <a:lnSpc>
                  <a:spcPct val="90000"/>
                </a:lnSpc>
                <a:spcBef>
                  <a:spcPts val="0"/>
                </a:spcBef>
                <a:spcAft>
                  <a:spcPts val="0"/>
                </a:spcAft>
                <a:buNone/>
              </a:pPr>
              <a:r>
                <a:rPr b="0" i="0" lang="en-US" sz="3600" u="none" cap="none" strike="noStrike">
                  <a:solidFill>
                    <a:schemeClr val="dk1"/>
                  </a:solidFill>
                  <a:latin typeface="Calibri"/>
                  <a:ea typeface="Calibri"/>
                  <a:cs typeface="Calibri"/>
                  <a:sym typeface="Calibri"/>
                </a:rPr>
                <a:t>Have you ever had a bad experience with a debating society?</a:t>
              </a:r>
              <a:endParaRPr/>
            </a:p>
          </p:txBody>
        </p:sp>
        <p:sp>
          <p:nvSpPr>
            <p:cNvPr id="322" name="Google Shape;322;p22"/>
            <p:cNvSpPr/>
            <p:nvPr/>
          </p:nvSpPr>
          <p:spPr>
            <a:xfrm rot="5400000">
              <a:off x="9930942" y="6627594"/>
              <a:ext cx="1598180" cy="1819472"/>
            </a:xfrm>
            <a:prstGeom prst="bentUpArrow">
              <a:avLst>
                <a:gd fmla="val 32840" name="adj1"/>
                <a:gd fmla="val 25000" name="adj2"/>
                <a:gd fmla="val 35780" name="adj3"/>
              </a:avLst>
            </a:prstGeom>
            <a:solidFill>
              <a:srgbClr val="EAE8EE"/>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9507521" y="4855979"/>
              <a:ext cx="2690395" cy="1883189"/>
            </a:xfrm>
            <a:custGeom>
              <a:rect b="b" l="l" r="r" t="t"/>
              <a:pathLst>
                <a:path extrusionOk="0" h="1883189" w="2690395">
                  <a:moveTo>
                    <a:pt x="0" y="313928"/>
                  </a:moveTo>
                  <a:cubicBezTo>
                    <a:pt x="0" y="140550"/>
                    <a:pt x="140550" y="0"/>
                    <a:pt x="313928" y="0"/>
                  </a:cubicBezTo>
                  <a:lnTo>
                    <a:pt x="2376467" y="0"/>
                  </a:lnTo>
                  <a:cubicBezTo>
                    <a:pt x="2549845" y="0"/>
                    <a:pt x="2690395" y="140550"/>
                    <a:pt x="2690395" y="313928"/>
                  </a:cubicBezTo>
                  <a:lnTo>
                    <a:pt x="2690395" y="1569261"/>
                  </a:lnTo>
                  <a:cubicBezTo>
                    <a:pt x="2690395" y="1742639"/>
                    <a:pt x="2549845" y="1883189"/>
                    <a:pt x="2376467" y="1883189"/>
                  </a:cubicBezTo>
                  <a:lnTo>
                    <a:pt x="313928" y="1883189"/>
                  </a:lnTo>
                  <a:cubicBezTo>
                    <a:pt x="140550" y="1883189"/>
                    <a:pt x="0" y="1742639"/>
                    <a:pt x="0" y="1569261"/>
                  </a:cubicBezTo>
                  <a:lnTo>
                    <a:pt x="0" y="313928"/>
                  </a:lnTo>
                  <a:close/>
                </a:path>
              </a:pathLst>
            </a:custGeom>
            <a:solidFill>
              <a:srgbClr val="5DAEA5"/>
            </a:solidFill>
            <a:ln cap="flat" cmpd="sng" w="25400">
              <a:solidFill>
                <a:schemeClr val="lt1"/>
              </a:solidFill>
              <a:prstDash val="solid"/>
              <a:round/>
              <a:headEnd len="sm" w="sm" type="none"/>
              <a:tailEnd len="sm" w="sm" type="none"/>
            </a:ln>
          </p:spPr>
          <p:txBody>
            <a:bodyPr anchorCtr="0" anchor="ctr" bIns="229100" lIns="229100" spcFirstLastPara="1" rIns="229100" wrap="square" tIns="229100">
              <a:noAutofit/>
            </a:bodyPr>
            <a:lstStyle/>
            <a:p>
              <a:pPr indent="0" lvl="0" marL="0" marR="0" rtl="0" algn="ctr">
                <a:lnSpc>
                  <a:spcPct val="9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Wh/ H questions</a:t>
              </a:r>
              <a:endParaRPr/>
            </a:p>
          </p:txBody>
        </p:sp>
        <p:sp>
          <p:nvSpPr>
            <p:cNvPr id="324" name="Google Shape;324;p22"/>
            <p:cNvSpPr/>
            <p:nvPr/>
          </p:nvSpPr>
          <p:spPr>
            <a:xfrm>
              <a:off x="12197917" y="5147095"/>
              <a:ext cx="6067934" cy="1522077"/>
            </a:xfrm>
            <a:custGeom>
              <a:rect b="b" l="l" r="r" t="t"/>
              <a:pathLst>
                <a:path extrusionOk="0" h="1522077" w="1956737">
                  <a:moveTo>
                    <a:pt x="0" y="0"/>
                  </a:moveTo>
                  <a:lnTo>
                    <a:pt x="1956737" y="0"/>
                  </a:lnTo>
                  <a:lnTo>
                    <a:pt x="1956737" y="1522077"/>
                  </a:lnTo>
                  <a:lnTo>
                    <a:pt x="0" y="1522077"/>
                  </a:lnTo>
                  <a:lnTo>
                    <a:pt x="0" y="0"/>
                  </a:lnTo>
                  <a:close/>
                </a:path>
              </a:pathLst>
            </a:custGeom>
            <a:noFill/>
            <a:ln>
              <a:noFill/>
            </a:ln>
          </p:spPr>
          <p:txBody>
            <a:bodyPr anchorCtr="0" anchor="ctr" bIns="137150" lIns="137150" spcFirstLastPara="1" rIns="137150" wrap="square" tIns="137150">
              <a:noAutofit/>
            </a:bodyPr>
            <a:lstStyle/>
            <a:p>
              <a:pPr indent="0" lvl="1" marL="0" marR="0" rtl="0" algn="l">
                <a:lnSpc>
                  <a:spcPct val="90000"/>
                </a:lnSpc>
                <a:spcBef>
                  <a:spcPts val="0"/>
                </a:spcBef>
                <a:spcAft>
                  <a:spcPts val="0"/>
                </a:spcAft>
                <a:buNone/>
              </a:pPr>
              <a:r>
                <a:rPr b="0" i="0" lang="en-US" sz="3600" u="none" cap="none" strike="noStrike">
                  <a:solidFill>
                    <a:schemeClr val="dk1"/>
                  </a:solidFill>
                  <a:latin typeface="Calibri"/>
                  <a:ea typeface="Calibri"/>
                  <a:cs typeface="Calibri"/>
                  <a:sym typeface="Calibri"/>
                </a:rPr>
                <a:t>What makes a group walk special for you?</a:t>
              </a:r>
              <a:endParaRPr/>
            </a:p>
          </p:txBody>
        </p:sp>
        <p:sp>
          <p:nvSpPr>
            <p:cNvPr id="325" name="Google Shape;325;p22"/>
            <p:cNvSpPr/>
            <p:nvPr/>
          </p:nvSpPr>
          <p:spPr>
            <a:xfrm>
              <a:off x="11738145" y="6971422"/>
              <a:ext cx="2690395" cy="1883189"/>
            </a:xfrm>
            <a:custGeom>
              <a:rect b="b" l="l" r="r" t="t"/>
              <a:pathLst>
                <a:path extrusionOk="0" h="1883189" w="2690395">
                  <a:moveTo>
                    <a:pt x="0" y="313928"/>
                  </a:moveTo>
                  <a:cubicBezTo>
                    <a:pt x="0" y="140550"/>
                    <a:pt x="140550" y="0"/>
                    <a:pt x="313928" y="0"/>
                  </a:cubicBezTo>
                  <a:lnTo>
                    <a:pt x="2376467" y="0"/>
                  </a:lnTo>
                  <a:cubicBezTo>
                    <a:pt x="2549845" y="0"/>
                    <a:pt x="2690395" y="140550"/>
                    <a:pt x="2690395" y="313928"/>
                  </a:cubicBezTo>
                  <a:lnTo>
                    <a:pt x="2690395" y="1569261"/>
                  </a:lnTo>
                  <a:cubicBezTo>
                    <a:pt x="2690395" y="1742639"/>
                    <a:pt x="2549845" y="1883189"/>
                    <a:pt x="2376467" y="1883189"/>
                  </a:cubicBezTo>
                  <a:lnTo>
                    <a:pt x="313928" y="1883189"/>
                  </a:lnTo>
                  <a:cubicBezTo>
                    <a:pt x="140550" y="1883189"/>
                    <a:pt x="0" y="1742639"/>
                    <a:pt x="0" y="1569261"/>
                  </a:cubicBezTo>
                  <a:lnTo>
                    <a:pt x="0" y="313928"/>
                  </a:lnTo>
                  <a:close/>
                </a:path>
              </a:pathLst>
            </a:custGeom>
            <a:solidFill>
              <a:srgbClr val="7F63A1"/>
            </a:solidFill>
            <a:ln cap="flat" cmpd="sng" w="25400">
              <a:solidFill>
                <a:schemeClr val="lt1"/>
              </a:solidFill>
              <a:prstDash val="solid"/>
              <a:round/>
              <a:headEnd len="sm" w="sm" type="none"/>
              <a:tailEnd len="sm" w="sm" type="none"/>
            </a:ln>
          </p:spPr>
          <p:txBody>
            <a:bodyPr anchorCtr="0" anchor="ctr" bIns="229100" lIns="229100" spcFirstLastPara="1" rIns="229100" wrap="square" tIns="229100">
              <a:noAutofit/>
            </a:bodyPr>
            <a:lstStyle/>
            <a:p>
              <a:pPr indent="0" lvl="0" marL="0" marR="0" rtl="0" algn="ctr">
                <a:lnSpc>
                  <a:spcPct val="9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Tell me WHY</a:t>
              </a:r>
              <a:endParaRPr/>
            </a:p>
          </p:txBody>
        </p:sp>
        <p:sp>
          <p:nvSpPr>
            <p:cNvPr id="326" name="Google Shape;326;p22"/>
            <p:cNvSpPr/>
            <p:nvPr/>
          </p:nvSpPr>
          <p:spPr>
            <a:xfrm>
              <a:off x="14428541" y="7151027"/>
              <a:ext cx="4317970" cy="1522077"/>
            </a:xfrm>
            <a:custGeom>
              <a:rect b="b" l="l" r="r" t="t"/>
              <a:pathLst>
                <a:path extrusionOk="0" h="1522077" w="1956737">
                  <a:moveTo>
                    <a:pt x="0" y="0"/>
                  </a:moveTo>
                  <a:lnTo>
                    <a:pt x="1956737" y="0"/>
                  </a:lnTo>
                  <a:lnTo>
                    <a:pt x="1956737" y="1522077"/>
                  </a:lnTo>
                  <a:lnTo>
                    <a:pt x="0" y="1522077"/>
                  </a:lnTo>
                  <a:lnTo>
                    <a:pt x="0" y="0"/>
                  </a:lnTo>
                  <a:close/>
                </a:path>
              </a:pathLst>
            </a:custGeom>
            <a:noFill/>
            <a:ln>
              <a:noFill/>
            </a:ln>
          </p:spPr>
          <p:txBody>
            <a:bodyPr anchorCtr="0" anchor="ctr" bIns="137150" lIns="137150" spcFirstLastPara="1" rIns="137150" wrap="square" tIns="137150">
              <a:noAutofit/>
            </a:bodyPr>
            <a:lstStyle/>
            <a:p>
              <a:pPr indent="0" lvl="1" marL="0" marR="0" rtl="0" algn="l">
                <a:lnSpc>
                  <a:spcPct val="90000"/>
                </a:lnSpc>
                <a:spcBef>
                  <a:spcPts val="0"/>
                </a:spcBef>
                <a:spcAft>
                  <a:spcPts val="0"/>
                </a:spcAft>
                <a:buNone/>
              </a:pPr>
              <a:r>
                <a:rPr b="0" i="0" lang="en-US" sz="3600" u="none" cap="none" strike="noStrike">
                  <a:solidFill>
                    <a:schemeClr val="dk1"/>
                  </a:solidFill>
                  <a:latin typeface="Calibri"/>
                  <a:ea typeface="Calibri"/>
                  <a:cs typeface="Calibri"/>
                  <a:sym typeface="Calibri"/>
                </a:rPr>
                <a:t>Please tell us why you are interested in travelling.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cxnSp>
        <p:nvCxnSpPr>
          <p:cNvPr id="332" name="Google Shape;332;p23"/>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33" name="Google Shape;333;p2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34" name="Google Shape;334;p23"/>
          <p:cNvGrpSpPr/>
          <p:nvPr/>
        </p:nvGrpSpPr>
        <p:grpSpPr>
          <a:xfrm rot="10800000">
            <a:off x="15785091" y="-536942"/>
            <a:ext cx="7681766" cy="4260610"/>
            <a:chOff x="0" y="-38100"/>
            <a:chExt cx="406400" cy="225405"/>
          </a:xfrm>
        </p:grpSpPr>
        <p:sp>
          <p:nvSpPr>
            <p:cNvPr id="335" name="Google Shape;335;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6" name="Google Shape;336;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37" name="Google Shape;337;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38" name="Google Shape;338;p23"/>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Yes/ No questions</a:t>
            </a:r>
            <a:endParaRPr b="1" i="0" sz="6000" u="none" cap="none" strike="noStrike">
              <a:solidFill>
                <a:srgbClr val="018345"/>
              </a:solidFill>
              <a:latin typeface="Montserrat"/>
              <a:ea typeface="Montserrat"/>
              <a:cs typeface="Montserrat"/>
              <a:sym typeface="Montserrat"/>
            </a:endParaRPr>
          </a:p>
        </p:txBody>
      </p:sp>
      <p:grpSp>
        <p:nvGrpSpPr>
          <p:cNvPr id="339" name="Google Shape;339;p23"/>
          <p:cNvGrpSpPr/>
          <p:nvPr/>
        </p:nvGrpSpPr>
        <p:grpSpPr>
          <a:xfrm>
            <a:off x="-2718010" y="9274528"/>
            <a:ext cx="7950400" cy="1707231"/>
            <a:chOff x="0" y="-384762"/>
            <a:chExt cx="10600533" cy="2276307"/>
          </a:xfrm>
        </p:grpSpPr>
        <p:grpSp>
          <p:nvGrpSpPr>
            <p:cNvPr id="340" name="Google Shape;340;p23"/>
            <p:cNvGrpSpPr/>
            <p:nvPr/>
          </p:nvGrpSpPr>
          <p:grpSpPr>
            <a:xfrm>
              <a:off x="0" y="-384762"/>
              <a:ext cx="10600533" cy="2276307"/>
              <a:chOff x="0" y="-38100"/>
              <a:chExt cx="1049690" cy="225405"/>
            </a:xfrm>
          </p:grpSpPr>
          <p:sp>
            <p:nvSpPr>
              <p:cNvPr id="341" name="Google Shape;341;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42" name="Google Shape;342;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43" name="Google Shape;343;p23"/>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grpSp>
        <p:nvGrpSpPr>
          <p:cNvPr id="344" name="Google Shape;344;p23"/>
          <p:cNvGrpSpPr/>
          <p:nvPr/>
        </p:nvGrpSpPr>
        <p:grpSpPr>
          <a:xfrm>
            <a:off x="5792784" y="7253854"/>
            <a:ext cx="11334074" cy="1677005"/>
            <a:chOff x="5792784" y="7253854"/>
            <a:chExt cx="11334074" cy="1677005"/>
          </a:xfrm>
        </p:grpSpPr>
        <p:sp>
          <p:nvSpPr>
            <p:cNvPr id="345" name="Google Shape;345;p23"/>
            <p:cNvSpPr/>
            <p:nvPr/>
          </p:nvSpPr>
          <p:spPr>
            <a:xfrm>
              <a:off x="7127581" y="7406894"/>
              <a:ext cx="9999277" cy="1327986"/>
            </a:xfrm>
            <a:prstGeom prst="roundRect">
              <a:avLst>
                <a:gd fmla="val 16667" name="adj"/>
              </a:avLst>
            </a:prstGeom>
            <a:solidFill>
              <a:srgbClr val="ECFFE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200"/>
                <a:buFont typeface="Arial"/>
                <a:buNone/>
              </a:pPr>
              <a:r>
                <a:rPr b="1" i="0" lang="en-US" sz="4200" u="none" cap="none" strike="noStrike">
                  <a:solidFill>
                    <a:srgbClr val="006600"/>
                  </a:solidFill>
                  <a:latin typeface="Roboto"/>
                  <a:ea typeface="Roboto"/>
                  <a:cs typeface="Roboto"/>
                  <a:sym typeface="Roboto"/>
                </a:rPr>
                <a:t> TRẢ LỜI + LÝ DO/ VÍ DỤ/ THÔNG TIN</a:t>
              </a:r>
              <a:endParaRPr b="1" i="0" sz="4200" u="none" cap="none" strike="noStrike">
                <a:solidFill>
                  <a:srgbClr val="006600"/>
                </a:solidFill>
                <a:latin typeface="Roboto"/>
                <a:ea typeface="Roboto"/>
                <a:cs typeface="Roboto"/>
                <a:sym typeface="Roboto"/>
              </a:endParaRPr>
            </a:p>
          </p:txBody>
        </p:sp>
        <p:sp>
          <p:nvSpPr>
            <p:cNvPr id="346" name="Google Shape;346;p23"/>
            <p:cNvSpPr/>
            <p:nvPr/>
          </p:nvSpPr>
          <p:spPr>
            <a:xfrm>
              <a:off x="5792784" y="7253854"/>
              <a:ext cx="1742304" cy="1677005"/>
            </a:xfrm>
            <a:prstGeom prst="ellipse">
              <a:avLst/>
            </a:prstGeom>
            <a:solidFill>
              <a:schemeClr val="lt1"/>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Roboto"/>
                  <a:ea typeface="Roboto"/>
                  <a:cs typeface="Roboto"/>
                  <a:sym typeface="Roboto"/>
                </a:rPr>
                <a:t>TRẢ LỜI</a:t>
              </a:r>
              <a:endParaRPr b="0" i="0" sz="1400" u="none" cap="none" strike="noStrike">
                <a:solidFill>
                  <a:srgbClr val="000000"/>
                </a:solidFill>
                <a:latin typeface="Calibri"/>
                <a:ea typeface="Calibri"/>
                <a:cs typeface="Calibri"/>
                <a:sym typeface="Calibri"/>
              </a:endParaRPr>
            </a:p>
          </p:txBody>
        </p:sp>
      </p:grpSp>
      <p:sp>
        <p:nvSpPr>
          <p:cNvPr id="347" name="Google Shape;347;p23"/>
          <p:cNvSpPr/>
          <p:nvPr/>
        </p:nvSpPr>
        <p:spPr>
          <a:xfrm>
            <a:off x="7798464" y="2617597"/>
            <a:ext cx="8657510" cy="3810000"/>
          </a:xfrm>
          <a:prstGeom prst="roundRect">
            <a:avLst>
              <a:gd fmla="val 16667" name="adj"/>
            </a:avLst>
          </a:prstGeom>
          <a:solidFill>
            <a:schemeClr val="lt1"/>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b="0" i="0" lang="en-US" sz="3600" u="none" cap="none" strike="noStrike">
                <a:solidFill>
                  <a:schemeClr val="dk1"/>
                </a:solidFill>
                <a:latin typeface="Calibri"/>
                <a:ea typeface="Calibri"/>
                <a:cs typeface="Calibri"/>
                <a:sym typeface="Calibri"/>
              </a:rPr>
              <a:t>	Do you…?</a:t>
            </a:r>
            <a:endParaRPr/>
          </a:p>
          <a:p>
            <a:pPr indent="0" lvl="0" marL="0" marR="0" rtl="0" algn="l">
              <a:lnSpc>
                <a:spcPct val="150000"/>
              </a:lnSpc>
              <a:spcBef>
                <a:spcPts val="0"/>
              </a:spcBef>
              <a:spcAft>
                <a:spcPts val="0"/>
              </a:spcAft>
              <a:buNone/>
            </a:pPr>
            <a:r>
              <a:rPr b="0" i="0" lang="en-US" sz="3600" u="none" cap="none" strike="noStrike">
                <a:solidFill>
                  <a:schemeClr val="dk1"/>
                </a:solidFill>
                <a:latin typeface="Calibri"/>
                <a:ea typeface="Calibri"/>
                <a:cs typeface="Calibri"/>
                <a:sym typeface="Calibri"/>
              </a:rPr>
              <a:t>	Have you…?</a:t>
            </a:r>
            <a:endParaRPr/>
          </a:p>
          <a:p>
            <a:pPr indent="0" lvl="0" marL="0" marR="0" rtl="0" algn="l">
              <a:lnSpc>
                <a:spcPct val="150000"/>
              </a:lnSpc>
              <a:spcBef>
                <a:spcPts val="0"/>
              </a:spcBef>
              <a:spcAft>
                <a:spcPts val="0"/>
              </a:spcAft>
              <a:buNone/>
            </a:pPr>
            <a:r>
              <a:rPr b="0" i="0" lang="en-US" sz="3600" u="none" cap="none" strike="noStrike">
                <a:solidFill>
                  <a:schemeClr val="dk1"/>
                </a:solidFill>
                <a:latin typeface="Calibri"/>
                <a:ea typeface="Calibri"/>
                <a:cs typeface="Calibri"/>
                <a:sym typeface="Calibri"/>
              </a:rPr>
              <a:t>	Will you…?</a:t>
            </a:r>
            <a:endParaRPr/>
          </a:p>
          <a:p>
            <a:pPr indent="0" lvl="0" marL="0" marR="0" rtl="0" algn="l">
              <a:lnSpc>
                <a:spcPct val="150000"/>
              </a:lnSpc>
              <a:spcBef>
                <a:spcPts val="0"/>
              </a:spcBef>
              <a:spcAft>
                <a:spcPts val="0"/>
              </a:spcAft>
              <a:buNone/>
            </a:pPr>
            <a:r>
              <a:rPr b="0" i="0" lang="en-US" sz="3600" u="none" cap="none" strike="noStrike">
                <a:solidFill>
                  <a:schemeClr val="dk1"/>
                </a:solidFill>
                <a:latin typeface="Calibri"/>
                <a:ea typeface="Calibri"/>
                <a:cs typeface="Calibri"/>
                <a:sym typeface="Calibri"/>
              </a:rPr>
              <a:t>	Can you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cxnSp>
        <p:nvCxnSpPr>
          <p:cNvPr id="353" name="Google Shape;353;p24"/>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54" name="Google Shape;354;p24"/>
          <p:cNvGrpSpPr/>
          <p:nvPr/>
        </p:nvGrpSpPr>
        <p:grpSpPr>
          <a:xfrm rot="10800000">
            <a:off x="15785091" y="-536942"/>
            <a:ext cx="7681766" cy="4260610"/>
            <a:chOff x="0" y="-38100"/>
            <a:chExt cx="406400" cy="225405"/>
          </a:xfrm>
        </p:grpSpPr>
        <p:sp>
          <p:nvSpPr>
            <p:cNvPr id="355" name="Google Shape;355;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6" name="Google Shape;356;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57" name="Google Shape;357;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58" name="Google Shape;358;p24"/>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Ví dụ</a:t>
            </a:r>
            <a:endParaRPr b="1" i="0" sz="6000" u="none" cap="none" strike="noStrike">
              <a:solidFill>
                <a:srgbClr val="018345"/>
              </a:solidFill>
              <a:latin typeface="Montserrat"/>
              <a:ea typeface="Montserrat"/>
              <a:cs typeface="Montserrat"/>
              <a:sym typeface="Montserrat"/>
            </a:endParaRPr>
          </a:p>
        </p:txBody>
      </p:sp>
      <p:grpSp>
        <p:nvGrpSpPr>
          <p:cNvPr id="359" name="Google Shape;359;p24"/>
          <p:cNvGrpSpPr/>
          <p:nvPr/>
        </p:nvGrpSpPr>
        <p:grpSpPr>
          <a:xfrm>
            <a:off x="-2718010" y="9274528"/>
            <a:ext cx="7950400" cy="1707231"/>
            <a:chOff x="0" y="-384762"/>
            <a:chExt cx="10600533" cy="2276307"/>
          </a:xfrm>
        </p:grpSpPr>
        <p:grpSp>
          <p:nvGrpSpPr>
            <p:cNvPr id="360" name="Google Shape;360;p24"/>
            <p:cNvGrpSpPr/>
            <p:nvPr/>
          </p:nvGrpSpPr>
          <p:grpSpPr>
            <a:xfrm>
              <a:off x="0" y="-384762"/>
              <a:ext cx="10600533" cy="2276307"/>
              <a:chOff x="0" y="-38100"/>
              <a:chExt cx="1049690" cy="225405"/>
            </a:xfrm>
          </p:grpSpPr>
          <p:sp>
            <p:nvSpPr>
              <p:cNvPr id="361" name="Google Shape;361;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2" name="Google Shape;362;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63" name="Google Shape;363;p24"/>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64" name="Google Shape;364;p24"/>
          <p:cNvSpPr/>
          <p:nvPr/>
        </p:nvSpPr>
        <p:spPr>
          <a:xfrm>
            <a:off x="6249666" y="2075176"/>
            <a:ext cx="11243637" cy="7468874"/>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365" name="Google Shape;365;p24"/>
          <p:cNvGrpSpPr/>
          <p:nvPr/>
        </p:nvGrpSpPr>
        <p:grpSpPr>
          <a:xfrm>
            <a:off x="6869037" y="2400300"/>
            <a:ext cx="9666364" cy="1545386"/>
            <a:chOff x="6869037" y="2762832"/>
            <a:chExt cx="9666364" cy="1545386"/>
          </a:xfrm>
        </p:grpSpPr>
        <p:sp>
          <p:nvSpPr>
            <p:cNvPr id="366" name="Google Shape;366;p24"/>
            <p:cNvSpPr txBox="1"/>
            <p:nvPr/>
          </p:nvSpPr>
          <p:spPr>
            <a:xfrm>
              <a:off x="6869037" y="2820631"/>
              <a:ext cx="5399163"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Trả lời </a:t>
              </a:r>
              <a:endParaRPr/>
            </a:p>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Lý do/ ví dụ/ thông tin</a:t>
              </a:r>
              <a:endParaRPr/>
            </a:p>
          </p:txBody>
        </p:sp>
        <p:sp>
          <p:nvSpPr>
            <p:cNvPr id="367" name="Google Shape;367;p24"/>
            <p:cNvSpPr txBox="1"/>
            <p:nvPr/>
          </p:nvSpPr>
          <p:spPr>
            <a:xfrm>
              <a:off x="13353975" y="2762832"/>
              <a:ext cx="3181426"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1 câu</a:t>
              </a:r>
              <a:endParaRPr b="1" i="0" sz="3200" u="none" cap="none" strike="noStrike">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1 câu</a:t>
              </a:r>
              <a:endParaRPr b="1" i="0" sz="3200" u="none" cap="none" strike="noStrike">
                <a:solidFill>
                  <a:srgbClr val="018345"/>
                </a:solidFill>
                <a:latin typeface="Roboto"/>
                <a:ea typeface="Roboto"/>
                <a:cs typeface="Roboto"/>
                <a:sym typeface="Roboto"/>
              </a:endParaRPr>
            </a:p>
          </p:txBody>
        </p:sp>
        <p:sp>
          <p:nvSpPr>
            <p:cNvPr id="368" name="Google Shape;368;p24"/>
            <p:cNvSpPr/>
            <p:nvPr/>
          </p:nvSpPr>
          <p:spPr>
            <a:xfrm>
              <a:off x="11734800" y="3003502"/>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9" name="Google Shape;369;p24"/>
            <p:cNvSpPr/>
            <p:nvPr/>
          </p:nvSpPr>
          <p:spPr>
            <a:xfrm>
              <a:off x="11722365" y="3651403"/>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pSp>
      <p:grpSp>
        <p:nvGrpSpPr>
          <p:cNvPr id="370" name="Google Shape;370;p24"/>
          <p:cNvGrpSpPr/>
          <p:nvPr/>
        </p:nvGrpSpPr>
        <p:grpSpPr>
          <a:xfrm>
            <a:off x="6475029" y="4110385"/>
            <a:ext cx="10746105" cy="5017800"/>
            <a:chOff x="6475029" y="4110385"/>
            <a:chExt cx="10746105" cy="5017800"/>
          </a:xfrm>
        </p:grpSpPr>
        <p:sp>
          <p:nvSpPr>
            <p:cNvPr id="371" name="Google Shape;371;p24"/>
            <p:cNvSpPr txBox="1"/>
            <p:nvPr/>
          </p:nvSpPr>
          <p:spPr>
            <a:xfrm>
              <a:off x="7516734" y="4110385"/>
              <a:ext cx="9704400" cy="5017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200" u="none" cap="none" strike="noStrike">
                  <a:solidFill>
                    <a:srgbClr val="000000"/>
                  </a:solidFill>
                  <a:latin typeface="Roboto"/>
                  <a:ea typeface="Roboto"/>
                  <a:cs typeface="Roboto"/>
                  <a:sym typeface="Roboto"/>
                </a:rPr>
                <a:t>Have you ever had a bad experience with a debating society?</a:t>
              </a:r>
              <a:endParaRPr/>
            </a:p>
            <a:p>
              <a:pPr indent="0" lvl="0" marL="0" marR="0" rtl="0" algn="just">
                <a:lnSpc>
                  <a:spcPct val="150000"/>
                </a:lnSpc>
                <a:spcBef>
                  <a:spcPts val="0"/>
                </a:spcBef>
                <a:spcAft>
                  <a:spcPts val="0"/>
                </a:spcAft>
                <a:buNone/>
              </a:pPr>
              <a:r>
                <a:rPr b="0" i="0" lang="en-US" sz="3200" u="none" cap="none" strike="noStrike">
                  <a:solidFill>
                    <a:srgbClr val="000000"/>
                  </a:solidFill>
                  <a:latin typeface="Roboto"/>
                  <a:ea typeface="Roboto"/>
                  <a:cs typeface="Roboto"/>
                  <a:sym typeface="Roboto"/>
                </a:rPr>
                <a:t>		Not a particularly bad experience, but I have been a member of some that were rather disorganized. </a:t>
              </a:r>
              <a:endParaRPr/>
            </a:p>
            <a:p>
              <a:pPr indent="0" lvl="0" marL="0" marR="0" rtl="0" algn="just">
                <a:lnSpc>
                  <a:spcPct val="150000"/>
                </a:lnSpc>
                <a:spcBef>
                  <a:spcPts val="0"/>
                </a:spcBef>
                <a:spcAft>
                  <a:spcPts val="0"/>
                </a:spcAft>
                <a:buNone/>
              </a:pPr>
              <a:r>
                <a:rPr b="0" i="0" lang="en-US" sz="3200" u="none" cap="none" strike="noStrike">
                  <a:solidFill>
                    <a:srgbClr val="000000"/>
                  </a:solidFill>
                  <a:latin typeface="Roboto"/>
                  <a:ea typeface="Roboto"/>
                  <a:cs typeface="Roboto"/>
                  <a:sym typeface="Roboto"/>
                </a:rPr>
                <a:t>		No one knew when the meetings were until the last minute.</a:t>
              </a:r>
              <a:endParaRPr/>
            </a:p>
          </p:txBody>
        </p:sp>
        <p:sp>
          <p:nvSpPr>
            <p:cNvPr id="372" name="Google Shape;372;p24"/>
            <p:cNvSpPr/>
            <p:nvPr/>
          </p:nvSpPr>
          <p:spPr>
            <a:xfrm>
              <a:off x="6477000" y="5573368"/>
              <a:ext cx="19812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lt1"/>
                  </a:solidFill>
                  <a:latin typeface="Calibri"/>
                  <a:ea typeface="Calibri"/>
                  <a:cs typeface="Calibri"/>
                  <a:sym typeface="Calibri"/>
                </a:rPr>
                <a:t>Trả lời</a:t>
              </a:r>
              <a:endParaRPr b="0" i="0" sz="3200" u="none" cap="none" strike="noStrike">
                <a:solidFill>
                  <a:schemeClr val="lt1"/>
                </a:solidFill>
                <a:latin typeface="Calibri"/>
                <a:ea typeface="Calibri"/>
                <a:cs typeface="Calibri"/>
                <a:sym typeface="Calibri"/>
              </a:endParaRPr>
            </a:p>
          </p:txBody>
        </p:sp>
        <p:sp>
          <p:nvSpPr>
            <p:cNvPr id="373" name="Google Shape;373;p24"/>
            <p:cNvSpPr/>
            <p:nvPr/>
          </p:nvSpPr>
          <p:spPr>
            <a:xfrm>
              <a:off x="6475029" y="7765158"/>
              <a:ext cx="1981200" cy="6474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lt1"/>
                  </a:solidFill>
                  <a:latin typeface="Calibri"/>
                  <a:ea typeface="Calibri"/>
                  <a:cs typeface="Calibri"/>
                  <a:sym typeface="Calibri"/>
                </a:rPr>
                <a:t>Thông tin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cxnSp>
        <p:nvCxnSpPr>
          <p:cNvPr id="379" name="Google Shape;379;p25"/>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80" name="Google Shape;380;p2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81" name="Google Shape;381;p25"/>
          <p:cNvGrpSpPr/>
          <p:nvPr/>
        </p:nvGrpSpPr>
        <p:grpSpPr>
          <a:xfrm rot="10800000">
            <a:off x="15785091" y="-536942"/>
            <a:ext cx="7681766" cy="4260610"/>
            <a:chOff x="0" y="-38100"/>
            <a:chExt cx="406400" cy="225405"/>
          </a:xfrm>
        </p:grpSpPr>
        <p:sp>
          <p:nvSpPr>
            <p:cNvPr id="382" name="Google Shape;382;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83" name="Google Shape;383;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84" name="Google Shape;384;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85" name="Google Shape;385;p25"/>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Ví dụ</a:t>
            </a:r>
            <a:endParaRPr b="1" i="0" sz="6000" u="none" cap="none" strike="noStrike">
              <a:solidFill>
                <a:srgbClr val="018345"/>
              </a:solidFill>
              <a:latin typeface="Montserrat"/>
              <a:ea typeface="Montserrat"/>
              <a:cs typeface="Montserrat"/>
              <a:sym typeface="Montserrat"/>
            </a:endParaRPr>
          </a:p>
        </p:txBody>
      </p:sp>
      <p:grpSp>
        <p:nvGrpSpPr>
          <p:cNvPr id="386" name="Google Shape;386;p25"/>
          <p:cNvGrpSpPr/>
          <p:nvPr/>
        </p:nvGrpSpPr>
        <p:grpSpPr>
          <a:xfrm>
            <a:off x="-2718010" y="9274528"/>
            <a:ext cx="7950400" cy="1707231"/>
            <a:chOff x="0" y="-384762"/>
            <a:chExt cx="10600533" cy="2276307"/>
          </a:xfrm>
        </p:grpSpPr>
        <p:grpSp>
          <p:nvGrpSpPr>
            <p:cNvPr id="387" name="Google Shape;387;p25"/>
            <p:cNvGrpSpPr/>
            <p:nvPr/>
          </p:nvGrpSpPr>
          <p:grpSpPr>
            <a:xfrm>
              <a:off x="0" y="-384762"/>
              <a:ext cx="10600533" cy="2276307"/>
              <a:chOff x="0" y="-38100"/>
              <a:chExt cx="1049690" cy="225405"/>
            </a:xfrm>
          </p:grpSpPr>
          <p:sp>
            <p:nvSpPr>
              <p:cNvPr id="388" name="Google Shape;388;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9" name="Google Shape;389;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390" name="Google Shape;390;p25"/>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grpSp>
        <p:nvGrpSpPr>
          <p:cNvPr id="391" name="Google Shape;391;p25"/>
          <p:cNvGrpSpPr/>
          <p:nvPr/>
        </p:nvGrpSpPr>
        <p:grpSpPr>
          <a:xfrm>
            <a:off x="6249666" y="2781300"/>
            <a:ext cx="11243637" cy="5673551"/>
            <a:chOff x="6209270" y="2251250"/>
            <a:chExt cx="11243637" cy="6416499"/>
          </a:xfrm>
        </p:grpSpPr>
        <p:sp>
          <p:nvSpPr>
            <p:cNvPr id="392" name="Google Shape;392;p25"/>
            <p:cNvSpPr/>
            <p:nvPr/>
          </p:nvSpPr>
          <p:spPr>
            <a:xfrm>
              <a:off x="6209270" y="2251250"/>
              <a:ext cx="11243637" cy="6416499"/>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93" name="Google Shape;393;p25"/>
            <p:cNvSpPr txBox="1"/>
            <p:nvPr/>
          </p:nvSpPr>
          <p:spPr>
            <a:xfrm>
              <a:off x="6828641" y="2891669"/>
              <a:ext cx="10004893" cy="502395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200" u="none" cap="none" strike="noStrike">
                  <a:solidFill>
                    <a:srgbClr val="000000"/>
                  </a:solidFill>
                  <a:latin typeface="Roboto"/>
                  <a:ea typeface="Roboto"/>
                  <a:cs typeface="Roboto"/>
                  <a:sym typeface="Roboto"/>
                </a:rPr>
                <a:t>Have you ever had a bad experience with a debating society?</a:t>
              </a:r>
              <a:endParaRPr/>
            </a:p>
            <a:p>
              <a:pPr indent="0" lvl="0" marL="0" marR="0" rtl="0" algn="just">
                <a:lnSpc>
                  <a:spcPct val="150000"/>
                </a:lnSpc>
                <a:spcBef>
                  <a:spcPts val="0"/>
                </a:spcBef>
                <a:spcAft>
                  <a:spcPts val="0"/>
                </a:spcAft>
                <a:buNone/>
              </a:pPr>
              <a:r>
                <a:rPr b="0" i="0" lang="en-US" sz="3200" u="none" cap="none" strike="noStrike">
                  <a:solidFill>
                    <a:srgbClr val="000000"/>
                  </a:solidFill>
                  <a:latin typeface="Roboto"/>
                  <a:ea typeface="Roboto"/>
                  <a:cs typeface="Roboto"/>
                  <a:sym typeface="Roboto"/>
                </a:rPr>
                <a:t>Not a particularly bad experience, but I have been a member of some that were rather disorganized. No one knew when the meetings were until the last minute.</a:t>
              </a:r>
              <a:endParaRPr/>
            </a:p>
          </p:txBody>
        </p:sp>
      </p:grpSp>
      <p:cxnSp>
        <p:nvCxnSpPr>
          <p:cNvPr id="394" name="Google Shape;394;p25"/>
          <p:cNvCxnSpPr/>
          <p:nvPr/>
        </p:nvCxnSpPr>
        <p:spPr>
          <a:xfrm>
            <a:off x="11338932" y="6254905"/>
            <a:ext cx="4674219" cy="0"/>
          </a:xfrm>
          <a:prstGeom prst="straightConnector1">
            <a:avLst/>
          </a:prstGeom>
          <a:noFill/>
          <a:ln cap="flat" cmpd="sng" w="57150">
            <a:solidFill>
              <a:srgbClr val="BD4B48"/>
            </a:solidFill>
            <a:prstDash val="solid"/>
            <a:round/>
            <a:headEnd len="sm" w="sm" type="none"/>
            <a:tailEnd len="sm" w="sm" type="none"/>
          </a:ln>
        </p:spPr>
      </p:cxnSp>
      <p:cxnSp>
        <p:nvCxnSpPr>
          <p:cNvPr id="395" name="Google Shape;395;p25"/>
          <p:cNvCxnSpPr/>
          <p:nvPr/>
        </p:nvCxnSpPr>
        <p:spPr>
          <a:xfrm>
            <a:off x="14298651" y="6972300"/>
            <a:ext cx="2383573" cy="0"/>
          </a:xfrm>
          <a:prstGeom prst="straightConnector1">
            <a:avLst/>
          </a:prstGeom>
          <a:noFill/>
          <a:ln cap="flat" cmpd="sng" w="57150">
            <a:solidFill>
              <a:srgbClr val="BD4B48"/>
            </a:solidFill>
            <a:prstDash val="solid"/>
            <a:round/>
            <a:headEnd len="sm" w="sm" type="none"/>
            <a:tailEnd len="sm" w="sm" type="none"/>
          </a:ln>
        </p:spPr>
      </p:cxnSp>
      <p:cxnSp>
        <p:nvCxnSpPr>
          <p:cNvPr id="396" name="Google Shape;396;p25"/>
          <p:cNvCxnSpPr/>
          <p:nvPr/>
        </p:nvCxnSpPr>
        <p:spPr>
          <a:xfrm>
            <a:off x="6998895" y="7759143"/>
            <a:ext cx="1319915" cy="0"/>
          </a:xfrm>
          <a:prstGeom prst="straightConnector1">
            <a:avLst/>
          </a:prstGeom>
          <a:noFill/>
          <a:ln cap="flat" cmpd="sng" w="57150">
            <a:solidFill>
              <a:srgbClr val="BD4B48"/>
            </a:solidFill>
            <a:prstDash val="solid"/>
            <a:round/>
            <a:headEnd len="sm" w="sm" type="none"/>
            <a:tailEnd len="sm" w="sm" type="none"/>
          </a:ln>
        </p:spPr>
      </p:cxnSp>
      <p:cxnSp>
        <p:nvCxnSpPr>
          <p:cNvPr id="397" name="Google Shape;397;p25"/>
          <p:cNvCxnSpPr/>
          <p:nvPr/>
        </p:nvCxnSpPr>
        <p:spPr>
          <a:xfrm>
            <a:off x="6998895" y="5498480"/>
            <a:ext cx="6226451" cy="0"/>
          </a:xfrm>
          <a:prstGeom prst="straightConnector1">
            <a:avLst/>
          </a:prstGeom>
          <a:noFill/>
          <a:ln cap="flat" cmpd="sng" w="57150">
            <a:solidFill>
              <a:srgbClr val="BD4B48"/>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cxnSp>
        <p:nvCxnSpPr>
          <p:cNvPr id="403" name="Google Shape;403;p26"/>
          <p:cNvCxnSpPr/>
          <p:nvPr/>
        </p:nvCxnSpPr>
        <p:spPr>
          <a:xfrm flipH="1" rot="10800000">
            <a:off x="6209270" y="2305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404" name="Google Shape;404;p2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05" name="Google Shape;405;p26"/>
          <p:cNvGrpSpPr/>
          <p:nvPr/>
        </p:nvGrpSpPr>
        <p:grpSpPr>
          <a:xfrm rot="10800000">
            <a:off x="15785091" y="-536942"/>
            <a:ext cx="7681766" cy="4260610"/>
            <a:chOff x="0" y="-38100"/>
            <a:chExt cx="406400" cy="225405"/>
          </a:xfrm>
        </p:grpSpPr>
        <p:sp>
          <p:nvSpPr>
            <p:cNvPr id="406" name="Google Shape;406;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07" name="Google Shape;407;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08" name="Google Shape;408;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09" name="Google Shape;409;p26"/>
          <p:cNvSpPr txBox="1"/>
          <p:nvPr/>
        </p:nvSpPr>
        <p:spPr>
          <a:xfrm>
            <a:off x="5571909" y="834553"/>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Từ vựng và cấu trúc</a:t>
            </a:r>
            <a:endParaRPr b="1" i="0" sz="6000" u="none" cap="none" strike="noStrike">
              <a:solidFill>
                <a:srgbClr val="018345"/>
              </a:solidFill>
              <a:latin typeface="Montserrat"/>
              <a:ea typeface="Montserrat"/>
              <a:cs typeface="Montserrat"/>
              <a:sym typeface="Montserrat"/>
            </a:endParaRPr>
          </a:p>
        </p:txBody>
      </p:sp>
      <p:grpSp>
        <p:nvGrpSpPr>
          <p:cNvPr id="410" name="Google Shape;410;p26"/>
          <p:cNvGrpSpPr/>
          <p:nvPr/>
        </p:nvGrpSpPr>
        <p:grpSpPr>
          <a:xfrm>
            <a:off x="-2718010" y="9274528"/>
            <a:ext cx="7950400" cy="1707231"/>
            <a:chOff x="0" y="-384762"/>
            <a:chExt cx="10600533" cy="2276307"/>
          </a:xfrm>
        </p:grpSpPr>
        <p:grpSp>
          <p:nvGrpSpPr>
            <p:cNvPr id="411" name="Google Shape;411;p26"/>
            <p:cNvGrpSpPr/>
            <p:nvPr/>
          </p:nvGrpSpPr>
          <p:grpSpPr>
            <a:xfrm>
              <a:off x="0" y="-384762"/>
              <a:ext cx="10600533" cy="2276307"/>
              <a:chOff x="0" y="-38100"/>
              <a:chExt cx="1049690" cy="225405"/>
            </a:xfrm>
          </p:grpSpPr>
          <p:sp>
            <p:nvSpPr>
              <p:cNvPr id="412" name="Google Shape;412;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13" name="Google Shape;413;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14" name="Google Shape;414;p26"/>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15" name="Google Shape;415;p26"/>
          <p:cNvSpPr txBox="1"/>
          <p:nvPr/>
        </p:nvSpPr>
        <p:spPr>
          <a:xfrm>
            <a:off x="7454189" y="3003502"/>
            <a:ext cx="9699164" cy="6081345"/>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rgbClr val="000000"/>
              </a:buClr>
              <a:buSzPts val="4400"/>
              <a:buFont typeface="Noto Sans Symbols"/>
              <a:buChar char="⮚"/>
            </a:pPr>
            <a:r>
              <a:rPr b="0" i="0" lang="en-US" sz="4400" u="none" cap="none" strike="noStrike">
                <a:solidFill>
                  <a:srgbClr val="018345"/>
                </a:solidFill>
                <a:latin typeface="Calibri"/>
                <a:ea typeface="Calibri"/>
                <a:cs typeface="Calibri"/>
                <a:sym typeface="Calibri"/>
              </a:rPr>
              <a:t>Not a particularly bad experience: </a:t>
            </a:r>
            <a:r>
              <a:rPr b="0" i="0" lang="en-US" sz="4400" u="none" cap="none" strike="noStrike">
                <a:solidFill>
                  <a:schemeClr val="dk1"/>
                </a:solidFill>
                <a:latin typeface="Calibri"/>
                <a:ea typeface="Calibri"/>
                <a:cs typeface="Calibri"/>
                <a:sym typeface="Calibri"/>
              </a:rPr>
              <a:t>Không phải là một trải nghiệm quá tệ. </a:t>
            </a:r>
            <a:endParaRPr/>
          </a:p>
          <a:p>
            <a:pPr indent="-571500" lvl="0" marL="571500" marR="0" rtl="0" algn="just">
              <a:lnSpc>
                <a:spcPct val="150000"/>
              </a:lnSpc>
              <a:spcBef>
                <a:spcPts val="0"/>
              </a:spcBef>
              <a:spcAft>
                <a:spcPts val="0"/>
              </a:spcAft>
              <a:buClr>
                <a:srgbClr val="000000"/>
              </a:buClr>
              <a:buSzPts val="4400"/>
              <a:buFont typeface="Noto Sans Symbols"/>
              <a:buChar char="⮚"/>
            </a:pPr>
            <a:r>
              <a:rPr b="0" i="0" lang="en-US" sz="4400" u="none" cap="none" strike="noStrike">
                <a:solidFill>
                  <a:srgbClr val="018345"/>
                </a:solidFill>
                <a:latin typeface="Calibri"/>
                <a:ea typeface="Calibri"/>
                <a:cs typeface="Calibri"/>
                <a:sym typeface="Calibri"/>
              </a:rPr>
              <a:t>Were rather disorganized: </a:t>
            </a:r>
            <a:r>
              <a:rPr b="0" i="0" lang="en-US" sz="4400" u="none" cap="none" strike="noStrike">
                <a:solidFill>
                  <a:schemeClr val="dk1"/>
                </a:solidFill>
                <a:latin typeface="Calibri"/>
                <a:ea typeface="Calibri"/>
                <a:cs typeface="Calibri"/>
                <a:sym typeface="Calibri"/>
              </a:rPr>
              <a:t>Khá lộn xộn, thiếu tổ chức.</a:t>
            </a:r>
            <a:endParaRPr/>
          </a:p>
          <a:p>
            <a:pPr indent="-571500" lvl="0" marL="571500" marR="0" rtl="0" algn="just">
              <a:lnSpc>
                <a:spcPct val="150000"/>
              </a:lnSpc>
              <a:spcBef>
                <a:spcPts val="0"/>
              </a:spcBef>
              <a:spcAft>
                <a:spcPts val="0"/>
              </a:spcAft>
              <a:buClr>
                <a:srgbClr val="000000"/>
              </a:buClr>
              <a:buSzPts val="4400"/>
              <a:buFont typeface="Noto Sans Symbols"/>
              <a:buChar char="⮚"/>
            </a:pPr>
            <a:r>
              <a:rPr b="0" i="0" lang="en-US" sz="4400" u="none" cap="none" strike="noStrike">
                <a:solidFill>
                  <a:srgbClr val="018345"/>
                </a:solidFill>
                <a:latin typeface="Calibri"/>
                <a:ea typeface="Calibri"/>
                <a:cs typeface="Calibri"/>
                <a:sym typeface="Calibri"/>
              </a:rPr>
              <a:t>Until the last minute: </a:t>
            </a:r>
            <a:r>
              <a:rPr b="0" i="0" lang="en-US" sz="4400" u="none" cap="none" strike="noStrike">
                <a:solidFill>
                  <a:schemeClr val="dk1"/>
                </a:solidFill>
                <a:latin typeface="Calibri"/>
                <a:ea typeface="Calibri"/>
                <a:cs typeface="Calibri"/>
                <a:sym typeface="Calibri"/>
              </a:rPr>
              <a:t>Cho đến phút chót.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cxnSp>
        <p:nvCxnSpPr>
          <p:cNvPr id="421" name="Google Shape;421;p27"/>
          <p:cNvCxnSpPr/>
          <p:nvPr/>
        </p:nvCxnSpPr>
        <p:spPr>
          <a:xfrm flipH="1" rot="10800000">
            <a:off x="6510963" y="1924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422" name="Google Shape;422;p2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23" name="Google Shape;423;p27"/>
          <p:cNvGrpSpPr/>
          <p:nvPr/>
        </p:nvGrpSpPr>
        <p:grpSpPr>
          <a:xfrm rot="10800000">
            <a:off x="15785091" y="-536942"/>
            <a:ext cx="7681766" cy="4260610"/>
            <a:chOff x="0" y="-38100"/>
            <a:chExt cx="406400" cy="225405"/>
          </a:xfrm>
        </p:grpSpPr>
        <p:sp>
          <p:nvSpPr>
            <p:cNvPr id="424" name="Google Shape;424;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5" name="Google Shape;425;p2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26" name="Google Shape;426;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27" name="Google Shape;427;p27"/>
          <p:cNvSpPr txBox="1"/>
          <p:nvPr/>
        </p:nvSpPr>
        <p:spPr>
          <a:xfrm>
            <a:off x="5571910" y="7059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Wh/H questions</a:t>
            </a:r>
            <a:endParaRPr b="1" i="0" sz="6000" u="none" cap="none" strike="noStrike">
              <a:solidFill>
                <a:srgbClr val="018345"/>
              </a:solidFill>
              <a:latin typeface="Montserrat"/>
              <a:ea typeface="Montserrat"/>
              <a:cs typeface="Montserrat"/>
              <a:sym typeface="Montserrat"/>
            </a:endParaRPr>
          </a:p>
        </p:txBody>
      </p:sp>
      <p:grpSp>
        <p:nvGrpSpPr>
          <p:cNvPr id="428" name="Google Shape;428;p27"/>
          <p:cNvGrpSpPr/>
          <p:nvPr/>
        </p:nvGrpSpPr>
        <p:grpSpPr>
          <a:xfrm>
            <a:off x="-2718010" y="9274528"/>
            <a:ext cx="7950400" cy="1707231"/>
            <a:chOff x="0" y="-384762"/>
            <a:chExt cx="10600533" cy="2276307"/>
          </a:xfrm>
        </p:grpSpPr>
        <p:grpSp>
          <p:nvGrpSpPr>
            <p:cNvPr id="429" name="Google Shape;429;p27"/>
            <p:cNvGrpSpPr/>
            <p:nvPr/>
          </p:nvGrpSpPr>
          <p:grpSpPr>
            <a:xfrm>
              <a:off x="0" y="-384762"/>
              <a:ext cx="10600533" cy="2276307"/>
              <a:chOff x="0" y="-38100"/>
              <a:chExt cx="1049690" cy="225405"/>
            </a:xfrm>
          </p:grpSpPr>
          <p:sp>
            <p:nvSpPr>
              <p:cNvPr id="430" name="Google Shape;430;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31" name="Google Shape;431;p2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32" name="Google Shape;432;p27"/>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33" name="Google Shape;433;p27"/>
          <p:cNvSpPr/>
          <p:nvPr/>
        </p:nvSpPr>
        <p:spPr>
          <a:xfrm>
            <a:off x="7133422" y="2327169"/>
            <a:ext cx="10319486" cy="5597631"/>
          </a:xfrm>
          <a:prstGeom prst="roundRect">
            <a:avLst>
              <a:gd fmla="val 16667" name="adj"/>
            </a:avLst>
          </a:prstGeom>
          <a:solidFill>
            <a:schemeClr val="lt1"/>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WHO…?				</a:t>
            </a:r>
            <a:r>
              <a:rPr b="0" i="0" lang="en-US" sz="2800" u="none" cap="none" strike="noStrike">
                <a:solidFill>
                  <a:schemeClr val="dk1"/>
                </a:solidFill>
                <a:latin typeface="Calibri"/>
                <a:ea typeface="Calibri"/>
                <a:cs typeface="Calibri"/>
                <a:sym typeface="Calibri"/>
              </a:rPr>
              <a:t>Hỏi về người</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WHERE…?			</a:t>
            </a:r>
            <a:r>
              <a:rPr b="0" i="0" lang="en-US" sz="2800" u="none" cap="none" strike="noStrike">
                <a:solidFill>
                  <a:schemeClr val="dk1"/>
                </a:solidFill>
                <a:latin typeface="Calibri"/>
                <a:ea typeface="Calibri"/>
                <a:cs typeface="Calibri"/>
                <a:sym typeface="Calibri"/>
              </a:rPr>
              <a:t>Hỏi về địa điểm</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WHEN…?				</a:t>
            </a:r>
            <a:r>
              <a:rPr b="0" i="0" lang="en-US" sz="2800" u="none" cap="none" strike="noStrike">
                <a:solidFill>
                  <a:schemeClr val="dk1"/>
                </a:solidFill>
                <a:latin typeface="Calibri"/>
                <a:ea typeface="Calibri"/>
                <a:cs typeface="Calibri"/>
                <a:sym typeface="Calibri"/>
              </a:rPr>
              <a:t>Hỏi về thời điểm</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WHAT/WHICH…?		</a:t>
            </a:r>
            <a:r>
              <a:rPr b="0" i="0" lang="en-US" sz="2800" u="none" cap="none" strike="noStrike">
                <a:solidFill>
                  <a:schemeClr val="dk1"/>
                </a:solidFill>
                <a:latin typeface="Calibri"/>
                <a:ea typeface="Calibri"/>
                <a:cs typeface="Calibri"/>
                <a:sym typeface="Calibri"/>
              </a:rPr>
              <a:t>Hỏi về đồ vật/sự vât</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WHY…?				</a:t>
            </a:r>
            <a:r>
              <a:rPr b="0" i="0" lang="en-US" sz="2800" u="none" cap="none" strike="noStrike">
                <a:solidFill>
                  <a:schemeClr val="dk1"/>
                </a:solidFill>
                <a:latin typeface="Calibri"/>
                <a:ea typeface="Calibri"/>
                <a:cs typeface="Calibri"/>
                <a:sym typeface="Calibri"/>
              </a:rPr>
              <a:t>Hỏi về lý do</a:t>
            </a:r>
            <a:endParaRPr b="0" i="0" sz="2800" u="none" cap="none" strike="noStrike">
              <a:solidFill>
                <a:srgbClr val="FF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2400"/>
              <a:buFont typeface="Arial"/>
              <a:buChar char="•"/>
            </a:pPr>
            <a:r>
              <a:rPr b="0" i="0" lang="en-US" sz="2800" u="none" cap="none" strike="noStrike">
                <a:solidFill>
                  <a:srgbClr val="018345"/>
                </a:solidFill>
                <a:latin typeface="Calibri"/>
                <a:ea typeface="Calibri"/>
                <a:cs typeface="Calibri"/>
                <a:sym typeface="Calibri"/>
              </a:rPr>
              <a:t>HOW…?				</a:t>
            </a:r>
            <a:r>
              <a:rPr b="0" i="0" lang="en-US" sz="2800" u="none" cap="none" strike="noStrike">
                <a:solidFill>
                  <a:schemeClr val="dk1"/>
                </a:solidFill>
                <a:latin typeface="Calibri"/>
                <a:ea typeface="Calibri"/>
                <a:cs typeface="Calibri"/>
                <a:sym typeface="Calibri"/>
              </a:rPr>
              <a:t>Bằng cách nào/như thế nào</a:t>
            </a:r>
            <a:r>
              <a:rPr b="0" i="0" lang="en-US" sz="2800" u="none" cap="none" strike="noStrike">
                <a:solidFill>
                  <a:schemeClr val="lt1"/>
                </a:solidFill>
                <a:latin typeface="Calibri"/>
                <a:ea typeface="Calibri"/>
                <a:cs typeface="Calibri"/>
                <a:sym typeface="Calibri"/>
              </a:rPr>
              <a:t> </a:t>
            </a:r>
            <a:endParaRPr b="0" i="0" sz="2800" u="none" cap="none" strike="noStrike">
              <a:solidFill>
                <a:srgbClr val="000000"/>
              </a:solidFill>
              <a:latin typeface="Calibri"/>
              <a:ea typeface="Calibri"/>
              <a:cs typeface="Calibri"/>
              <a:sym typeface="Calibri"/>
            </a:endParaRPr>
          </a:p>
        </p:txBody>
      </p:sp>
      <p:grpSp>
        <p:nvGrpSpPr>
          <p:cNvPr id="434" name="Google Shape;434;p27"/>
          <p:cNvGrpSpPr/>
          <p:nvPr/>
        </p:nvGrpSpPr>
        <p:grpSpPr>
          <a:xfrm>
            <a:off x="7567211" y="8292893"/>
            <a:ext cx="8823902" cy="1452613"/>
            <a:chOff x="6967876" y="2380700"/>
            <a:chExt cx="7197067" cy="1452613"/>
          </a:xfrm>
        </p:grpSpPr>
        <p:sp>
          <p:nvSpPr>
            <p:cNvPr id="435" name="Google Shape;435;p27"/>
            <p:cNvSpPr/>
            <p:nvPr/>
          </p:nvSpPr>
          <p:spPr>
            <a:xfrm>
              <a:off x="7662650" y="2470163"/>
              <a:ext cx="6502293" cy="1273686"/>
            </a:xfrm>
            <a:prstGeom prst="roundRect">
              <a:avLst>
                <a:gd fmla="val 16667" name="adj"/>
              </a:avLst>
            </a:prstGeom>
            <a:solidFill>
              <a:srgbClr val="ECFFE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006600"/>
                  </a:solidFill>
                  <a:latin typeface="Calibri"/>
                  <a:ea typeface="Calibri"/>
                  <a:cs typeface="Calibri"/>
                  <a:sym typeface="Calibri"/>
                </a:rPr>
                <a:t>TRỌNG TÂM + CHI TIẾT</a:t>
              </a:r>
              <a:endParaRPr b="1" i="0" sz="2400" u="none" cap="none" strike="noStrike">
                <a:solidFill>
                  <a:srgbClr val="006600"/>
                </a:solidFill>
                <a:latin typeface="Calibri"/>
                <a:ea typeface="Calibri"/>
                <a:cs typeface="Calibri"/>
                <a:sym typeface="Calibri"/>
              </a:endParaRPr>
            </a:p>
          </p:txBody>
        </p:sp>
        <p:sp>
          <p:nvSpPr>
            <p:cNvPr id="436" name="Google Shape;436;p27"/>
            <p:cNvSpPr/>
            <p:nvPr/>
          </p:nvSpPr>
          <p:spPr>
            <a:xfrm>
              <a:off x="6967876" y="2380700"/>
              <a:ext cx="1213605" cy="1452613"/>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TRẢ LỜI</a:t>
              </a:r>
              <a:endParaRPr b="0" i="0" sz="14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cxnSp>
        <p:nvCxnSpPr>
          <p:cNvPr id="442" name="Google Shape;442;p28"/>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443" name="Google Shape;443;p28"/>
          <p:cNvGrpSpPr/>
          <p:nvPr/>
        </p:nvGrpSpPr>
        <p:grpSpPr>
          <a:xfrm rot="10800000">
            <a:off x="15785091" y="-536942"/>
            <a:ext cx="7681766" cy="4260610"/>
            <a:chOff x="0" y="-38100"/>
            <a:chExt cx="406400" cy="225405"/>
          </a:xfrm>
        </p:grpSpPr>
        <p:sp>
          <p:nvSpPr>
            <p:cNvPr id="444" name="Google Shape;444;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45" name="Google Shape;445;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46" name="Google Shape;446;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47" name="Google Shape;447;p28"/>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Ví dụ</a:t>
            </a:r>
            <a:endParaRPr b="1" i="0" sz="6000" u="none" cap="none" strike="noStrike">
              <a:solidFill>
                <a:srgbClr val="018345"/>
              </a:solidFill>
              <a:latin typeface="Montserrat"/>
              <a:ea typeface="Montserrat"/>
              <a:cs typeface="Montserrat"/>
              <a:sym typeface="Montserrat"/>
            </a:endParaRPr>
          </a:p>
        </p:txBody>
      </p:sp>
      <p:grpSp>
        <p:nvGrpSpPr>
          <p:cNvPr id="448" name="Google Shape;448;p28"/>
          <p:cNvGrpSpPr/>
          <p:nvPr/>
        </p:nvGrpSpPr>
        <p:grpSpPr>
          <a:xfrm>
            <a:off x="-2718010" y="9274528"/>
            <a:ext cx="7950400" cy="1707231"/>
            <a:chOff x="0" y="-384762"/>
            <a:chExt cx="10600533" cy="2276307"/>
          </a:xfrm>
        </p:grpSpPr>
        <p:grpSp>
          <p:nvGrpSpPr>
            <p:cNvPr id="449" name="Google Shape;449;p28"/>
            <p:cNvGrpSpPr/>
            <p:nvPr/>
          </p:nvGrpSpPr>
          <p:grpSpPr>
            <a:xfrm>
              <a:off x="0" y="-384762"/>
              <a:ext cx="10600533" cy="2276307"/>
              <a:chOff x="0" y="-38100"/>
              <a:chExt cx="1049690" cy="225405"/>
            </a:xfrm>
          </p:grpSpPr>
          <p:sp>
            <p:nvSpPr>
              <p:cNvPr id="450" name="Google Shape;450;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51" name="Google Shape;451;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52" name="Google Shape;452;p28"/>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53" name="Google Shape;453;p28"/>
          <p:cNvSpPr/>
          <p:nvPr/>
        </p:nvSpPr>
        <p:spPr>
          <a:xfrm>
            <a:off x="6249666" y="2075176"/>
            <a:ext cx="11243637" cy="7468874"/>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454" name="Google Shape;454;p28"/>
          <p:cNvGrpSpPr/>
          <p:nvPr/>
        </p:nvGrpSpPr>
        <p:grpSpPr>
          <a:xfrm>
            <a:off x="6869037" y="2400300"/>
            <a:ext cx="9666364" cy="1545386"/>
            <a:chOff x="6869037" y="2762832"/>
            <a:chExt cx="9666364" cy="1545386"/>
          </a:xfrm>
        </p:grpSpPr>
        <p:sp>
          <p:nvSpPr>
            <p:cNvPr id="455" name="Google Shape;455;p28"/>
            <p:cNvSpPr txBox="1"/>
            <p:nvPr/>
          </p:nvSpPr>
          <p:spPr>
            <a:xfrm>
              <a:off x="6869037" y="2820631"/>
              <a:ext cx="5399163"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Trả lời vào trọng tâm </a:t>
              </a:r>
              <a:endParaRPr/>
            </a:p>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Phát triển ý</a:t>
              </a:r>
              <a:endParaRPr/>
            </a:p>
          </p:txBody>
        </p:sp>
        <p:sp>
          <p:nvSpPr>
            <p:cNvPr id="456" name="Google Shape;456;p28"/>
            <p:cNvSpPr txBox="1"/>
            <p:nvPr/>
          </p:nvSpPr>
          <p:spPr>
            <a:xfrm>
              <a:off x="13353975" y="2762832"/>
              <a:ext cx="3181426"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1 câu</a:t>
              </a:r>
              <a:endParaRPr b="1" i="0" sz="3200" u="none" cap="none" strike="noStrike">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1 câu</a:t>
              </a:r>
              <a:endParaRPr b="1" i="0" sz="3200" u="none" cap="none" strike="noStrike">
                <a:solidFill>
                  <a:srgbClr val="018345"/>
                </a:solidFill>
                <a:latin typeface="Roboto"/>
                <a:ea typeface="Roboto"/>
                <a:cs typeface="Roboto"/>
                <a:sym typeface="Roboto"/>
              </a:endParaRPr>
            </a:p>
          </p:txBody>
        </p:sp>
        <p:sp>
          <p:nvSpPr>
            <p:cNvPr id="457" name="Google Shape;457;p28"/>
            <p:cNvSpPr/>
            <p:nvPr/>
          </p:nvSpPr>
          <p:spPr>
            <a:xfrm>
              <a:off x="11734800" y="3003502"/>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8" name="Google Shape;458;p28"/>
            <p:cNvSpPr/>
            <p:nvPr/>
          </p:nvSpPr>
          <p:spPr>
            <a:xfrm>
              <a:off x="11722365" y="3651403"/>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pSp>
      <p:grpSp>
        <p:nvGrpSpPr>
          <p:cNvPr id="459" name="Google Shape;459;p28"/>
          <p:cNvGrpSpPr/>
          <p:nvPr/>
        </p:nvGrpSpPr>
        <p:grpSpPr>
          <a:xfrm>
            <a:off x="6477808" y="4110385"/>
            <a:ext cx="10672768" cy="4985980"/>
            <a:chOff x="6492411" y="4110385"/>
            <a:chExt cx="9988639" cy="4985980"/>
          </a:xfrm>
        </p:grpSpPr>
        <p:sp>
          <p:nvSpPr>
            <p:cNvPr id="460" name="Google Shape;460;p28"/>
            <p:cNvSpPr txBox="1"/>
            <p:nvPr/>
          </p:nvSpPr>
          <p:spPr>
            <a:xfrm>
              <a:off x="7059534" y="4110385"/>
              <a:ext cx="9421516" cy="498598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600" u="none" cap="none" strike="noStrike">
                  <a:solidFill>
                    <a:srgbClr val="000000"/>
                  </a:solidFill>
                  <a:latin typeface="Roboto"/>
                  <a:ea typeface="Roboto"/>
                  <a:cs typeface="Roboto"/>
                  <a:sym typeface="Roboto"/>
                </a:rPr>
                <a:t>What makes a group walk special for you?</a:t>
              </a:r>
              <a:r>
                <a:rPr b="0" i="0" lang="en-US" sz="3600" u="none" cap="none" strike="noStrike">
                  <a:solidFill>
                    <a:srgbClr val="000000"/>
                  </a:solidFill>
                  <a:latin typeface="Roboto"/>
                  <a:ea typeface="Roboto"/>
                  <a:cs typeface="Roboto"/>
                  <a:sym typeface="Roboto"/>
                </a:rPr>
                <a:t>			Without a doubt, what I love about walking is being with nature and spotting wildlife. 	Additionally, I revel in the feeling of being able to share the experience with other people. </a:t>
              </a:r>
              <a:endParaRPr/>
            </a:p>
          </p:txBody>
        </p:sp>
        <p:sp>
          <p:nvSpPr>
            <p:cNvPr id="461" name="Google Shape;461;p28"/>
            <p:cNvSpPr/>
            <p:nvPr/>
          </p:nvSpPr>
          <p:spPr>
            <a:xfrm>
              <a:off x="6492411" y="5056694"/>
              <a:ext cx="2194390" cy="647324"/>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lt1"/>
                  </a:solidFill>
                  <a:latin typeface="Calibri"/>
                  <a:ea typeface="Calibri"/>
                  <a:cs typeface="Calibri"/>
                  <a:sym typeface="Calibri"/>
                </a:rPr>
                <a:t>Trọng tâm</a:t>
              </a:r>
              <a:endParaRPr b="0" i="0" sz="3200" u="none" cap="none" strike="noStrike">
                <a:solidFill>
                  <a:schemeClr val="lt1"/>
                </a:solidFill>
                <a:latin typeface="Calibri"/>
                <a:ea typeface="Calibri"/>
                <a:cs typeface="Calibri"/>
                <a:sym typeface="Calibri"/>
              </a:endParaRPr>
            </a:p>
          </p:txBody>
        </p:sp>
        <p:sp>
          <p:nvSpPr>
            <p:cNvPr id="462" name="Google Shape;462;p28"/>
            <p:cNvSpPr/>
            <p:nvPr/>
          </p:nvSpPr>
          <p:spPr>
            <a:xfrm>
              <a:off x="6492411" y="6715052"/>
              <a:ext cx="2194390" cy="647324"/>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lt1"/>
                  </a:solidFill>
                  <a:latin typeface="Calibri"/>
                  <a:ea typeface="Calibri"/>
                  <a:cs typeface="Calibri"/>
                  <a:sym typeface="Calibri"/>
                </a:rPr>
                <a:t>Phát triển ý</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cxnSp>
        <p:nvCxnSpPr>
          <p:cNvPr id="468" name="Google Shape;468;p29"/>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469" name="Google Shape;469;p2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70" name="Google Shape;470;p29"/>
          <p:cNvGrpSpPr/>
          <p:nvPr/>
        </p:nvGrpSpPr>
        <p:grpSpPr>
          <a:xfrm rot="10800000">
            <a:off x="15785091" y="-536942"/>
            <a:ext cx="7681766" cy="4260610"/>
            <a:chOff x="0" y="-38100"/>
            <a:chExt cx="406400" cy="225405"/>
          </a:xfrm>
        </p:grpSpPr>
        <p:sp>
          <p:nvSpPr>
            <p:cNvPr id="471" name="Google Shape;471;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2" name="Google Shape;472;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73" name="Google Shape;473;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74" name="Google Shape;474;p29"/>
          <p:cNvSpPr txBox="1"/>
          <p:nvPr/>
        </p:nvSpPr>
        <p:spPr>
          <a:xfrm>
            <a:off x="5571910" y="401132"/>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37592"/>
              </a:lnSpc>
              <a:spcBef>
                <a:spcPts val="0"/>
              </a:spcBef>
              <a:spcAft>
                <a:spcPts val="0"/>
              </a:spcAft>
              <a:buNone/>
            </a:pPr>
            <a:r>
              <a:rPr b="1" i="0" lang="en-US" sz="5400" u="none" cap="none" strike="noStrike">
                <a:solidFill>
                  <a:srgbClr val="018345"/>
                </a:solidFill>
                <a:latin typeface="Montserrat"/>
                <a:ea typeface="Montserrat"/>
                <a:cs typeface="Montserrat"/>
                <a:sym typeface="Montserrat"/>
              </a:rPr>
              <a:t>Cách trả lời và ví dụ</a:t>
            </a:r>
            <a:endParaRPr b="1" i="0" sz="5400" u="none" cap="none" strike="noStrike">
              <a:solidFill>
                <a:srgbClr val="018345"/>
              </a:solidFill>
              <a:latin typeface="Montserrat"/>
              <a:ea typeface="Montserrat"/>
              <a:cs typeface="Montserrat"/>
              <a:sym typeface="Montserrat"/>
            </a:endParaRPr>
          </a:p>
        </p:txBody>
      </p:sp>
      <p:grpSp>
        <p:nvGrpSpPr>
          <p:cNvPr id="475" name="Google Shape;475;p29"/>
          <p:cNvGrpSpPr/>
          <p:nvPr/>
        </p:nvGrpSpPr>
        <p:grpSpPr>
          <a:xfrm>
            <a:off x="-2718010" y="9274528"/>
            <a:ext cx="7950400" cy="1707231"/>
            <a:chOff x="0" y="-384762"/>
            <a:chExt cx="10600533" cy="2276307"/>
          </a:xfrm>
        </p:grpSpPr>
        <p:grpSp>
          <p:nvGrpSpPr>
            <p:cNvPr id="476" name="Google Shape;476;p29"/>
            <p:cNvGrpSpPr/>
            <p:nvPr/>
          </p:nvGrpSpPr>
          <p:grpSpPr>
            <a:xfrm>
              <a:off x="0" y="-384762"/>
              <a:ext cx="10600533" cy="2276307"/>
              <a:chOff x="0" y="-38100"/>
              <a:chExt cx="1049690" cy="225405"/>
            </a:xfrm>
          </p:grpSpPr>
          <p:sp>
            <p:nvSpPr>
              <p:cNvPr id="477" name="Google Shape;477;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8" name="Google Shape;478;p2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79" name="Google Shape;479;p29"/>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grpSp>
        <p:nvGrpSpPr>
          <p:cNvPr id="480" name="Google Shape;480;p29"/>
          <p:cNvGrpSpPr/>
          <p:nvPr/>
        </p:nvGrpSpPr>
        <p:grpSpPr>
          <a:xfrm>
            <a:off x="6480107" y="2260107"/>
            <a:ext cx="10972800" cy="6750544"/>
            <a:chOff x="6066866" y="4100655"/>
            <a:chExt cx="11243637" cy="4877741"/>
          </a:xfrm>
        </p:grpSpPr>
        <p:sp>
          <p:nvSpPr>
            <p:cNvPr id="481" name="Google Shape;481;p29"/>
            <p:cNvSpPr/>
            <p:nvPr/>
          </p:nvSpPr>
          <p:spPr>
            <a:xfrm>
              <a:off x="6066866" y="4104708"/>
              <a:ext cx="11243637" cy="4873688"/>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482" name="Google Shape;482;p29"/>
            <p:cNvSpPr/>
            <p:nvPr/>
          </p:nvSpPr>
          <p:spPr>
            <a:xfrm>
              <a:off x="6468134" y="4100655"/>
              <a:ext cx="10482531" cy="341632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4400"/>
                <a:buFont typeface="Arial"/>
                <a:buNone/>
              </a:pPr>
              <a:r>
                <a:rPr b="1" i="0" lang="en-US" sz="4400" u="none" cap="none" strike="noStrike">
                  <a:solidFill>
                    <a:srgbClr val="000000"/>
                  </a:solidFill>
                  <a:latin typeface="Calibri"/>
                  <a:ea typeface="Calibri"/>
                  <a:cs typeface="Calibri"/>
                  <a:sym typeface="Calibri"/>
                </a:rPr>
                <a:t>What do you like doing in summer?</a:t>
              </a:r>
              <a:endParaRPr b="0" i="0" sz="4400" u="none" cap="none" strike="noStrike">
                <a:solidFill>
                  <a:schemeClr val="dk1"/>
                </a:solidFill>
                <a:latin typeface="Calibri"/>
                <a:ea typeface="Calibri"/>
                <a:cs typeface="Calibri"/>
                <a:sym typeface="Calibri"/>
              </a:endParaRPr>
            </a:p>
            <a:p>
              <a:pPr indent="0" lvl="0" marL="0" marR="0" rtl="0" algn="just">
                <a:lnSpc>
                  <a:spcPct val="150000"/>
                </a:lnSpc>
                <a:spcBef>
                  <a:spcPts val="0"/>
                </a:spcBef>
                <a:spcAft>
                  <a:spcPts val="0"/>
                </a:spcAft>
                <a:buClr>
                  <a:srgbClr val="000000"/>
                </a:buClr>
                <a:buSzPts val="4400"/>
                <a:buFont typeface="Arial"/>
                <a:buNone/>
              </a:pPr>
              <a:r>
                <a:rPr b="0" i="0" lang="en-US" sz="4400" u="none" cap="none" strike="noStrike">
                  <a:solidFill>
                    <a:schemeClr val="dk1"/>
                  </a:solidFill>
                  <a:latin typeface="Calibri"/>
                  <a:ea typeface="Calibri"/>
                  <a:cs typeface="Calibri"/>
                  <a:sym typeface="Calibri"/>
                </a:rPr>
                <a:t>Without a doubt, what I love about walking is being with nature and spotting wildlife. Additionally, I revel in the feeling of being able to share the experience with other people. </a:t>
              </a:r>
              <a:endParaRPr/>
            </a:p>
          </p:txBody>
        </p:sp>
      </p:grpSp>
      <p:cxnSp>
        <p:nvCxnSpPr>
          <p:cNvPr id="483" name="Google Shape;483;p29"/>
          <p:cNvCxnSpPr/>
          <p:nvPr/>
        </p:nvCxnSpPr>
        <p:spPr>
          <a:xfrm>
            <a:off x="6939973" y="4206798"/>
            <a:ext cx="3854405" cy="0"/>
          </a:xfrm>
          <a:prstGeom prst="straightConnector1">
            <a:avLst/>
          </a:prstGeom>
          <a:noFill/>
          <a:ln cap="flat" cmpd="sng" w="57150">
            <a:solidFill>
              <a:srgbClr val="BD4B48"/>
            </a:solidFill>
            <a:prstDash val="solid"/>
            <a:round/>
            <a:headEnd len="sm" w="sm" type="none"/>
            <a:tailEnd len="sm" w="sm" type="none"/>
          </a:ln>
        </p:spPr>
      </p:cxnSp>
      <p:cxnSp>
        <p:nvCxnSpPr>
          <p:cNvPr id="484" name="Google Shape;484;p29"/>
          <p:cNvCxnSpPr/>
          <p:nvPr/>
        </p:nvCxnSpPr>
        <p:spPr>
          <a:xfrm>
            <a:off x="11435578" y="4206798"/>
            <a:ext cx="5179742" cy="0"/>
          </a:xfrm>
          <a:prstGeom prst="straightConnector1">
            <a:avLst/>
          </a:prstGeom>
          <a:noFill/>
          <a:ln cap="flat" cmpd="sng" w="57150">
            <a:solidFill>
              <a:srgbClr val="BD4B48"/>
            </a:solidFill>
            <a:prstDash val="solid"/>
            <a:round/>
            <a:headEnd len="sm" w="sm" type="none"/>
            <a:tailEnd len="sm" w="sm" type="none"/>
          </a:ln>
        </p:spPr>
      </p:cxnSp>
      <p:cxnSp>
        <p:nvCxnSpPr>
          <p:cNvPr id="485" name="Google Shape;485;p29"/>
          <p:cNvCxnSpPr/>
          <p:nvPr/>
        </p:nvCxnSpPr>
        <p:spPr>
          <a:xfrm>
            <a:off x="6897033" y="5143500"/>
            <a:ext cx="440469" cy="0"/>
          </a:xfrm>
          <a:prstGeom prst="straightConnector1">
            <a:avLst/>
          </a:prstGeom>
          <a:noFill/>
          <a:ln cap="flat" cmpd="sng" w="57150">
            <a:solidFill>
              <a:srgbClr val="BD4B48"/>
            </a:solidFill>
            <a:prstDash val="solid"/>
            <a:round/>
            <a:headEnd len="sm" w="sm" type="none"/>
            <a:tailEnd len="sm" w="sm" type="none"/>
          </a:ln>
        </p:spPr>
      </p:cxnSp>
      <p:cxnSp>
        <p:nvCxnSpPr>
          <p:cNvPr id="486" name="Google Shape;486;p29"/>
          <p:cNvCxnSpPr/>
          <p:nvPr/>
        </p:nvCxnSpPr>
        <p:spPr>
          <a:xfrm>
            <a:off x="6939973" y="6240037"/>
            <a:ext cx="2672378" cy="0"/>
          </a:xfrm>
          <a:prstGeom prst="straightConnector1">
            <a:avLst/>
          </a:prstGeom>
          <a:noFill/>
          <a:ln cap="flat" cmpd="sng" w="57150">
            <a:solidFill>
              <a:srgbClr val="BD4B48"/>
            </a:solidFill>
            <a:prstDash val="solid"/>
            <a:round/>
            <a:headEnd len="sm" w="sm" type="none"/>
            <a:tailEnd len="sm" w="sm" type="none"/>
          </a:ln>
        </p:spPr>
      </p:cxnSp>
      <p:cxnSp>
        <p:nvCxnSpPr>
          <p:cNvPr id="487" name="Google Shape;487;p29"/>
          <p:cNvCxnSpPr/>
          <p:nvPr/>
        </p:nvCxnSpPr>
        <p:spPr>
          <a:xfrm>
            <a:off x="10296919" y="6240037"/>
            <a:ext cx="5203276" cy="0"/>
          </a:xfrm>
          <a:prstGeom prst="straightConnector1">
            <a:avLst/>
          </a:prstGeom>
          <a:noFill/>
          <a:ln cap="flat" cmpd="sng" w="57150">
            <a:solidFill>
              <a:srgbClr val="BD4B48"/>
            </a:solidFill>
            <a:prstDash val="solid"/>
            <a:round/>
            <a:headEnd len="sm" w="sm" type="none"/>
            <a:tailEnd len="sm" w="sm" type="none"/>
          </a:ln>
        </p:spPr>
      </p:cxnSp>
      <p:cxnSp>
        <p:nvCxnSpPr>
          <p:cNvPr id="488" name="Google Shape;488;p29"/>
          <p:cNvCxnSpPr/>
          <p:nvPr/>
        </p:nvCxnSpPr>
        <p:spPr>
          <a:xfrm>
            <a:off x="7761249" y="5225964"/>
            <a:ext cx="9144000" cy="0"/>
          </a:xfrm>
          <a:prstGeom prst="straightConnector1">
            <a:avLst/>
          </a:prstGeom>
          <a:noFill/>
          <a:ln cap="flat" cmpd="sng" w="57150">
            <a:solidFill>
              <a:srgbClr val="BD4B48"/>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cxnSp>
        <p:nvCxnSpPr>
          <p:cNvPr id="494" name="Google Shape;494;p30"/>
          <p:cNvCxnSpPr/>
          <p:nvPr/>
        </p:nvCxnSpPr>
        <p:spPr>
          <a:xfrm flipH="1" rot="10800000">
            <a:off x="6209270" y="1775365"/>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495" name="Google Shape;495;p3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96" name="Google Shape;496;p30"/>
          <p:cNvGrpSpPr/>
          <p:nvPr/>
        </p:nvGrpSpPr>
        <p:grpSpPr>
          <a:xfrm rot="10800000">
            <a:off x="15785091" y="-536942"/>
            <a:ext cx="7681766" cy="4260610"/>
            <a:chOff x="0" y="-38100"/>
            <a:chExt cx="406400" cy="225405"/>
          </a:xfrm>
        </p:grpSpPr>
        <p:sp>
          <p:nvSpPr>
            <p:cNvPr id="497" name="Google Shape;497;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98" name="Google Shape;498;p3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499" name="Google Shape;499;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00" name="Google Shape;500;p30"/>
          <p:cNvSpPr txBox="1"/>
          <p:nvPr/>
        </p:nvSpPr>
        <p:spPr>
          <a:xfrm>
            <a:off x="6084864" y="579550"/>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Từ vựng và cấu trúc</a:t>
            </a:r>
            <a:endParaRPr b="1" i="0" sz="6000" u="none" cap="none" strike="noStrike">
              <a:solidFill>
                <a:srgbClr val="018345"/>
              </a:solidFill>
              <a:latin typeface="Montserrat"/>
              <a:ea typeface="Montserrat"/>
              <a:cs typeface="Montserrat"/>
              <a:sym typeface="Montserrat"/>
            </a:endParaRPr>
          </a:p>
        </p:txBody>
      </p:sp>
      <p:grpSp>
        <p:nvGrpSpPr>
          <p:cNvPr id="501" name="Google Shape;501;p30"/>
          <p:cNvGrpSpPr/>
          <p:nvPr/>
        </p:nvGrpSpPr>
        <p:grpSpPr>
          <a:xfrm>
            <a:off x="-2718010" y="9274528"/>
            <a:ext cx="7950400" cy="1707231"/>
            <a:chOff x="0" y="-384762"/>
            <a:chExt cx="10600533" cy="2276307"/>
          </a:xfrm>
        </p:grpSpPr>
        <p:grpSp>
          <p:nvGrpSpPr>
            <p:cNvPr id="502" name="Google Shape;502;p30"/>
            <p:cNvGrpSpPr/>
            <p:nvPr/>
          </p:nvGrpSpPr>
          <p:grpSpPr>
            <a:xfrm>
              <a:off x="0" y="-384762"/>
              <a:ext cx="10600533" cy="2276307"/>
              <a:chOff x="0" y="-38100"/>
              <a:chExt cx="1049690" cy="225405"/>
            </a:xfrm>
          </p:grpSpPr>
          <p:sp>
            <p:nvSpPr>
              <p:cNvPr id="503" name="Google Shape;503;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04" name="Google Shape;504;p3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05" name="Google Shape;505;p30"/>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06" name="Google Shape;506;p30"/>
          <p:cNvSpPr txBox="1"/>
          <p:nvPr/>
        </p:nvSpPr>
        <p:spPr>
          <a:xfrm>
            <a:off x="7454189" y="2322673"/>
            <a:ext cx="9409020" cy="7383560"/>
          </a:xfrm>
          <a:prstGeom prst="rect">
            <a:avLst/>
          </a:prstGeom>
          <a:noFill/>
          <a:ln>
            <a:noFill/>
          </a:ln>
        </p:spPr>
        <p:txBody>
          <a:bodyPr anchorCtr="0" anchor="t" bIns="45700" lIns="91425" spcFirstLastPara="1" rIns="91425" wrap="square" tIns="45700">
            <a:spAutoFit/>
          </a:bodyPr>
          <a:lstStyle/>
          <a:p>
            <a:pPr indent="-571500" lvl="0" marL="571500" marR="0" rtl="0" algn="just">
              <a:lnSpc>
                <a:spcPct val="150000"/>
              </a:lnSpc>
              <a:spcBef>
                <a:spcPts val="0"/>
              </a:spcBef>
              <a:spcAft>
                <a:spcPts val="0"/>
              </a:spcAft>
              <a:buClr>
                <a:srgbClr val="000000"/>
              </a:buClr>
              <a:buSzPts val="4000"/>
              <a:buFont typeface="Noto Sans Symbols"/>
              <a:buChar char="⮚"/>
            </a:pPr>
            <a:r>
              <a:rPr b="0" i="0" lang="en-US" sz="4000" u="none" cap="none" strike="noStrike">
                <a:solidFill>
                  <a:srgbClr val="018345"/>
                </a:solidFill>
                <a:latin typeface="Calibri"/>
                <a:ea typeface="Calibri"/>
                <a:cs typeface="Calibri"/>
                <a:sym typeface="Calibri"/>
              </a:rPr>
              <a:t>Without a doubt: </a:t>
            </a:r>
            <a:r>
              <a:rPr b="0" i="0" lang="en-US" sz="4000" u="none" cap="none" strike="noStrike">
                <a:solidFill>
                  <a:schemeClr val="dk1"/>
                </a:solidFill>
                <a:latin typeface="Calibri"/>
                <a:ea typeface="Calibri"/>
                <a:cs typeface="Calibri"/>
                <a:sym typeface="Calibri"/>
              </a:rPr>
              <a:t>Không nghi ngờ gì cả</a:t>
            </a:r>
            <a:endParaRPr b="0" i="0" sz="4000" u="none" cap="none" strike="noStrike">
              <a:solidFill>
                <a:srgbClr val="018345"/>
              </a:solidFill>
              <a:latin typeface="Calibri"/>
              <a:ea typeface="Calibri"/>
              <a:cs typeface="Calibri"/>
              <a:sym typeface="Calibri"/>
            </a:endParaRPr>
          </a:p>
          <a:p>
            <a:pPr indent="-571500" lvl="0" marL="571500" marR="0" rtl="0" algn="just">
              <a:lnSpc>
                <a:spcPct val="150000"/>
              </a:lnSpc>
              <a:spcBef>
                <a:spcPts val="0"/>
              </a:spcBef>
              <a:spcAft>
                <a:spcPts val="0"/>
              </a:spcAft>
              <a:buClr>
                <a:srgbClr val="000000"/>
              </a:buClr>
              <a:buSzPts val="4000"/>
              <a:buFont typeface="Noto Sans Symbols"/>
              <a:buChar char="⮚"/>
            </a:pPr>
            <a:r>
              <a:rPr b="0" i="0" lang="en-US" sz="4000" u="none" cap="none" strike="noStrike">
                <a:solidFill>
                  <a:srgbClr val="018345"/>
                </a:solidFill>
                <a:latin typeface="Calibri"/>
                <a:ea typeface="Calibri"/>
                <a:cs typeface="Calibri"/>
                <a:sym typeface="Calibri"/>
              </a:rPr>
              <a:t>What I love about walking is: </a:t>
            </a:r>
            <a:r>
              <a:rPr b="0" i="0" lang="en-US" sz="4000" u="none" cap="none" strike="noStrike">
                <a:solidFill>
                  <a:schemeClr val="dk1"/>
                </a:solidFill>
                <a:latin typeface="Calibri"/>
                <a:ea typeface="Calibri"/>
                <a:cs typeface="Calibri"/>
                <a:sym typeface="Calibri"/>
              </a:rPr>
              <a:t>Điều tôi yêu thích về việc đi bộ là</a:t>
            </a:r>
            <a:endParaRPr b="0" i="0" sz="4000" u="none" cap="none" strike="noStrike">
              <a:solidFill>
                <a:srgbClr val="018345"/>
              </a:solidFill>
              <a:latin typeface="Calibri"/>
              <a:ea typeface="Calibri"/>
              <a:cs typeface="Calibri"/>
              <a:sym typeface="Calibri"/>
            </a:endParaRPr>
          </a:p>
          <a:p>
            <a:pPr indent="-571500" lvl="0" marL="571500" marR="0" rtl="0" algn="just">
              <a:lnSpc>
                <a:spcPct val="150000"/>
              </a:lnSpc>
              <a:spcBef>
                <a:spcPts val="0"/>
              </a:spcBef>
              <a:spcAft>
                <a:spcPts val="0"/>
              </a:spcAft>
              <a:buClr>
                <a:srgbClr val="000000"/>
              </a:buClr>
              <a:buSzPts val="4000"/>
              <a:buFont typeface="Noto Sans Symbols"/>
              <a:buChar char="⮚"/>
            </a:pPr>
            <a:r>
              <a:rPr b="0" i="0" lang="en-US" sz="4000" u="none" cap="none" strike="noStrike">
                <a:solidFill>
                  <a:srgbClr val="018345"/>
                </a:solidFill>
                <a:latin typeface="Calibri"/>
                <a:ea typeface="Calibri"/>
                <a:cs typeface="Calibri"/>
                <a:sym typeface="Calibri"/>
              </a:rPr>
              <a:t>Being with nature and spotting wildlife: </a:t>
            </a:r>
            <a:r>
              <a:rPr b="0" i="0" lang="en-US" sz="4000" u="none" cap="none" strike="noStrike">
                <a:solidFill>
                  <a:schemeClr val="dk1"/>
                </a:solidFill>
                <a:latin typeface="Calibri"/>
                <a:ea typeface="Calibri"/>
                <a:cs typeface="Calibri"/>
                <a:sym typeface="Calibri"/>
              </a:rPr>
              <a:t>Hòa mình vào thiên nhiên và ngắm nhìn động vật hoang dã</a:t>
            </a:r>
            <a:endParaRPr b="0" i="0" sz="4000" u="none" cap="none" strike="noStrike">
              <a:solidFill>
                <a:schemeClr val="dk1"/>
              </a:solidFill>
              <a:latin typeface="Calibri"/>
              <a:ea typeface="Calibri"/>
              <a:cs typeface="Calibri"/>
              <a:sym typeface="Calibri"/>
            </a:endParaRPr>
          </a:p>
          <a:p>
            <a:pPr indent="-571500" lvl="0" marL="571500" marR="0" rtl="0" algn="just">
              <a:lnSpc>
                <a:spcPct val="150000"/>
              </a:lnSpc>
              <a:spcBef>
                <a:spcPts val="0"/>
              </a:spcBef>
              <a:spcAft>
                <a:spcPts val="0"/>
              </a:spcAft>
              <a:buClr>
                <a:srgbClr val="000000"/>
              </a:buClr>
              <a:buSzPts val="4000"/>
              <a:buFont typeface="Noto Sans Symbols"/>
              <a:buChar char="⮚"/>
            </a:pPr>
            <a:r>
              <a:rPr b="0" i="0" lang="en-US" sz="4000" u="none" cap="none" strike="noStrike">
                <a:solidFill>
                  <a:srgbClr val="018345"/>
                </a:solidFill>
                <a:latin typeface="Calibri"/>
                <a:ea typeface="Calibri"/>
                <a:cs typeface="Calibri"/>
                <a:sym typeface="Calibri"/>
              </a:rPr>
              <a:t>Additionally: </a:t>
            </a:r>
            <a:r>
              <a:rPr b="0" i="0" lang="en-US" sz="4000" u="none" cap="none" strike="noStrike">
                <a:solidFill>
                  <a:schemeClr val="dk1"/>
                </a:solidFill>
                <a:latin typeface="Calibri"/>
                <a:ea typeface="Calibri"/>
                <a:cs typeface="Calibri"/>
                <a:sym typeface="Calibri"/>
              </a:rPr>
              <a:t>ngoài ra</a:t>
            </a:r>
            <a:endParaRPr b="0" i="0" sz="4000" u="none" cap="none" strike="noStrike">
              <a:solidFill>
                <a:schemeClr val="dk1"/>
              </a:solidFill>
              <a:latin typeface="Calibri"/>
              <a:ea typeface="Calibri"/>
              <a:cs typeface="Calibri"/>
              <a:sym typeface="Calibri"/>
            </a:endParaRPr>
          </a:p>
          <a:p>
            <a:pPr indent="-571500" lvl="0" marL="571500" marR="0" rtl="0" algn="just">
              <a:lnSpc>
                <a:spcPct val="150000"/>
              </a:lnSpc>
              <a:spcBef>
                <a:spcPts val="0"/>
              </a:spcBef>
              <a:spcAft>
                <a:spcPts val="0"/>
              </a:spcAft>
              <a:buClr>
                <a:srgbClr val="000000"/>
              </a:buClr>
              <a:buSzPts val="4000"/>
              <a:buFont typeface="Noto Sans Symbols"/>
              <a:buChar char="⮚"/>
            </a:pPr>
            <a:r>
              <a:rPr b="0" i="0" lang="en-US" sz="4000" u="none" cap="none" strike="noStrike">
                <a:solidFill>
                  <a:srgbClr val="018345"/>
                </a:solidFill>
                <a:latin typeface="Calibri"/>
                <a:ea typeface="Calibri"/>
                <a:cs typeface="Calibri"/>
                <a:sym typeface="Calibri"/>
              </a:rPr>
              <a:t>Revel in the feeling: </a:t>
            </a:r>
            <a:r>
              <a:rPr b="0" i="0" lang="en-US" sz="4000" u="none" cap="none" strike="noStrike">
                <a:solidFill>
                  <a:schemeClr val="dk1"/>
                </a:solidFill>
                <a:latin typeface="Calibri"/>
                <a:ea typeface="Calibri"/>
                <a:cs typeface="Calibri"/>
                <a:sym typeface="Calibri"/>
              </a:rPr>
              <a:t>tận hưởng cảm giác</a:t>
            </a:r>
            <a:endParaRPr b="0" i="0" sz="40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cxnSp>
        <p:nvCxnSpPr>
          <p:cNvPr id="512" name="Google Shape;512;p31"/>
          <p:cNvCxnSpPr/>
          <p:nvPr/>
        </p:nvCxnSpPr>
        <p:spPr>
          <a:xfrm flipH="1" rot="10800000">
            <a:off x="6510963" y="19240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513" name="Google Shape;513;p3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14" name="Google Shape;514;p31"/>
          <p:cNvGrpSpPr/>
          <p:nvPr/>
        </p:nvGrpSpPr>
        <p:grpSpPr>
          <a:xfrm rot="10800000">
            <a:off x="15785091" y="-536942"/>
            <a:ext cx="7681766" cy="4260610"/>
            <a:chOff x="0" y="-38100"/>
            <a:chExt cx="406400" cy="225405"/>
          </a:xfrm>
        </p:grpSpPr>
        <p:sp>
          <p:nvSpPr>
            <p:cNvPr id="515" name="Google Shape;515;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6" name="Google Shape;516;p3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17" name="Google Shape;517;p31"/>
          <p:cNvSpPr txBox="1"/>
          <p:nvPr/>
        </p:nvSpPr>
        <p:spPr>
          <a:xfrm>
            <a:off x="5571910" y="7059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Tell me</a:t>
            </a:r>
            <a:endParaRPr b="1" i="0" sz="6000" u="none" cap="none" strike="noStrike">
              <a:solidFill>
                <a:srgbClr val="018345"/>
              </a:solidFill>
              <a:latin typeface="Montserrat"/>
              <a:ea typeface="Montserrat"/>
              <a:cs typeface="Montserrat"/>
              <a:sym typeface="Montserrat"/>
            </a:endParaRPr>
          </a:p>
        </p:txBody>
      </p:sp>
      <p:grpSp>
        <p:nvGrpSpPr>
          <p:cNvPr id="518" name="Google Shape;518;p31"/>
          <p:cNvGrpSpPr/>
          <p:nvPr/>
        </p:nvGrpSpPr>
        <p:grpSpPr>
          <a:xfrm>
            <a:off x="-2718010" y="9274528"/>
            <a:ext cx="7950400" cy="1707231"/>
            <a:chOff x="0" y="-384762"/>
            <a:chExt cx="10600533" cy="2276307"/>
          </a:xfrm>
        </p:grpSpPr>
        <p:grpSp>
          <p:nvGrpSpPr>
            <p:cNvPr id="519" name="Google Shape;519;p31"/>
            <p:cNvGrpSpPr/>
            <p:nvPr/>
          </p:nvGrpSpPr>
          <p:grpSpPr>
            <a:xfrm>
              <a:off x="0" y="-384762"/>
              <a:ext cx="10600533" cy="2276307"/>
              <a:chOff x="0" y="-38100"/>
              <a:chExt cx="1049690" cy="225405"/>
            </a:xfrm>
          </p:grpSpPr>
          <p:sp>
            <p:nvSpPr>
              <p:cNvPr id="520" name="Google Shape;520;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21" name="Google Shape;521;p3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22" name="Google Shape;522;p31"/>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grpSp>
        <p:nvGrpSpPr>
          <p:cNvPr id="523" name="Google Shape;523;p31"/>
          <p:cNvGrpSpPr/>
          <p:nvPr/>
        </p:nvGrpSpPr>
        <p:grpSpPr>
          <a:xfrm>
            <a:off x="6118834" y="7524447"/>
            <a:ext cx="11334074" cy="1677005"/>
            <a:chOff x="5792784" y="7253854"/>
            <a:chExt cx="11334074" cy="1677005"/>
          </a:xfrm>
        </p:grpSpPr>
        <p:sp>
          <p:nvSpPr>
            <p:cNvPr id="524" name="Google Shape;524;p31"/>
            <p:cNvSpPr/>
            <p:nvPr/>
          </p:nvSpPr>
          <p:spPr>
            <a:xfrm>
              <a:off x="7127581" y="7406894"/>
              <a:ext cx="9999277" cy="1327986"/>
            </a:xfrm>
            <a:prstGeom prst="roundRect">
              <a:avLst>
                <a:gd fmla="val 16667" name="adj"/>
              </a:avLst>
            </a:prstGeom>
            <a:solidFill>
              <a:srgbClr val="ECFFE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006600"/>
                  </a:solidFill>
                  <a:latin typeface="Roboto"/>
                  <a:ea typeface="Roboto"/>
                  <a:cs typeface="Roboto"/>
                  <a:sym typeface="Roboto"/>
                </a:rPr>
                <a:t>NÊU LÝ DO + PHÁT TRIỂN Ý</a:t>
              </a:r>
              <a:endParaRPr b="1" i="0" sz="4000" u="none" cap="none" strike="noStrike">
                <a:solidFill>
                  <a:srgbClr val="006600"/>
                </a:solidFill>
                <a:latin typeface="Roboto"/>
                <a:ea typeface="Roboto"/>
                <a:cs typeface="Roboto"/>
                <a:sym typeface="Roboto"/>
              </a:endParaRPr>
            </a:p>
          </p:txBody>
        </p:sp>
        <p:sp>
          <p:nvSpPr>
            <p:cNvPr id="525" name="Google Shape;525;p31"/>
            <p:cNvSpPr/>
            <p:nvPr/>
          </p:nvSpPr>
          <p:spPr>
            <a:xfrm>
              <a:off x="5792784" y="7253854"/>
              <a:ext cx="1742304" cy="1677005"/>
            </a:xfrm>
            <a:prstGeom prst="ellipse">
              <a:avLst/>
            </a:prstGeom>
            <a:solidFill>
              <a:schemeClr val="lt1"/>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Roboto"/>
                  <a:ea typeface="Roboto"/>
                  <a:cs typeface="Roboto"/>
                  <a:sym typeface="Roboto"/>
                </a:rPr>
                <a:t>TRẢ LỜI</a:t>
              </a:r>
              <a:endParaRPr b="0" i="0" sz="1400" u="none" cap="none" strike="noStrike">
                <a:solidFill>
                  <a:srgbClr val="000000"/>
                </a:solidFill>
                <a:latin typeface="Calibri"/>
                <a:ea typeface="Calibri"/>
                <a:cs typeface="Calibri"/>
                <a:sym typeface="Calibri"/>
              </a:endParaRPr>
            </a:p>
          </p:txBody>
        </p:sp>
      </p:grpSp>
      <p:sp>
        <p:nvSpPr>
          <p:cNvPr id="526" name="Google Shape;526;p31"/>
          <p:cNvSpPr/>
          <p:nvPr/>
        </p:nvSpPr>
        <p:spPr>
          <a:xfrm>
            <a:off x="7798464" y="2693477"/>
            <a:ext cx="8657510" cy="3810000"/>
          </a:xfrm>
          <a:prstGeom prst="roundRect">
            <a:avLst>
              <a:gd fmla="val 16667" name="adj"/>
            </a:avLst>
          </a:prstGeom>
          <a:solidFill>
            <a:schemeClr val="lt1"/>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b="0" i="0" lang="en-US" sz="4400" u="none" cap="none" strike="noStrike">
                <a:solidFill>
                  <a:schemeClr val="dk1"/>
                </a:solidFill>
                <a:latin typeface="Calibri"/>
                <a:ea typeface="Calibri"/>
                <a:cs typeface="Calibri"/>
                <a:sym typeface="Calibri"/>
              </a:rPr>
              <a:t>	Please tell me why</a:t>
            </a:r>
            <a:endParaRPr/>
          </a:p>
          <a:p>
            <a:pPr indent="0" lvl="0" marL="0" marR="0" rtl="0" algn="l">
              <a:lnSpc>
                <a:spcPct val="150000"/>
              </a:lnSpc>
              <a:spcBef>
                <a:spcPts val="0"/>
              </a:spcBef>
              <a:spcAft>
                <a:spcPts val="0"/>
              </a:spcAft>
              <a:buNone/>
            </a:pPr>
            <a:r>
              <a:rPr b="0" i="0" lang="en-US" sz="4400" u="none" cap="none" strike="noStrike">
                <a:solidFill>
                  <a:schemeClr val="dk1"/>
                </a:solidFill>
                <a:latin typeface="Calibri"/>
                <a:ea typeface="Calibri"/>
                <a:cs typeface="Calibri"/>
                <a:sym typeface="Calibri"/>
              </a:rPr>
              <a:t>	Tell me why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cxnSp>
        <p:nvCxnSpPr>
          <p:cNvPr id="532" name="Google Shape;532;p32"/>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533" name="Google Shape;533;p32"/>
          <p:cNvGrpSpPr/>
          <p:nvPr/>
        </p:nvGrpSpPr>
        <p:grpSpPr>
          <a:xfrm rot="10800000">
            <a:off x="15785091" y="-536942"/>
            <a:ext cx="7681766" cy="4260610"/>
            <a:chOff x="0" y="-38100"/>
            <a:chExt cx="406400" cy="225405"/>
          </a:xfrm>
        </p:grpSpPr>
        <p:sp>
          <p:nvSpPr>
            <p:cNvPr id="534" name="Google Shape;534;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35" name="Google Shape;535;p3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36" name="Google Shape;536;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37" name="Google Shape;537;p32"/>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Ví dụ</a:t>
            </a:r>
            <a:endParaRPr b="1" i="0" sz="6000" u="none" cap="none" strike="noStrike">
              <a:solidFill>
                <a:srgbClr val="018345"/>
              </a:solidFill>
              <a:latin typeface="Montserrat"/>
              <a:ea typeface="Montserrat"/>
              <a:cs typeface="Montserrat"/>
              <a:sym typeface="Montserrat"/>
            </a:endParaRPr>
          </a:p>
        </p:txBody>
      </p:sp>
      <p:grpSp>
        <p:nvGrpSpPr>
          <p:cNvPr id="538" name="Google Shape;538;p32"/>
          <p:cNvGrpSpPr/>
          <p:nvPr/>
        </p:nvGrpSpPr>
        <p:grpSpPr>
          <a:xfrm>
            <a:off x="-2718010" y="9274528"/>
            <a:ext cx="7950400" cy="1707231"/>
            <a:chOff x="0" y="-384762"/>
            <a:chExt cx="10600533" cy="2276307"/>
          </a:xfrm>
        </p:grpSpPr>
        <p:grpSp>
          <p:nvGrpSpPr>
            <p:cNvPr id="539" name="Google Shape;539;p32"/>
            <p:cNvGrpSpPr/>
            <p:nvPr/>
          </p:nvGrpSpPr>
          <p:grpSpPr>
            <a:xfrm>
              <a:off x="0" y="-384762"/>
              <a:ext cx="10600533" cy="2276307"/>
              <a:chOff x="0" y="-38100"/>
              <a:chExt cx="1049690" cy="225405"/>
            </a:xfrm>
          </p:grpSpPr>
          <p:sp>
            <p:nvSpPr>
              <p:cNvPr id="540" name="Google Shape;540;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41" name="Google Shape;541;p3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42" name="Google Shape;542;p32"/>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43" name="Google Shape;543;p32"/>
          <p:cNvSpPr/>
          <p:nvPr/>
        </p:nvSpPr>
        <p:spPr>
          <a:xfrm>
            <a:off x="6249666" y="2075176"/>
            <a:ext cx="11636890" cy="7468874"/>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544" name="Google Shape;544;p32"/>
          <p:cNvGrpSpPr/>
          <p:nvPr/>
        </p:nvGrpSpPr>
        <p:grpSpPr>
          <a:xfrm>
            <a:off x="6869037" y="2400300"/>
            <a:ext cx="9666364" cy="1545386"/>
            <a:chOff x="6869037" y="2762832"/>
            <a:chExt cx="9666364" cy="1545386"/>
          </a:xfrm>
        </p:grpSpPr>
        <p:sp>
          <p:nvSpPr>
            <p:cNvPr id="545" name="Google Shape;545;p32"/>
            <p:cNvSpPr txBox="1"/>
            <p:nvPr/>
          </p:nvSpPr>
          <p:spPr>
            <a:xfrm>
              <a:off x="6869037" y="2820631"/>
              <a:ext cx="5399163"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Lí do</a:t>
              </a:r>
              <a:endParaRPr b="1" i="0" sz="3200" u="none" cap="none" strike="noStrike">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Phát triển ý</a:t>
              </a:r>
              <a:endParaRPr b="1" i="0" sz="3200" u="none" cap="none" strike="noStrike">
                <a:solidFill>
                  <a:srgbClr val="018345"/>
                </a:solidFill>
                <a:latin typeface="Roboto"/>
                <a:ea typeface="Roboto"/>
                <a:cs typeface="Roboto"/>
                <a:sym typeface="Roboto"/>
              </a:endParaRPr>
            </a:p>
          </p:txBody>
        </p:sp>
        <p:sp>
          <p:nvSpPr>
            <p:cNvPr id="546" name="Google Shape;546;p32"/>
            <p:cNvSpPr txBox="1"/>
            <p:nvPr/>
          </p:nvSpPr>
          <p:spPr>
            <a:xfrm>
              <a:off x="13353975" y="2762832"/>
              <a:ext cx="3181426" cy="14875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1 câu</a:t>
              </a:r>
              <a:endParaRPr b="1" i="0" sz="3200" u="none" cap="none" strike="noStrike">
                <a:solidFill>
                  <a:srgbClr val="018345"/>
                </a:solidFill>
                <a:latin typeface="Roboto"/>
                <a:ea typeface="Roboto"/>
                <a:cs typeface="Roboto"/>
                <a:sym typeface="Roboto"/>
              </a:endParaRPr>
            </a:p>
            <a:p>
              <a:pPr indent="-457200" lvl="0" marL="457200" marR="0" rtl="0" algn="just">
                <a:lnSpc>
                  <a:spcPct val="150000"/>
                </a:lnSpc>
                <a:spcBef>
                  <a:spcPts val="0"/>
                </a:spcBef>
                <a:spcAft>
                  <a:spcPts val="0"/>
                </a:spcAft>
                <a:buClr>
                  <a:srgbClr val="000000"/>
                </a:buClr>
                <a:buSzPts val="3200"/>
                <a:buFont typeface="Arial"/>
                <a:buChar char="•"/>
              </a:pPr>
              <a:r>
                <a:rPr b="1" i="0" lang="en-US" sz="3200" u="none" cap="none" strike="noStrike">
                  <a:solidFill>
                    <a:srgbClr val="018345"/>
                  </a:solidFill>
                  <a:latin typeface="Roboto"/>
                  <a:ea typeface="Roboto"/>
                  <a:cs typeface="Roboto"/>
                  <a:sym typeface="Roboto"/>
                </a:rPr>
                <a:t>1 câu</a:t>
              </a:r>
              <a:endParaRPr b="1" i="0" sz="3200" u="none" cap="none" strike="noStrike">
                <a:solidFill>
                  <a:srgbClr val="018345"/>
                </a:solidFill>
                <a:latin typeface="Roboto"/>
                <a:ea typeface="Roboto"/>
                <a:cs typeface="Roboto"/>
                <a:sym typeface="Roboto"/>
              </a:endParaRPr>
            </a:p>
          </p:txBody>
        </p:sp>
        <p:sp>
          <p:nvSpPr>
            <p:cNvPr id="547" name="Google Shape;547;p32"/>
            <p:cNvSpPr/>
            <p:nvPr/>
          </p:nvSpPr>
          <p:spPr>
            <a:xfrm>
              <a:off x="11734800" y="3003502"/>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8" name="Google Shape;548;p32"/>
            <p:cNvSpPr/>
            <p:nvPr/>
          </p:nvSpPr>
          <p:spPr>
            <a:xfrm>
              <a:off x="11722365" y="3651403"/>
              <a:ext cx="926835" cy="514521"/>
            </a:xfrm>
            <a:prstGeom prst="rightArrow">
              <a:avLst>
                <a:gd fmla="val 50000" name="adj1"/>
                <a:gd fmla="val 50000" name="adj2"/>
              </a:avLst>
            </a:prstGeom>
            <a:solidFill>
              <a:schemeClr val="lt1"/>
            </a:solidFill>
            <a:ln cap="flat" cmpd="sng" w="25400">
              <a:solidFill>
                <a:srgbClr val="4CB4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pSp>
      <p:grpSp>
        <p:nvGrpSpPr>
          <p:cNvPr id="549" name="Google Shape;549;p32"/>
          <p:cNvGrpSpPr/>
          <p:nvPr/>
        </p:nvGrpSpPr>
        <p:grpSpPr>
          <a:xfrm>
            <a:off x="6326499" y="4110385"/>
            <a:ext cx="11381638" cy="4154984"/>
            <a:chOff x="6326499" y="4110385"/>
            <a:chExt cx="11381638" cy="4154984"/>
          </a:xfrm>
        </p:grpSpPr>
        <p:sp>
          <p:nvSpPr>
            <p:cNvPr id="550" name="Google Shape;550;p32"/>
            <p:cNvSpPr txBox="1"/>
            <p:nvPr/>
          </p:nvSpPr>
          <p:spPr>
            <a:xfrm>
              <a:off x="6705601" y="4110385"/>
              <a:ext cx="11002536" cy="415498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3600" u="none" cap="none" strike="noStrike">
                  <a:solidFill>
                    <a:srgbClr val="000000"/>
                  </a:solidFill>
                  <a:latin typeface="Roboto"/>
                  <a:ea typeface="Roboto"/>
                  <a:cs typeface="Roboto"/>
                  <a:sym typeface="Roboto"/>
                </a:rPr>
                <a:t>Please tell us why you are interested in travelling.</a:t>
              </a:r>
              <a:endParaRPr/>
            </a:p>
            <a:p>
              <a:pPr indent="0" lvl="0" marL="0" marR="0" rtl="0" algn="just">
                <a:lnSpc>
                  <a:spcPct val="150000"/>
                </a:lnSpc>
                <a:spcBef>
                  <a:spcPts val="0"/>
                </a:spcBef>
                <a:spcAft>
                  <a:spcPts val="0"/>
                </a:spcAft>
                <a:buNone/>
              </a:pPr>
              <a:r>
                <a:rPr b="0" i="0" lang="en-US" sz="3600" u="none" cap="none" strike="noStrike">
                  <a:solidFill>
                    <a:srgbClr val="000000"/>
                  </a:solidFill>
                  <a:latin typeface="Roboto"/>
                  <a:ea typeface="Roboto"/>
                  <a:cs typeface="Roboto"/>
                  <a:sym typeface="Roboto"/>
                </a:rPr>
                <a:t>		I believe that travel opens our minds to the world around us. </a:t>
              </a:r>
              <a:endParaRPr/>
            </a:p>
            <a:p>
              <a:pPr indent="0" lvl="0" marL="0" marR="0" rtl="0" algn="just">
                <a:lnSpc>
                  <a:spcPct val="150000"/>
                </a:lnSpc>
                <a:spcBef>
                  <a:spcPts val="0"/>
                </a:spcBef>
                <a:spcAft>
                  <a:spcPts val="0"/>
                </a:spcAft>
                <a:buNone/>
              </a:pPr>
              <a:r>
                <a:rPr b="0" i="0" lang="en-US" sz="3600" u="none" cap="none" strike="noStrike">
                  <a:solidFill>
                    <a:srgbClr val="000000"/>
                  </a:solidFill>
                  <a:latin typeface="Roboto"/>
                  <a:ea typeface="Roboto"/>
                  <a:cs typeface="Roboto"/>
                  <a:sym typeface="Roboto"/>
                </a:rPr>
                <a:t>		Not only does it do this, but it allows us to see the place where we live differently. </a:t>
              </a:r>
              <a:endParaRPr/>
            </a:p>
          </p:txBody>
        </p:sp>
        <p:sp>
          <p:nvSpPr>
            <p:cNvPr id="551" name="Google Shape;551;p32"/>
            <p:cNvSpPr/>
            <p:nvPr/>
          </p:nvSpPr>
          <p:spPr>
            <a:xfrm>
              <a:off x="6326499" y="5078394"/>
              <a:ext cx="2207901" cy="647324"/>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000" u="none" cap="none" strike="noStrike">
                  <a:solidFill>
                    <a:schemeClr val="lt1"/>
                  </a:solidFill>
                  <a:latin typeface="Calibri"/>
                  <a:ea typeface="Calibri"/>
                  <a:cs typeface="Calibri"/>
                  <a:sym typeface="Calibri"/>
                </a:rPr>
                <a:t>Lý do</a:t>
              </a:r>
              <a:endParaRPr/>
            </a:p>
          </p:txBody>
        </p:sp>
        <p:sp>
          <p:nvSpPr>
            <p:cNvPr id="552" name="Google Shape;552;p32"/>
            <p:cNvSpPr/>
            <p:nvPr/>
          </p:nvSpPr>
          <p:spPr>
            <a:xfrm>
              <a:off x="6326499" y="6717546"/>
              <a:ext cx="2207901" cy="647325"/>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000" u="none" cap="none" strike="noStrike">
                  <a:solidFill>
                    <a:schemeClr val="lt1"/>
                  </a:solidFill>
                  <a:latin typeface="Calibri"/>
                  <a:ea typeface="Calibri"/>
                  <a:cs typeface="Calibri"/>
                  <a:sym typeface="Calibri"/>
                </a:rPr>
                <a:t>Phát triển ý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cxnSp>
        <p:nvCxnSpPr>
          <p:cNvPr id="558" name="Google Shape;558;p33"/>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559" name="Google Shape;559;p3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60" name="Google Shape;560;p33"/>
          <p:cNvGrpSpPr/>
          <p:nvPr/>
        </p:nvGrpSpPr>
        <p:grpSpPr>
          <a:xfrm rot="10800000">
            <a:off x="15785091" y="-536942"/>
            <a:ext cx="7681766" cy="4260610"/>
            <a:chOff x="0" y="-38100"/>
            <a:chExt cx="406400" cy="225405"/>
          </a:xfrm>
        </p:grpSpPr>
        <p:sp>
          <p:nvSpPr>
            <p:cNvPr id="561" name="Google Shape;561;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62" name="Google Shape;562;p3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63" name="Google Shape;563;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64" name="Google Shape;564;p33"/>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Ví dụ</a:t>
            </a:r>
            <a:endParaRPr b="1" i="0" sz="6000" u="none" cap="none" strike="noStrike">
              <a:solidFill>
                <a:srgbClr val="018345"/>
              </a:solidFill>
              <a:latin typeface="Montserrat"/>
              <a:ea typeface="Montserrat"/>
              <a:cs typeface="Montserrat"/>
              <a:sym typeface="Montserrat"/>
            </a:endParaRPr>
          </a:p>
        </p:txBody>
      </p:sp>
      <p:grpSp>
        <p:nvGrpSpPr>
          <p:cNvPr id="565" name="Google Shape;565;p33"/>
          <p:cNvGrpSpPr/>
          <p:nvPr/>
        </p:nvGrpSpPr>
        <p:grpSpPr>
          <a:xfrm>
            <a:off x="-2718010" y="9274528"/>
            <a:ext cx="7950400" cy="1707231"/>
            <a:chOff x="0" y="-384762"/>
            <a:chExt cx="10600533" cy="2276307"/>
          </a:xfrm>
        </p:grpSpPr>
        <p:grpSp>
          <p:nvGrpSpPr>
            <p:cNvPr id="566" name="Google Shape;566;p33"/>
            <p:cNvGrpSpPr/>
            <p:nvPr/>
          </p:nvGrpSpPr>
          <p:grpSpPr>
            <a:xfrm>
              <a:off x="0" y="-384762"/>
              <a:ext cx="10600533" cy="2276307"/>
              <a:chOff x="0" y="-38100"/>
              <a:chExt cx="1049690" cy="225405"/>
            </a:xfrm>
          </p:grpSpPr>
          <p:sp>
            <p:nvSpPr>
              <p:cNvPr id="567" name="Google Shape;567;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68" name="Google Shape;568;p3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69" name="Google Shape;569;p33"/>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grpSp>
        <p:nvGrpSpPr>
          <p:cNvPr id="570" name="Google Shape;570;p33"/>
          <p:cNvGrpSpPr/>
          <p:nvPr/>
        </p:nvGrpSpPr>
        <p:grpSpPr>
          <a:xfrm>
            <a:off x="6194294" y="2099645"/>
            <a:ext cx="11243637" cy="7437114"/>
            <a:chOff x="6194294" y="2120451"/>
            <a:chExt cx="11243637" cy="6416499"/>
          </a:xfrm>
        </p:grpSpPr>
        <p:sp>
          <p:nvSpPr>
            <p:cNvPr id="571" name="Google Shape;571;p33"/>
            <p:cNvSpPr/>
            <p:nvPr/>
          </p:nvSpPr>
          <p:spPr>
            <a:xfrm>
              <a:off x="6194294" y="2120451"/>
              <a:ext cx="11243637" cy="6416499"/>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572" name="Google Shape;572;p33"/>
            <p:cNvSpPr txBox="1"/>
            <p:nvPr/>
          </p:nvSpPr>
          <p:spPr>
            <a:xfrm>
              <a:off x="6781800" y="2496572"/>
              <a:ext cx="10240159" cy="523998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4400" u="none" cap="none" strike="noStrike">
                  <a:solidFill>
                    <a:srgbClr val="000000"/>
                  </a:solidFill>
                  <a:latin typeface="Roboto"/>
                  <a:ea typeface="Roboto"/>
                  <a:cs typeface="Roboto"/>
                  <a:sym typeface="Roboto"/>
                </a:rPr>
                <a:t>Please tell us why you are interested in travelling.</a:t>
              </a:r>
              <a:endParaRPr/>
            </a:p>
            <a:p>
              <a:pPr indent="0" lvl="0" marL="0" marR="0" rtl="0" algn="just">
                <a:lnSpc>
                  <a:spcPct val="150000"/>
                </a:lnSpc>
                <a:spcBef>
                  <a:spcPts val="0"/>
                </a:spcBef>
                <a:spcAft>
                  <a:spcPts val="0"/>
                </a:spcAft>
                <a:buNone/>
              </a:pPr>
              <a:r>
                <a:rPr b="0" i="0" lang="en-US" sz="4400" u="none" cap="none" strike="noStrike">
                  <a:solidFill>
                    <a:srgbClr val="000000"/>
                  </a:solidFill>
                  <a:latin typeface="Roboto"/>
                  <a:ea typeface="Roboto"/>
                  <a:cs typeface="Roboto"/>
                  <a:sym typeface="Roboto"/>
                </a:rPr>
                <a:t>I believe that travel opens our minds to the world around us. Not only does it do this, but it allows us to see the place where we live differently. </a:t>
              </a:r>
              <a:endParaRPr/>
            </a:p>
          </p:txBody>
        </p:sp>
      </p:grpSp>
      <p:cxnSp>
        <p:nvCxnSpPr>
          <p:cNvPr id="573" name="Google Shape;573;p33"/>
          <p:cNvCxnSpPr/>
          <p:nvPr/>
        </p:nvCxnSpPr>
        <p:spPr>
          <a:xfrm>
            <a:off x="7049430" y="5540948"/>
            <a:ext cx="2971800" cy="0"/>
          </a:xfrm>
          <a:prstGeom prst="straightConnector1">
            <a:avLst/>
          </a:prstGeom>
          <a:noFill/>
          <a:ln cap="flat" cmpd="sng" w="57150">
            <a:solidFill>
              <a:srgbClr val="BD4B48"/>
            </a:solidFill>
            <a:prstDash val="solid"/>
            <a:round/>
            <a:headEnd len="sm" w="sm" type="none"/>
            <a:tailEnd len="sm" w="sm" type="none"/>
          </a:ln>
        </p:spPr>
      </p:cxnSp>
      <p:cxnSp>
        <p:nvCxnSpPr>
          <p:cNvPr id="574" name="Google Shape;574;p33"/>
          <p:cNvCxnSpPr/>
          <p:nvPr/>
        </p:nvCxnSpPr>
        <p:spPr>
          <a:xfrm>
            <a:off x="6915612" y="6522257"/>
            <a:ext cx="4949283" cy="0"/>
          </a:xfrm>
          <a:prstGeom prst="straightConnector1">
            <a:avLst/>
          </a:prstGeom>
          <a:noFill/>
          <a:ln cap="flat" cmpd="sng" w="57150">
            <a:solidFill>
              <a:srgbClr val="BD4B48"/>
            </a:solidFill>
            <a:prstDash val="solid"/>
            <a:round/>
            <a:headEnd len="sm" w="sm" type="none"/>
            <a:tailEnd len="sm" w="sm" type="none"/>
          </a:ln>
        </p:spPr>
      </p:cxnSp>
      <p:cxnSp>
        <p:nvCxnSpPr>
          <p:cNvPr id="575" name="Google Shape;575;p33"/>
          <p:cNvCxnSpPr/>
          <p:nvPr/>
        </p:nvCxnSpPr>
        <p:spPr>
          <a:xfrm>
            <a:off x="11887200" y="5500989"/>
            <a:ext cx="4973444" cy="0"/>
          </a:xfrm>
          <a:prstGeom prst="straightConnector1">
            <a:avLst/>
          </a:prstGeom>
          <a:noFill/>
          <a:ln cap="flat" cmpd="sng" w="57150">
            <a:solidFill>
              <a:srgbClr val="BD4B48"/>
            </a:solidFill>
            <a:prstDash val="solid"/>
            <a:round/>
            <a:headEnd len="sm" w="sm" type="none"/>
            <a:tailEnd len="sm" w="sm" type="none"/>
          </a:ln>
        </p:spPr>
      </p:cxnSp>
      <p:cxnSp>
        <p:nvCxnSpPr>
          <p:cNvPr id="576" name="Google Shape;576;p33"/>
          <p:cNvCxnSpPr/>
          <p:nvPr/>
        </p:nvCxnSpPr>
        <p:spPr>
          <a:xfrm>
            <a:off x="9294542" y="7468529"/>
            <a:ext cx="7727417" cy="0"/>
          </a:xfrm>
          <a:prstGeom prst="straightConnector1">
            <a:avLst/>
          </a:prstGeom>
          <a:noFill/>
          <a:ln cap="flat" cmpd="sng" w="57150">
            <a:solidFill>
              <a:srgbClr val="BD4B48"/>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par>
                                <p:cTn fill="hold" nodeType="with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cxnSp>
        <p:nvCxnSpPr>
          <p:cNvPr id="582" name="Google Shape;582;p34"/>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583" name="Google Shape;583;p3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84" name="Google Shape;584;p34"/>
          <p:cNvGrpSpPr/>
          <p:nvPr/>
        </p:nvGrpSpPr>
        <p:grpSpPr>
          <a:xfrm rot="10800000">
            <a:off x="15785091" y="-536942"/>
            <a:ext cx="7681766" cy="4260610"/>
            <a:chOff x="0" y="-38100"/>
            <a:chExt cx="406400" cy="225405"/>
          </a:xfrm>
        </p:grpSpPr>
        <p:sp>
          <p:nvSpPr>
            <p:cNvPr id="585" name="Google Shape;585;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86" name="Google Shape;586;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87" name="Google Shape;587;p3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88" name="Google Shape;588;p34"/>
          <p:cNvSpPr txBox="1"/>
          <p:nvPr/>
        </p:nvSpPr>
        <p:spPr>
          <a:xfrm>
            <a:off x="5571910" y="4011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i="0" lang="en-US" sz="6000" u="none" cap="none" strike="noStrike">
                <a:solidFill>
                  <a:srgbClr val="018345"/>
                </a:solidFill>
                <a:latin typeface="Montserrat"/>
                <a:ea typeface="Montserrat"/>
                <a:cs typeface="Montserrat"/>
                <a:sym typeface="Montserrat"/>
              </a:rPr>
              <a:t>Từ vựng và cấu trúc</a:t>
            </a:r>
            <a:endParaRPr b="1" i="0" sz="6000" u="none" cap="none" strike="noStrike">
              <a:solidFill>
                <a:srgbClr val="018345"/>
              </a:solidFill>
              <a:latin typeface="Montserrat"/>
              <a:ea typeface="Montserrat"/>
              <a:cs typeface="Montserrat"/>
              <a:sym typeface="Montserrat"/>
            </a:endParaRPr>
          </a:p>
        </p:txBody>
      </p:sp>
      <p:grpSp>
        <p:nvGrpSpPr>
          <p:cNvPr id="589" name="Google Shape;589;p34"/>
          <p:cNvGrpSpPr/>
          <p:nvPr/>
        </p:nvGrpSpPr>
        <p:grpSpPr>
          <a:xfrm>
            <a:off x="-2718010" y="9274528"/>
            <a:ext cx="7950400" cy="1707231"/>
            <a:chOff x="0" y="-384762"/>
            <a:chExt cx="10600533" cy="2276307"/>
          </a:xfrm>
        </p:grpSpPr>
        <p:grpSp>
          <p:nvGrpSpPr>
            <p:cNvPr id="590" name="Google Shape;590;p34"/>
            <p:cNvGrpSpPr/>
            <p:nvPr/>
          </p:nvGrpSpPr>
          <p:grpSpPr>
            <a:xfrm>
              <a:off x="0" y="-384762"/>
              <a:ext cx="10600533" cy="2276307"/>
              <a:chOff x="0" y="-38100"/>
              <a:chExt cx="1049690" cy="225405"/>
            </a:xfrm>
          </p:grpSpPr>
          <p:sp>
            <p:nvSpPr>
              <p:cNvPr id="591" name="Google Shape;591;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92" name="Google Shape;592;p3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93" name="Google Shape;593;p34"/>
            <p:cNvSpPr txBox="1"/>
            <p:nvPr/>
          </p:nvSpPr>
          <p:spPr>
            <a:xfrm>
              <a:off x="4182979" y="666743"/>
              <a:ext cx="3721151" cy="473549"/>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grpSp>
      <p:sp>
        <p:nvSpPr>
          <p:cNvPr id="594" name="Google Shape;594;p34"/>
          <p:cNvSpPr txBox="1"/>
          <p:nvPr/>
        </p:nvSpPr>
        <p:spPr>
          <a:xfrm>
            <a:off x="6496859" y="2456269"/>
            <a:ext cx="10990750" cy="5045164"/>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00000"/>
              </a:buClr>
              <a:buSzPts val="4400"/>
              <a:buFont typeface="Arial"/>
              <a:buChar char="•"/>
            </a:pPr>
            <a:r>
              <a:rPr b="0" i="0" lang="en-US" sz="4400" u="none" cap="none" strike="noStrike">
                <a:solidFill>
                  <a:srgbClr val="018345"/>
                </a:solidFill>
                <a:latin typeface="Calibri"/>
                <a:ea typeface="Calibri"/>
                <a:cs typeface="Calibri"/>
                <a:sym typeface="Calibri"/>
              </a:rPr>
              <a:t>I believe that: </a:t>
            </a:r>
            <a:r>
              <a:rPr b="0" i="0" lang="en-US" sz="4400" u="none" cap="none" strike="noStrike">
                <a:solidFill>
                  <a:schemeClr val="dk1"/>
                </a:solidFill>
                <a:latin typeface="Calibri"/>
                <a:ea typeface="Calibri"/>
                <a:cs typeface="Calibri"/>
                <a:sym typeface="Calibri"/>
              </a:rPr>
              <a:t>Tôi tin rằng</a:t>
            </a:r>
            <a:endParaRPr b="0" i="0" sz="4400" u="none" cap="none" strike="noStrike">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00000"/>
              </a:buClr>
              <a:buSzPts val="4400"/>
              <a:buFont typeface="Arial"/>
              <a:buChar char="•"/>
            </a:pPr>
            <a:r>
              <a:rPr b="0" i="0" lang="en-US" sz="4400" u="none" cap="none" strike="noStrike">
                <a:solidFill>
                  <a:srgbClr val="018345"/>
                </a:solidFill>
                <a:latin typeface="Calibri"/>
                <a:ea typeface="Calibri"/>
                <a:cs typeface="Calibri"/>
                <a:sym typeface="Calibri"/>
              </a:rPr>
              <a:t>Open our minds to the world around us:</a:t>
            </a:r>
            <a:endParaRPr/>
          </a:p>
          <a:p>
            <a:pPr indent="0" lvl="0" marL="0" marR="0" rtl="0" algn="l">
              <a:lnSpc>
                <a:spcPct val="150000"/>
              </a:lnSpc>
              <a:spcBef>
                <a:spcPts val="0"/>
              </a:spcBef>
              <a:spcAft>
                <a:spcPts val="0"/>
              </a:spcAft>
              <a:buNone/>
            </a:pPr>
            <a:r>
              <a:rPr b="0" i="0" lang="en-US" sz="4400" u="none" cap="none" strike="noStrike">
                <a:solidFill>
                  <a:schemeClr val="dk1"/>
                </a:solidFill>
                <a:latin typeface="Calibri"/>
                <a:ea typeface="Calibri"/>
                <a:cs typeface="Calibri"/>
                <a:sym typeface="Calibri"/>
              </a:rPr>
              <a:t>Mở rộng tâm trí của chúng ta về thế giới</a:t>
            </a:r>
            <a:endParaRPr b="0" i="0" sz="4400" u="none" cap="none" strike="noStrike">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00000"/>
              </a:buClr>
              <a:buSzPts val="4400"/>
              <a:buFont typeface="Arial"/>
              <a:buChar char="•"/>
            </a:pPr>
            <a:r>
              <a:rPr b="0" i="0" lang="en-US" sz="4400" u="none" cap="none" strike="noStrike">
                <a:solidFill>
                  <a:srgbClr val="018345"/>
                </a:solidFill>
                <a:latin typeface="Calibri"/>
                <a:ea typeface="Calibri"/>
                <a:cs typeface="Calibri"/>
                <a:sym typeface="Calibri"/>
              </a:rPr>
              <a:t>It allows us to see the place: </a:t>
            </a:r>
            <a:r>
              <a:rPr b="0" i="0" lang="en-US" sz="4400" u="none" cap="none" strike="noStrike">
                <a:solidFill>
                  <a:schemeClr val="dk1"/>
                </a:solidFill>
                <a:latin typeface="Calibri"/>
                <a:ea typeface="Calibri"/>
                <a:cs typeface="Calibri"/>
                <a:sym typeface="Calibri"/>
              </a:rPr>
              <a:t>Cho phép chúng ta nhìn ngắm các nơi</a:t>
            </a:r>
            <a:endParaRPr b="0" i="0" sz="4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cxnSp>
        <p:nvCxnSpPr>
          <p:cNvPr id="599" name="Google Shape;599;p35"/>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600" name="Google Shape;600;p3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01" name="Google Shape;601;p35"/>
          <p:cNvGrpSpPr/>
          <p:nvPr/>
        </p:nvGrpSpPr>
        <p:grpSpPr>
          <a:xfrm rot="10800000">
            <a:off x="15044552" y="-741521"/>
            <a:ext cx="7681766" cy="4260610"/>
            <a:chOff x="0" y="-38100"/>
            <a:chExt cx="406400" cy="225405"/>
          </a:xfrm>
        </p:grpSpPr>
        <p:sp>
          <p:nvSpPr>
            <p:cNvPr id="602" name="Google Shape;602;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03" name="Google Shape;603;p3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604" name="Google Shape;604;p3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05" name="Google Shape;605;p3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606" name="Google Shape;606;p35"/>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Clr>
                <a:srgbClr val="000000"/>
              </a:buClr>
              <a:buSzPts val="7200"/>
              <a:buFont typeface="Arial"/>
              <a:buNone/>
            </a:pPr>
            <a:r>
              <a:rPr b="1" i="0" lang="en-US" sz="7200" u="none" cap="none" strike="noStrike">
                <a:solidFill>
                  <a:srgbClr val="018345"/>
                </a:solidFill>
                <a:latin typeface="Montserrat"/>
                <a:ea typeface="Montserrat"/>
                <a:cs typeface="Montserrat"/>
                <a:sym typeface="Montserrat"/>
              </a:rPr>
              <a:t>Luyện tập</a:t>
            </a:r>
            <a:endParaRPr b="1" i="0" sz="7200" u="none" cap="none" strike="noStrike">
              <a:solidFill>
                <a:srgbClr val="018345"/>
              </a:solidFill>
              <a:latin typeface="Montserrat"/>
              <a:ea typeface="Montserrat"/>
              <a:cs typeface="Montserrat"/>
              <a:sym typeface="Montserrat"/>
            </a:endParaRPr>
          </a:p>
        </p:txBody>
      </p:sp>
      <p:sp>
        <p:nvSpPr>
          <p:cNvPr id="607" name="Google Shape;607;p35"/>
          <p:cNvSpPr txBox="1"/>
          <p:nvPr/>
        </p:nvSpPr>
        <p:spPr>
          <a:xfrm>
            <a:off x="10182106" y="339710"/>
            <a:ext cx="220273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05</a:t>
            </a:r>
            <a:endParaRPr b="0" i="0" sz="1400" u="none" cap="none" strike="noStrike">
              <a:solidFill>
                <a:srgbClr val="000000"/>
              </a:solidFill>
              <a:latin typeface="Calibri"/>
              <a:ea typeface="Calibri"/>
              <a:cs typeface="Calibri"/>
              <a:sym typeface="Calibri"/>
            </a:endParaRPr>
          </a:p>
        </p:txBody>
      </p:sp>
      <p:grpSp>
        <p:nvGrpSpPr>
          <p:cNvPr id="608" name="Google Shape;608;p35"/>
          <p:cNvGrpSpPr/>
          <p:nvPr/>
        </p:nvGrpSpPr>
        <p:grpSpPr>
          <a:xfrm>
            <a:off x="-2718010" y="9274528"/>
            <a:ext cx="7950400" cy="1707231"/>
            <a:chOff x="0" y="-384762"/>
            <a:chExt cx="10600533" cy="2276307"/>
          </a:xfrm>
        </p:grpSpPr>
        <p:grpSp>
          <p:nvGrpSpPr>
            <p:cNvPr id="609" name="Google Shape;609;p35"/>
            <p:cNvGrpSpPr/>
            <p:nvPr/>
          </p:nvGrpSpPr>
          <p:grpSpPr>
            <a:xfrm>
              <a:off x="0" y="-384762"/>
              <a:ext cx="10600533" cy="2276307"/>
              <a:chOff x="0" y="-38100"/>
              <a:chExt cx="1049690" cy="225405"/>
            </a:xfrm>
          </p:grpSpPr>
          <p:sp>
            <p:nvSpPr>
              <p:cNvPr id="610" name="Google Shape;610;p3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11" name="Google Shape;611;p3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2" name="Google Shape;612;p3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613" name="Google Shape;613;p35"/>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07"/>
                                        </p:tgtEl>
                                        <p:attrNameLst>
                                          <p:attrName>style.visibility</p:attrName>
                                        </p:attrNameLst>
                                      </p:cBhvr>
                                      <p:to>
                                        <p:strVal val="visible"/>
                                      </p:to>
                                    </p:set>
                                    <p:anim calcmode="lin" valueType="num">
                                      <p:cBhvr additive="base">
                                        <p:cTn dur="500"/>
                                        <p:tgtEl>
                                          <p:spTgt spid="607"/>
                                        </p:tgtEl>
                                        <p:attrNameLst>
                                          <p:attrName>ppt_w</p:attrName>
                                        </p:attrNameLst>
                                      </p:cBhvr>
                                      <p:tavLst>
                                        <p:tav fmla="" tm="0">
                                          <p:val>
                                            <p:strVal val="0"/>
                                          </p:val>
                                        </p:tav>
                                        <p:tav fmla="" tm="100000">
                                          <p:val>
                                            <p:strVal val="#ppt_w"/>
                                          </p:val>
                                        </p:tav>
                                      </p:tavLst>
                                    </p:anim>
                                    <p:anim calcmode="lin" valueType="num">
                                      <p:cBhvr additive="base">
                                        <p:cTn dur="500"/>
                                        <p:tgtEl>
                                          <p:spTgt spid="60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06"/>
                                        </p:tgtEl>
                                        <p:attrNameLst>
                                          <p:attrName>style.visibility</p:attrName>
                                        </p:attrNameLst>
                                      </p:cBhvr>
                                      <p:to>
                                        <p:strVal val="visible"/>
                                      </p:to>
                                    </p:set>
                                    <p:anim calcmode="lin" valueType="num">
                                      <p:cBhvr additive="base">
                                        <p:cTn dur="500"/>
                                        <p:tgtEl>
                                          <p:spTgt spid="606"/>
                                        </p:tgtEl>
                                        <p:attrNameLst>
                                          <p:attrName>ppt_w</p:attrName>
                                        </p:attrNameLst>
                                      </p:cBhvr>
                                      <p:tavLst>
                                        <p:tav fmla="" tm="0">
                                          <p:val>
                                            <p:strVal val="0"/>
                                          </p:val>
                                        </p:tav>
                                        <p:tav fmla="" tm="100000">
                                          <p:val>
                                            <p:strVal val="#ppt_w"/>
                                          </p:val>
                                        </p:tav>
                                      </p:tavLst>
                                    </p:anim>
                                    <p:anim calcmode="lin" valueType="num">
                                      <p:cBhvr additive="base">
                                        <p:cTn dur="500"/>
                                        <p:tgtEl>
                                          <p:spTgt spid="60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cxnSp>
        <p:nvCxnSpPr>
          <p:cNvPr id="619" name="Google Shape;619;p36"/>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620" name="Google Shape;620;p3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21" name="Google Shape;621;p36"/>
          <p:cNvGrpSpPr/>
          <p:nvPr/>
        </p:nvGrpSpPr>
        <p:grpSpPr>
          <a:xfrm rot="10800000">
            <a:off x="15044552" y="-741521"/>
            <a:ext cx="7681766" cy="4260610"/>
            <a:chOff x="0" y="-38100"/>
            <a:chExt cx="406400" cy="225405"/>
          </a:xfrm>
        </p:grpSpPr>
        <p:sp>
          <p:nvSpPr>
            <p:cNvPr id="622" name="Google Shape;622;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23" name="Google Shape;623;p3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624" name="Google Shape;624;p3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25" name="Google Shape;625;p36"/>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626" name="Google Shape;626;p36"/>
          <p:cNvGrpSpPr/>
          <p:nvPr/>
        </p:nvGrpSpPr>
        <p:grpSpPr>
          <a:xfrm rot="10800000">
            <a:off x="15828686" y="-13843"/>
            <a:ext cx="7681766" cy="4260610"/>
            <a:chOff x="0" y="-38100"/>
            <a:chExt cx="406400" cy="225405"/>
          </a:xfrm>
        </p:grpSpPr>
        <p:sp>
          <p:nvSpPr>
            <p:cNvPr id="627" name="Google Shape;627;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628" name="Google Shape;628;p3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9" name="Google Shape;629;p36"/>
          <p:cNvSpPr txBox="1"/>
          <p:nvPr/>
        </p:nvSpPr>
        <p:spPr>
          <a:xfrm>
            <a:off x="5696245" y="2603735"/>
            <a:ext cx="11565445" cy="6234207"/>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Clr>
                <a:srgbClr val="000000"/>
              </a:buClr>
              <a:buSzPts val="10003"/>
              <a:buFont typeface="Arial"/>
              <a:buNone/>
            </a:pPr>
            <a:r>
              <a:rPr b="1" i="0" lang="en-US" sz="10003" u="none" cap="none" strike="noStrike">
                <a:solidFill>
                  <a:srgbClr val="018345"/>
                </a:solidFill>
                <a:latin typeface="Calibri"/>
                <a:ea typeface="Calibri"/>
                <a:cs typeface="Calibri"/>
                <a:sym typeface="Calibri"/>
              </a:rPr>
              <a:t>Cảm ơn các bạn đã chú ý theo dõi!</a:t>
            </a:r>
            <a:endParaRPr b="0" i="0" sz="1400" u="none" cap="none" strike="noStrike">
              <a:solidFill>
                <a:srgbClr val="000000"/>
              </a:solidFill>
              <a:latin typeface="Calibri"/>
              <a:ea typeface="Calibri"/>
              <a:cs typeface="Calibri"/>
              <a:sym typeface="Calibri"/>
            </a:endParaRPr>
          </a:p>
          <a:p>
            <a:pPr indent="0" lvl="0" marL="0" marR="0" rtl="0" algn="ctr">
              <a:lnSpc>
                <a:spcPct val="134999"/>
              </a:lnSpc>
              <a:spcBef>
                <a:spcPts val="0"/>
              </a:spcBef>
              <a:spcAft>
                <a:spcPts val="0"/>
              </a:spcAft>
              <a:buClr>
                <a:srgbClr val="000000"/>
              </a:buClr>
              <a:buSzPts val="10003"/>
              <a:buFont typeface="Arial"/>
              <a:buNone/>
            </a:pPr>
            <a:r>
              <a:t/>
            </a:r>
            <a:endParaRPr b="1" i="0" sz="10003" u="none" cap="none" strike="noStrike">
              <a:solidFill>
                <a:srgbClr val="018345"/>
              </a:solidFill>
              <a:latin typeface="Calibri"/>
              <a:ea typeface="Calibri"/>
              <a:cs typeface="Calibri"/>
              <a:sym typeface="Calibri"/>
            </a:endParaRPr>
          </a:p>
        </p:txBody>
      </p:sp>
      <p:grpSp>
        <p:nvGrpSpPr>
          <p:cNvPr id="630" name="Google Shape;630;p36"/>
          <p:cNvGrpSpPr/>
          <p:nvPr/>
        </p:nvGrpSpPr>
        <p:grpSpPr>
          <a:xfrm>
            <a:off x="5693855" y="6543482"/>
            <a:ext cx="11567835" cy="1261722"/>
            <a:chOff x="5693855" y="7590172"/>
            <a:chExt cx="11567835" cy="1261722"/>
          </a:xfrm>
        </p:grpSpPr>
        <p:grpSp>
          <p:nvGrpSpPr>
            <p:cNvPr id="631" name="Google Shape;631;p36"/>
            <p:cNvGrpSpPr/>
            <p:nvPr/>
          </p:nvGrpSpPr>
          <p:grpSpPr>
            <a:xfrm>
              <a:off x="5693855" y="7590172"/>
              <a:ext cx="11567834" cy="1261722"/>
              <a:chOff x="0" y="-38100"/>
              <a:chExt cx="3046672" cy="332305"/>
            </a:xfrm>
          </p:grpSpPr>
          <p:sp>
            <p:nvSpPr>
              <p:cNvPr id="632" name="Google Shape;632;p36"/>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633" name="Google Shape;633;p36"/>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4" name="Google Shape;634;p36"/>
            <p:cNvSpPr txBox="1"/>
            <p:nvPr/>
          </p:nvSpPr>
          <p:spPr>
            <a:xfrm>
              <a:off x="5696245" y="7961575"/>
              <a:ext cx="11565445" cy="75386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499"/>
                <a:buFont typeface="Arial"/>
                <a:buNone/>
              </a:pPr>
              <a:r>
                <a:rPr b="0" i="0" lang="en-US" sz="3499" u="none" cap="none" strike="noStrike">
                  <a:solidFill>
                    <a:srgbClr val="FFFFFF"/>
                  </a:solidFill>
                  <a:latin typeface="Calibri"/>
                  <a:ea typeface="Calibri"/>
                  <a:cs typeface="Calibri"/>
                  <a:sym typeface="Calibri"/>
                </a:rPr>
                <a:t>Hẹn gặp lại các bạn ở những bài học tiếp theo</a:t>
              </a:r>
              <a:endParaRPr b="0" i="0" sz="3499" u="none" cap="none" strike="noStrike">
                <a:solidFill>
                  <a:srgbClr val="FFFFFF"/>
                </a:solidFill>
                <a:latin typeface="Calibri"/>
                <a:ea typeface="Calibri"/>
                <a:cs typeface="Calibri"/>
                <a:sym typeface="Calibri"/>
              </a:endParaRPr>
            </a:p>
          </p:txBody>
        </p:sp>
      </p:grpSp>
      <p:grpSp>
        <p:nvGrpSpPr>
          <p:cNvPr id="635" name="Google Shape;635;p36"/>
          <p:cNvGrpSpPr/>
          <p:nvPr/>
        </p:nvGrpSpPr>
        <p:grpSpPr>
          <a:xfrm>
            <a:off x="-2718010" y="9274528"/>
            <a:ext cx="7950400" cy="1707231"/>
            <a:chOff x="0" y="-384762"/>
            <a:chExt cx="10600533" cy="2276307"/>
          </a:xfrm>
        </p:grpSpPr>
        <p:grpSp>
          <p:nvGrpSpPr>
            <p:cNvPr id="636" name="Google Shape;636;p36"/>
            <p:cNvGrpSpPr/>
            <p:nvPr/>
          </p:nvGrpSpPr>
          <p:grpSpPr>
            <a:xfrm>
              <a:off x="0" y="-384762"/>
              <a:ext cx="10600533" cy="2276307"/>
              <a:chOff x="0" y="-38100"/>
              <a:chExt cx="1049690" cy="225405"/>
            </a:xfrm>
          </p:grpSpPr>
          <p:sp>
            <p:nvSpPr>
              <p:cNvPr id="637" name="Google Shape;637;p3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38" name="Google Shape;638;p3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9" name="Google Shape;639;p3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629"/>
                                        </p:tgtEl>
                                        <p:attrNameLst>
                                          <p:attrName>style.visibility</p:attrName>
                                        </p:attrNameLst>
                                      </p:cBhvr>
                                      <p:to>
                                        <p:strVal val="visible"/>
                                      </p:to>
                                    </p:set>
                                    <p:anim calcmode="lin" valueType="num">
                                      <p:cBhvr additive="base">
                                        <p:cTn dur="500"/>
                                        <p:tgtEl>
                                          <p:spTgt spid="629"/>
                                        </p:tgtEl>
                                        <p:attrNameLst>
                                          <p:attrName>ppt_w</p:attrName>
                                        </p:attrNameLst>
                                      </p:cBhvr>
                                      <p:tavLst>
                                        <p:tav fmla="" tm="0">
                                          <p:val>
                                            <p:strVal val="0"/>
                                          </p:val>
                                        </p:tav>
                                        <p:tav fmla="" tm="100000">
                                          <p:val>
                                            <p:strVal val="#ppt_w"/>
                                          </p:val>
                                        </p:tav>
                                      </p:tavLst>
                                    </p:anim>
                                    <p:anim calcmode="lin" valueType="num">
                                      <p:cBhvr additive="base">
                                        <p:cTn dur="500"/>
                                        <p:tgtEl>
                                          <p:spTgt spid="62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