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embeddedFontLst>
    <p:embeddedFont>
      <p:font typeface="Playfair Display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.fntdata"/><Relationship Id="rId22" Type="http://schemas.openxmlformats.org/officeDocument/2006/relationships/font" Target="fonts/PlayfairDisplay-boldItalic.fntdata"/><Relationship Id="rId21" Type="http://schemas.openxmlformats.org/officeDocument/2006/relationships/font" Target="fonts/PlayfairDisplay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ayfairDispl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Noto Sans Symbols"/>
              <a:buChar char="⮚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Hoàn thành một mẫu đơn bằng cách điền thông tin.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Noto Sans Symbols"/>
              <a:buChar char="⮚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Không cần viết ở dạng câu mà chỉ cần điền các từ.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Noto Sans Symbols"/>
              <a:buChar char="⮚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Thời gian làm bài lý tưởng là không quá 3 phút cho phần này.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" name="Google Shape;39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1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8345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4788018" y="1722907"/>
            <a:ext cx="13410874" cy="1795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16"/>
              <a:buFont typeface="Arial"/>
              <a:buNone/>
            </a:pPr>
            <a:r>
              <a:rPr b="0" i="0" lang="en-US" sz="1041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APTIS GENERAL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" name="Google Shape;89;p13"/>
          <p:cNvGrpSpPr/>
          <p:nvPr/>
        </p:nvGrpSpPr>
        <p:grpSpPr>
          <a:xfrm>
            <a:off x="7338936" y="4396612"/>
            <a:ext cx="8593708" cy="2361123"/>
            <a:chOff x="0" y="-192881"/>
            <a:chExt cx="11458277" cy="3148163"/>
          </a:xfrm>
        </p:grpSpPr>
        <p:grpSp>
          <p:nvGrpSpPr>
            <p:cNvPr id="90" name="Google Shape;90;p13"/>
            <p:cNvGrpSpPr/>
            <p:nvPr/>
          </p:nvGrpSpPr>
          <p:grpSpPr>
            <a:xfrm>
              <a:off x="0" y="-192881"/>
              <a:ext cx="11458277" cy="2963451"/>
              <a:chOff x="0" y="-38100"/>
              <a:chExt cx="2263363" cy="585373"/>
            </a:xfrm>
          </p:grpSpPr>
          <p:sp>
            <p:nvSpPr>
              <p:cNvPr id="91" name="Google Shape;91;p13"/>
              <p:cNvSpPr/>
              <p:nvPr/>
            </p:nvSpPr>
            <p:spPr>
              <a:xfrm>
                <a:off x="0" y="0"/>
                <a:ext cx="2263363" cy="547273"/>
              </a:xfrm>
              <a:custGeom>
                <a:rect b="b" l="l" r="r" t="t"/>
                <a:pathLst>
                  <a:path extrusionOk="0" h="547273" w="2263363">
                    <a:moveTo>
                      <a:pt x="45945" y="0"/>
                    </a:moveTo>
                    <a:lnTo>
                      <a:pt x="2217418" y="0"/>
                    </a:lnTo>
                    <a:cubicBezTo>
                      <a:pt x="2242793" y="0"/>
                      <a:pt x="2263363" y="20570"/>
                      <a:pt x="2263363" y="45945"/>
                    </a:cubicBezTo>
                    <a:lnTo>
                      <a:pt x="2263363" y="501328"/>
                    </a:lnTo>
                    <a:cubicBezTo>
                      <a:pt x="2263363" y="526703"/>
                      <a:pt x="2242793" y="547273"/>
                      <a:pt x="2217418" y="547273"/>
                    </a:cubicBezTo>
                    <a:lnTo>
                      <a:pt x="45945" y="547273"/>
                    </a:lnTo>
                    <a:cubicBezTo>
                      <a:pt x="20570" y="547273"/>
                      <a:pt x="0" y="526703"/>
                      <a:pt x="0" y="501328"/>
                    </a:cubicBezTo>
                    <a:lnTo>
                      <a:pt x="0" y="45945"/>
                    </a:lnTo>
                    <a:cubicBezTo>
                      <a:pt x="0" y="20570"/>
                      <a:pt x="20570" y="0"/>
                      <a:pt x="45945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3"/>
              <p:cNvSpPr txBox="1"/>
              <p:nvPr/>
            </p:nvSpPr>
            <p:spPr>
              <a:xfrm>
                <a:off x="0" y="-38100"/>
                <a:ext cx="2263363" cy="5853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3" name="Google Shape;93;p13"/>
            <p:cNvSpPr txBox="1"/>
            <p:nvPr/>
          </p:nvSpPr>
          <p:spPr>
            <a:xfrm>
              <a:off x="793233" y="91935"/>
              <a:ext cx="9871810" cy="28633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460"/>
                <a:buFont typeface="Arial"/>
                <a:buNone/>
              </a:pPr>
              <a:r>
                <a:rPr b="0" i="0" lang="en-US" sz="12460" u="none" cap="none" strike="noStrike">
                  <a:solidFill>
                    <a:srgbClr val="018345"/>
                  </a:solidFill>
                  <a:latin typeface="Calibri"/>
                  <a:ea typeface="Calibri"/>
                  <a:cs typeface="Calibri"/>
                  <a:sym typeface="Calibri"/>
                </a:rPr>
                <a:t>WRITING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4" name="Google Shape;94;p13"/>
          <p:cNvCxnSpPr/>
          <p:nvPr/>
        </p:nvCxnSpPr>
        <p:spPr>
          <a:xfrm>
            <a:off x="5559805" y="3724211"/>
            <a:ext cx="11699495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/>
        </p:nvSpPr>
        <p:spPr>
          <a:xfrm>
            <a:off x="4867241" y="698293"/>
            <a:ext cx="13215313" cy="1769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64"/>
              <a:buFont typeface="Arial"/>
              <a:buNone/>
            </a:pPr>
            <a:r>
              <a:rPr b="0" i="0" lang="en-US" sz="10264" u="none" cap="none" strike="noStrike">
                <a:solidFill>
                  <a:srgbClr val="018345"/>
                </a:solidFill>
                <a:latin typeface="Calibri"/>
                <a:ea typeface="Calibri"/>
                <a:cs typeface="Calibri"/>
                <a:sym typeface="Calibri"/>
              </a:rPr>
              <a:t>Table of contents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14"/>
          <p:cNvCxnSpPr/>
          <p:nvPr/>
        </p:nvCxnSpPr>
        <p:spPr>
          <a:xfrm>
            <a:off x="5943600" y="2152650"/>
            <a:ext cx="11579734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2" name="Google Shape;102;p14"/>
          <p:cNvGrpSpPr/>
          <p:nvPr/>
        </p:nvGrpSpPr>
        <p:grpSpPr>
          <a:xfrm rot="10800000">
            <a:off x="14951203" y="-741521"/>
            <a:ext cx="7681766" cy="4260610"/>
            <a:chOff x="0" y="-38100"/>
            <a:chExt cx="406400" cy="225405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105" name="Google Shape;105;p14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6" name="Google Shape;106;p14"/>
          <p:cNvGrpSpPr/>
          <p:nvPr/>
        </p:nvGrpSpPr>
        <p:grpSpPr>
          <a:xfrm>
            <a:off x="6890434" y="2552819"/>
            <a:ext cx="10092876" cy="1384827"/>
            <a:chOff x="6375842" y="6151456"/>
            <a:chExt cx="10541964" cy="1433865"/>
          </a:xfrm>
        </p:grpSpPr>
        <p:sp>
          <p:nvSpPr>
            <p:cNvPr id="107" name="Google Shape;107;p14"/>
            <p:cNvSpPr/>
            <p:nvPr/>
          </p:nvSpPr>
          <p:spPr>
            <a:xfrm>
              <a:off x="6375842" y="6278356"/>
              <a:ext cx="10541964" cy="1289204"/>
            </a:xfrm>
            <a:prstGeom prst="roundRect">
              <a:avLst>
                <a:gd fmla="val 50000" name="adj"/>
              </a:avLst>
            </a:prstGeom>
            <a:solidFill>
              <a:srgbClr val="01834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6375842" y="6151456"/>
              <a:ext cx="10541964" cy="14338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386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6375842" y="6296117"/>
              <a:ext cx="1253681" cy="1253680"/>
            </a:xfrm>
            <a:custGeom>
              <a:rect b="b" l="l" r="r" t="t"/>
              <a:pathLst>
                <a:path extrusionOk="0" h="1671574" w="1671574">
                  <a:moveTo>
                    <a:pt x="0" y="835787"/>
                  </a:moveTo>
                  <a:cubicBezTo>
                    <a:pt x="0" y="374269"/>
                    <a:pt x="374269" y="0"/>
                    <a:pt x="835787" y="0"/>
                  </a:cubicBezTo>
                  <a:cubicBezTo>
                    <a:pt x="1297305" y="0"/>
                    <a:pt x="1671574" y="374269"/>
                    <a:pt x="1671574" y="835787"/>
                  </a:cubicBezTo>
                  <a:cubicBezTo>
                    <a:pt x="1671574" y="1297305"/>
                    <a:pt x="1297305" y="1671574"/>
                    <a:pt x="835787" y="1671574"/>
                  </a:cubicBezTo>
                  <a:cubicBezTo>
                    <a:pt x="374269" y="1671574"/>
                    <a:pt x="0" y="1297432"/>
                    <a:pt x="0" y="835787"/>
                  </a:cubicBez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7917301" y="6581020"/>
              <a:ext cx="8651100" cy="7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Bài viết APTIS part 1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Books with solid fill" id="111" name="Google Shape;111;p14"/>
            <p:cNvSpPr/>
            <p:nvPr/>
          </p:nvSpPr>
          <p:spPr>
            <a:xfrm>
              <a:off x="6604212" y="6517439"/>
              <a:ext cx="796998" cy="796998"/>
            </a:xfrm>
            <a:custGeom>
              <a:rect b="b" l="l" r="r" t="t"/>
              <a:pathLst>
                <a:path extrusionOk="0" h="1062664" w="1062664">
                  <a:moveTo>
                    <a:pt x="0" y="0"/>
                  </a:moveTo>
                  <a:lnTo>
                    <a:pt x="1062664" y="0"/>
                  </a:lnTo>
                  <a:lnTo>
                    <a:pt x="1062664" y="1062664"/>
                  </a:lnTo>
                  <a:lnTo>
                    <a:pt x="0" y="10626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12" name="Google Shape;112;p14"/>
          <p:cNvSpPr txBox="1"/>
          <p:nvPr/>
        </p:nvSpPr>
        <p:spPr>
          <a:xfrm>
            <a:off x="6487860" y="5519116"/>
            <a:ext cx="10092845" cy="138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738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-10653311" y="9715322"/>
            <a:ext cx="13923203" cy="323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6"/>
              <a:buFont typeface="Arial"/>
              <a:buNone/>
            </a:pPr>
            <a:r>
              <a:rPr b="0" i="0" lang="en-US" sz="1876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https://edulife.com.vn/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" name="Google Shape;114;p14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115" name="Google Shape;115;p14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116" name="Google Shape;116;p14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117" name="Google Shape;117;p14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8" name="Google Shape;118;p14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14"/>
          <p:cNvGrpSpPr/>
          <p:nvPr/>
        </p:nvGrpSpPr>
        <p:grpSpPr>
          <a:xfrm>
            <a:off x="6934201" y="4203213"/>
            <a:ext cx="10121389" cy="1245090"/>
            <a:chOff x="6934200" y="7048500"/>
            <a:chExt cx="9882630" cy="1159137"/>
          </a:xfrm>
        </p:grpSpPr>
        <p:grpSp>
          <p:nvGrpSpPr>
            <p:cNvPr id="120" name="Google Shape;120;p14"/>
            <p:cNvGrpSpPr/>
            <p:nvPr/>
          </p:nvGrpSpPr>
          <p:grpSpPr>
            <a:xfrm>
              <a:off x="6934200" y="7048500"/>
              <a:ext cx="9882630" cy="1159137"/>
              <a:chOff x="6487861" y="7950596"/>
              <a:chExt cx="10571780" cy="1289204"/>
            </a:xfrm>
          </p:grpSpPr>
          <p:sp>
            <p:nvSpPr>
              <p:cNvPr id="121" name="Google Shape;121;p14"/>
              <p:cNvSpPr/>
              <p:nvPr/>
            </p:nvSpPr>
            <p:spPr>
              <a:xfrm>
                <a:off x="6517678" y="7950596"/>
                <a:ext cx="10541963" cy="1289204"/>
              </a:xfrm>
              <a:prstGeom prst="roundRect">
                <a:avLst>
                  <a:gd fmla="val 50000" name="adj"/>
                </a:avLst>
              </a:prstGeom>
              <a:solidFill>
                <a:srgbClr val="01834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4"/>
              <p:cNvSpPr/>
              <p:nvPr/>
            </p:nvSpPr>
            <p:spPr>
              <a:xfrm>
                <a:off x="6487861" y="7968363"/>
                <a:ext cx="1253681" cy="1253680"/>
              </a:xfrm>
              <a:custGeom>
                <a:rect b="b" l="l" r="r" t="t"/>
                <a:pathLst>
                  <a:path extrusionOk="0" h="1671574" w="1671574">
                    <a:moveTo>
                      <a:pt x="0" y="835787"/>
                    </a:moveTo>
                    <a:cubicBezTo>
                      <a:pt x="0" y="374269"/>
                      <a:pt x="374269" y="0"/>
                      <a:pt x="835787" y="0"/>
                    </a:cubicBezTo>
                    <a:cubicBezTo>
                      <a:pt x="1297305" y="0"/>
                      <a:pt x="1671574" y="374269"/>
                      <a:pt x="1671574" y="835787"/>
                    </a:cubicBezTo>
                    <a:cubicBezTo>
                      <a:pt x="1671574" y="1297305"/>
                      <a:pt x="1297305" y="1671574"/>
                      <a:pt x="835787" y="1671574"/>
                    </a:cubicBezTo>
                    <a:cubicBezTo>
                      <a:pt x="374269" y="1671574"/>
                      <a:pt x="0" y="1297432"/>
                      <a:pt x="0" y="835787"/>
                    </a:cubicBezTo>
                    <a:close/>
                  </a:path>
                </a:pathLst>
              </a:custGeom>
              <a:solidFill>
                <a:srgbClr val="00BF6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4"/>
              <p:cNvSpPr txBox="1"/>
              <p:nvPr/>
            </p:nvSpPr>
            <p:spPr>
              <a:xfrm>
                <a:off x="7905404" y="8239101"/>
                <a:ext cx="7896000" cy="5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30390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rPr b="1" i="0" lang="en-US" sz="3200" u="none" cap="none" strike="noStrik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Những lưu ý khi làm bài</a:t>
                </a:r>
                <a:endParaRPr b="1" i="0" sz="32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descr="Envelope with solid fill" id="124" name="Google Shape;124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67192" y="7214481"/>
              <a:ext cx="773941" cy="77394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" name="Google Shape;125;p14"/>
          <p:cNvGrpSpPr/>
          <p:nvPr/>
        </p:nvGrpSpPr>
        <p:grpSpPr>
          <a:xfrm>
            <a:off x="6962074" y="5727211"/>
            <a:ext cx="10149936" cy="1245089"/>
            <a:chOff x="6962073" y="8572500"/>
            <a:chExt cx="9910504" cy="1159136"/>
          </a:xfrm>
        </p:grpSpPr>
        <p:sp>
          <p:nvSpPr>
            <p:cNvPr id="126" name="Google Shape;126;p14"/>
            <p:cNvSpPr/>
            <p:nvPr/>
          </p:nvSpPr>
          <p:spPr>
            <a:xfrm>
              <a:off x="6989946" y="8572500"/>
              <a:ext cx="9854758" cy="1159136"/>
            </a:xfrm>
            <a:prstGeom prst="roundRect">
              <a:avLst>
                <a:gd fmla="val 50000" name="adj"/>
              </a:avLst>
            </a:prstGeom>
            <a:solidFill>
              <a:srgbClr val="01834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6962073" y="8588470"/>
              <a:ext cx="1171956" cy="1127196"/>
            </a:xfrm>
            <a:custGeom>
              <a:rect b="b" l="l" r="r" t="t"/>
              <a:pathLst>
                <a:path extrusionOk="0" h="1671574" w="1671574">
                  <a:moveTo>
                    <a:pt x="0" y="835787"/>
                  </a:moveTo>
                  <a:cubicBezTo>
                    <a:pt x="0" y="374269"/>
                    <a:pt x="374269" y="0"/>
                    <a:pt x="835787" y="0"/>
                  </a:cubicBezTo>
                  <a:cubicBezTo>
                    <a:pt x="1297305" y="0"/>
                    <a:pt x="1671574" y="374269"/>
                    <a:pt x="1671574" y="835787"/>
                  </a:cubicBezTo>
                  <a:cubicBezTo>
                    <a:pt x="1671574" y="1297305"/>
                    <a:pt x="1297305" y="1671574"/>
                    <a:pt x="835787" y="1671574"/>
                  </a:cubicBezTo>
                  <a:cubicBezTo>
                    <a:pt x="374269" y="1671574"/>
                    <a:pt x="0" y="1297432"/>
                    <a:pt x="0" y="835787"/>
                  </a:cubicBez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4"/>
            <p:cNvSpPr txBox="1"/>
            <p:nvPr/>
          </p:nvSpPr>
          <p:spPr>
            <a:xfrm>
              <a:off x="8403048" y="8840948"/>
              <a:ext cx="8469529" cy="524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Đề mẫu</a:t>
              </a:r>
              <a:endParaRPr b="1" i="0" sz="3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descr="Pencil with solid fill" id="129" name="Google Shape;129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147974" y="8738481"/>
              <a:ext cx="797413" cy="79741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" name="Google Shape;130;p14"/>
          <p:cNvGrpSpPr/>
          <p:nvPr/>
        </p:nvGrpSpPr>
        <p:grpSpPr>
          <a:xfrm>
            <a:off x="6947410" y="7175011"/>
            <a:ext cx="10121390" cy="1245089"/>
            <a:chOff x="6947410" y="8856876"/>
            <a:chExt cx="9366600" cy="1016489"/>
          </a:xfrm>
        </p:grpSpPr>
        <p:grpSp>
          <p:nvGrpSpPr>
            <p:cNvPr id="131" name="Google Shape;131;p14"/>
            <p:cNvGrpSpPr/>
            <p:nvPr/>
          </p:nvGrpSpPr>
          <p:grpSpPr>
            <a:xfrm>
              <a:off x="6947410" y="8856876"/>
              <a:ext cx="9366600" cy="1016489"/>
              <a:chOff x="6962073" y="8572500"/>
              <a:chExt cx="9882631" cy="1159136"/>
            </a:xfrm>
          </p:grpSpPr>
          <p:sp>
            <p:nvSpPr>
              <p:cNvPr id="132" name="Google Shape;132;p14"/>
              <p:cNvSpPr/>
              <p:nvPr/>
            </p:nvSpPr>
            <p:spPr>
              <a:xfrm>
                <a:off x="6989946" y="8572500"/>
                <a:ext cx="9854758" cy="1159136"/>
              </a:xfrm>
              <a:prstGeom prst="roundRect">
                <a:avLst>
                  <a:gd fmla="val 50000" name="adj"/>
                </a:avLst>
              </a:prstGeom>
              <a:solidFill>
                <a:srgbClr val="01834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4"/>
              <p:cNvSpPr/>
              <p:nvPr/>
            </p:nvSpPr>
            <p:spPr>
              <a:xfrm>
                <a:off x="6962073" y="8588470"/>
                <a:ext cx="1171956" cy="1127196"/>
              </a:xfrm>
              <a:custGeom>
                <a:rect b="b" l="l" r="r" t="t"/>
                <a:pathLst>
                  <a:path extrusionOk="0" h="1671574" w="1671574">
                    <a:moveTo>
                      <a:pt x="0" y="835787"/>
                    </a:moveTo>
                    <a:cubicBezTo>
                      <a:pt x="0" y="374269"/>
                      <a:pt x="374269" y="0"/>
                      <a:pt x="835787" y="0"/>
                    </a:cubicBezTo>
                    <a:cubicBezTo>
                      <a:pt x="1297305" y="0"/>
                      <a:pt x="1671574" y="374269"/>
                      <a:pt x="1671574" y="835787"/>
                    </a:cubicBezTo>
                    <a:cubicBezTo>
                      <a:pt x="1671574" y="1297305"/>
                      <a:pt x="1297305" y="1671574"/>
                      <a:pt x="835787" y="1671574"/>
                    </a:cubicBezTo>
                    <a:cubicBezTo>
                      <a:pt x="374269" y="1671574"/>
                      <a:pt x="0" y="1297432"/>
                      <a:pt x="0" y="835787"/>
                    </a:cubicBezTo>
                    <a:close/>
                  </a:path>
                </a:pathLst>
              </a:custGeom>
              <a:solidFill>
                <a:srgbClr val="00BF6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4"/>
              <p:cNvSpPr txBox="1"/>
              <p:nvPr/>
            </p:nvSpPr>
            <p:spPr>
              <a:xfrm>
                <a:off x="8459833" y="8840948"/>
                <a:ext cx="8087261" cy="5359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rPr b="1" i="0" lang="en-US" sz="32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Hướng dẫn trả lời</a:t>
                </a:r>
                <a:endParaRPr b="1" i="0" sz="3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descr="Books on shelf with solid fill" id="135" name="Google Shape;135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56012" y="8963133"/>
              <a:ext cx="753302" cy="7533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" name="Google Shape;136;p14"/>
          <p:cNvGrpSpPr/>
          <p:nvPr/>
        </p:nvGrpSpPr>
        <p:grpSpPr>
          <a:xfrm>
            <a:off x="7010400" y="8669916"/>
            <a:ext cx="10121390" cy="1245089"/>
            <a:chOff x="6947410" y="8856876"/>
            <a:chExt cx="9366600" cy="1016489"/>
          </a:xfrm>
        </p:grpSpPr>
        <p:grpSp>
          <p:nvGrpSpPr>
            <p:cNvPr id="137" name="Google Shape;137;p14"/>
            <p:cNvGrpSpPr/>
            <p:nvPr/>
          </p:nvGrpSpPr>
          <p:grpSpPr>
            <a:xfrm>
              <a:off x="6947410" y="8856876"/>
              <a:ext cx="9366600" cy="1016489"/>
              <a:chOff x="6962073" y="8572500"/>
              <a:chExt cx="9882631" cy="1159136"/>
            </a:xfrm>
          </p:grpSpPr>
          <p:sp>
            <p:nvSpPr>
              <p:cNvPr id="138" name="Google Shape;138;p14"/>
              <p:cNvSpPr/>
              <p:nvPr/>
            </p:nvSpPr>
            <p:spPr>
              <a:xfrm>
                <a:off x="6989946" y="8572500"/>
                <a:ext cx="9854758" cy="1159136"/>
              </a:xfrm>
              <a:prstGeom prst="roundRect">
                <a:avLst>
                  <a:gd fmla="val 50000" name="adj"/>
                </a:avLst>
              </a:prstGeom>
              <a:solidFill>
                <a:srgbClr val="01834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14"/>
              <p:cNvSpPr/>
              <p:nvPr/>
            </p:nvSpPr>
            <p:spPr>
              <a:xfrm>
                <a:off x="6962073" y="8588470"/>
                <a:ext cx="1171956" cy="1127196"/>
              </a:xfrm>
              <a:custGeom>
                <a:rect b="b" l="l" r="r" t="t"/>
                <a:pathLst>
                  <a:path extrusionOk="0" h="1671574" w="1671574">
                    <a:moveTo>
                      <a:pt x="0" y="835787"/>
                    </a:moveTo>
                    <a:cubicBezTo>
                      <a:pt x="0" y="374269"/>
                      <a:pt x="374269" y="0"/>
                      <a:pt x="835787" y="0"/>
                    </a:cubicBezTo>
                    <a:cubicBezTo>
                      <a:pt x="1297305" y="0"/>
                      <a:pt x="1671574" y="374269"/>
                      <a:pt x="1671574" y="835787"/>
                    </a:cubicBezTo>
                    <a:cubicBezTo>
                      <a:pt x="1671574" y="1297305"/>
                      <a:pt x="1297305" y="1671574"/>
                      <a:pt x="835787" y="1671574"/>
                    </a:cubicBezTo>
                    <a:cubicBezTo>
                      <a:pt x="374269" y="1671574"/>
                      <a:pt x="0" y="1297432"/>
                      <a:pt x="0" y="835787"/>
                    </a:cubicBezTo>
                    <a:close/>
                  </a:path>
                </a:pathLst>
              </a:custGeom>
              <a:solidFill>
                <a:srgbClr val="00BF6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14"/>
              <p:cNvSpPr txBox="1"/>
              <p:nvPr/>
            </p:nvSpPr>
            <p:spPr>
              <a:xfrm>
                <a:off x="8459833" y="8840948"/>
                <a:ext cx="8087261" cy="5359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rPr b="1" i="0" lang="en-US" sz="32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Luyện tập</a:t>
                </a:r>
                <a:endParaRPr b="1" i="0" sz="3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descr="Books on shelf with solid fill" id="141" name="Google Shape;141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56012" y="8963133"/>
              <a:ext cx="753302" cy="7533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Google Shape;146;p15"/>
          <p:cNvCxnSpPr/>
          <p:nvPr/>
        </p:nvCxnSpPr>
        <p:spPr>
          <a:xfrm>
            <a:off x="6400799" y="2235185"/>
            <a:ext cx="9982201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15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8" name="Google Shape;148;p15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149" name="Google Shape;149;p15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150" name="Google Shape;150;p15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151" name="Google Shape;151;p15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15"/>
          <p:cNvSpPr/>
          <p:nvPr/>
        </p:nvSpPr>
        <p:spPr>
          <a:xfrm>
            <a:off x="18157088" y="276119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15"/>
          <p:cNvSpPr/>
          <p:nvPr/>
        </p:nvSpPr>
        <p:spPr>
          <a:xfrm>
            <a:off x="9121603" y="5737772"/>
            <a:ext cx="5199117" cy="4549228"/>
          </a:xfrm>
          <a:custGeom>
            <a:rect b="b" l="l" r="r" t="t"/>
            <a:pathLst>
              <a:path extrusionOk="0" h="4549228" w="5199117">
                <a:moveTo>
                  <a:pt x="0" y="0"/>
                </a:moveTo>
                <a:lnTo>
                  <a:pt x="5199117" y="0"/>
                </a:lnTo>
                <a:lnTo>
                  <a:pt x="5199117" y="4549228"/>
                </a:lnTo>
                <a:lnTo>
                  <a:pt x="0" y="4549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15"/>
          <p:cNvSpPr txBox="1"/>
          <p:nvPr/>
        </p:nvSpPr>
        <p:spPr>
          <a:xfrm>
            <a:off x="7315200" y="2540878"/>
            <a:ext cx="8643753" cy="3006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5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Bài viết APTIS part 1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10210111" y="339710"/>
            <a:ext cx="2146722" cy="2301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61"/>
              <a:buFont typeface="Arial"/>
              <a:buNone/>
            </a:pPr>
            <a:r>
              <a:rPr b="1" i="0" lang="en-US" sz="12461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-10653311" y="9715322"/>
            <a:ext cx="13923203" cy="323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6"/>
              <a:buFont typeface="Arial"/>
              <a:buNone/>
            </a:pPr>
            <a:r>
              <a:rPr b="0" i="0" lang="en-US" sz="1876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https://edulife.com.vn/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" name="Google Shape;157;p15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158" name="Google Shape;158;p15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159" name="Google Shape;159;p15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160" name="Google Shape;160;p15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1" name="Google Shape;161;p15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Google Shape;167;p16"/>
          <p:cNvCxnSpPr/>
          <p:nvPr/>
        </p:nvCxnSpPr>
        <p:spPr>
          <a:xfrm flipH="1" rot="10800000">
            <a:off x="7543801" y="1599849"/>
            <a:ext cx="9909107" cy="50383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8" name="Google Shape;168;p16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169" name="Google Shape;169;p16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170" name="Google Shape;170;p16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" name="Google Shape;171;p16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2" name="Google Shape;172;p16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173" name="Google Shape;173;p16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174" name="Google Shape;174;p16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175" name="Google Shape;175;p16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6" name="Google Shape;176;p16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6"/>
          <p:cNvSpPr txBox="1"/>
          <p:nvPr/>
        </p:nvSpPr>
        <p:spPr>
          <a:xfrm>
            <a:off x="6293296" y="622074"/>
            <a:ext cx="11880998" cy="819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5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Bài viết APTIS part 1</a:t>
            </a:r>
            <a:endParaRPr b="0" i="0" sz="4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8" name="Google Shape;178;p16"/>
          <p:cNvGrpSpPr/>
          <p:nvPr/>
        </p:nvGrpSpPr>
        <p:grpSpPr>
          <a:xfrm>
            <a:off x="7007666" y="2894022"/>
            <a:ext cx="9756334" cy="1699733"/>
            <a:chOff x="7007666" y="2894022"/>
            <a:chExt cx="9756334" cy="1699733"/>
          </a:xfrm>
        </p:grpSpPr>
        <p:sp>
          <p:nvSpPr>
            <p:cNvPr id="179" name="Google Shape;179;p16"/>
            <p:cNvSpPr/>
            <p:nvPr/>
          </p:nvSpPr>
          <p:spPr>
            <a:xfrm>
              <a:off x="9677764" y="2894022"/>
              <a:ext cx="7086236" cy="1699733"/>
            </a:xfrm>
            <a:prstGeom prst="roundRect">
              <a:avLst>
                <a:gd fmla="val 16667" name="adj"/>
              </a:avLst>
            </a:prstGeom>
            <a:solidFill>
              <a:srgbClr val="4CB487"/>
            </a:solidFill>
            <a:ln cap="flat" cmpd="sng" w="25400">
              <a:solidFill>
                <a:srgbClr val="00BF6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chemeClr val="lt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Hoàn thành một mẫu đơn bằng cách điền thông tin</a:t>
              </a:r>
              <a:endParaRPr b="1" i="0" sz="3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pic>
          <p:nvPicPr>
            <p:cNvPr descr="List with solid fill" id="180" name="Google Shape;180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07666" y="2894022"/>
              <a:ext cx="1611038" cy="161103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1" name="Google Shape;181;p16"/>
          <p:cNvGrpSpPr/>
          <p:nvPr/>
        </p:nvGrpSpPr>
        <p:grpSpPr>
          <a:xfrm>
            <a:off x="7337971" y="7562692"/>
            <a:ext cx="12905107" cy="1946156"/>
            <a:chOff x="7337971" y="7562692"/>
            <a:chExt cx="12905107" cy="1946156"/>
          </a:xfrm>
        </p:grpSpPr>
        <p:cxnSp>
          <p:nvCxnSpPr>
            <p:cNvPr id="182" name="Google Shape;182;p16"/>
            <p:cNvCxnSpPr/>
            <p:nvPr/>
          </p:nvCxnSpPr>
          <p:spPr>
            <a:xfrm>
              <a:off x="14939558" y="9274528"/>
              <a:ext cx="5303520" cy="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descr="Clock with solid fill" id="183" name="Google Shape;183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37971" y="7844982"/>
              <a:ext cx="1663866" cy="16638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p16"/>
            <p:cNvSpPr/>
            <p:nvPr/>
          </p:nvSpPr>
          <p:spPr>
            <a:xfrm>
              <a:off x="9673125" y="7562692"/>
              <a:ext cx="7090875" cy="1771808"/>
            </a:xfrm>
            <a:prstGeom prst="roundRect">
              <a:avLst>
                <a:gd fmla="val 16667" name="adj"/>
              </a:avLst>
            </a:prstGeom>
            <a:solidFill>
              <a:srgbClr val="41774D"/>
            </a:solidFill>
            <a:ln cap="flat" cmpd="sng" w="25400">
              <a:solidFill>
                <a:srgbClr val="0183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chemeClr val="lt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Dành không quá 3 phút</a:t>
              </a:r>
              <a:endParaRPr b="1" i="0" sz="3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</p:grpSp>
      <p:grpSp>
        <p:nvGrpSpPr>
          <p:cNvPr id="185" name="Google Shape;185;p16"/>
          <p:cNvGrpSpPr/>
          <p:nvPr/>
        </p:nvGrpSpPr>
        <p:grpSpPr>
          <a:xfrm>
            <a:off x="7337971" y="5237421"/>
            <a:ext cx="9426029" cy="1663867"/>
            <a:chOff x="7337971" y="5237421"/>
            <a:chExt cx="9426029" cy="1663867"/>
          </a:xfrm>
        </p:grpSpPr>
        <p:sp>
          <p:nvSpPr>
            <p:cNvPr id="186" name="Google Shape;186;p16"/>
            <p:cNvSpPr/>
            <p:nvPr/>
          </p:nvSpPr>
          <p:spPr>
            <a:xfrm>
              <a:off x="9673125" y="5237421"/>
              <a:ext cx="7090875" cy="1663867"/>
            </a:xfrm>
            <a:prstGeom prst="roundRect">
              <a:avLst>
                <a:gd fmla="val 16667" name="adj"/>
              </a:avLst>
            </a:prstGeom>
            <a:solidFill>
              <a:srgbClr val="02D06E"/>
            </a:solidFill>
            <a:ln cap="flat" cmpd="sng" w="25400">
              <a:solidFill>
                <a:srgbClr val="00BF6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chemeClr val="lt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Mỗi câu chỉ từ 1-5 từ</a:t>
              </a:r>
              <a:endParaRPr b="1" i="0" sz="3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pic>
          <p:nvPicPr>
            <p:cNvPr descr="Pencil with solid fill" id="187" name="Google Shape;187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337971" y="5347592"/>
              <a:ext cx="1443524" cy="14435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2" name="Google Shape;192;p17"/>
          <p:cNvCxnSpPr/>
          <p:nvPr/>
        </p:nvCxnSpPr>
        <p:spPr>
          <a:xfrm>
            <a:off x="6807199" y="2573852"/>
            <a:ext cx="9982201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17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4" name="Google Shape;194;p17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195" name="Google Shape;195;p17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196" name="Google Shape;196;p17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197" name="Google Shape;197;p17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17"/>
          <p:cNvSpPr/>
          <p:nvPr/>
        </p:nvSpPr>
        <p:spPr>
          <a:xfrm>
            <a:off x="18157088" y="276119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17"/>
          <p:cNvSpPr txBox="1"/>
          <p:nvPr/>
        </p:nvSpPr>
        <p:spPr>
          <a:xfrm>
            <a:off x="6040887" y="2637624"/>
            <a:ext cx="11760209" cy="149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73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Những lưu ý khi làm bài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10312399" y="339710"/>
            <a:ext cx="2755633" cy="2301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61"/>
              <a:buFont typeface="Arial"/>
              <a:buNone/>
            </a:pPr>
            <a:r>
              <a:rPr b="1" i="0" lang="en-US" sz="12461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-10653311" y="9715322"/>
            <a:ext cx="13923203" cy="323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6"/>
              <a:buFont typeface="Arial"/>
              <a:buNone/>
            </a:pPr>
            <a:r>
              <a:rPr b="0" i="0" lang="en-US" sz="1876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https://edulife.com.vn/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2" name="Google Shape;202;p17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203" name="Google Shape;203;p17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204" name="Google Shape;204;p17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205" name="Google Shape;205;p17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6" name="Google Shape;206;p17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Stressed Out Woman Cartoon Images – Browse 1,008 Stock Photos, Vectors, and  Video | Adobe Stock" id="207" name="Google Shape;20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6584" y="4536263"/>
            <a:ext cx="7208814" cy="4353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3" name="Google Shape;213;p18"/>
          <p:cNvCxnSpPr/>
          <p:nvPr/>
        </p:nvCxnSpPr>
        <p:spPr>
          <a:xfrm flipH="1" rot="10800000">
            <a:off x="7315293" y="1619250"/>
            <a:ext cx="11243637" cy="1905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4" name="Google Shape;214;p18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215" name="Google Shape;215;p18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216" name="Google Shape;216;p18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7" name="Google Shape;217;p18"/>
          <p:cNvSpPr/>
          <p:nvPr/>
        </p:nvSpPr>
        <p:spPr>
          <a:xfrm>
            <a:off x="18978732" y="174137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18"/>
          <p:cNvSpPr txBox="1"/>
          <p:nvPr/>
        </p:nvSpPr>
        <p:spPr>
          <a:xfrm>
            <a:off x="6677933" y="401132"/>
            <a:ext cx="11880998" cy="114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Lưu ý khi làm bài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9" name="Google Shape;219;p18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220" name="Google Shape;220;p18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221" name="Google Shape;221;p18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222" name="Google Shape;222;p18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3" name="Google Shape;223;p18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18"/>
          <p:cNvGrpSpPr/>
          <p:nvPr/>
        </p:nvGrpSpPr>
        <p:grpSpPr>
          <a:xfrm>
            <a:off x="8469764" y="2267877"/>
            <a:ext cx="9259434" cy="6863401"/>
            <a:chOff x="0" y="15743"/>
            <a:chExt cx="9259434" cy="6863401"/>
          </a:xfrm>
        </p:grpSpPr>
        <p:sp>
          <p:nvSpPr>
            <p:cNvPr id="225" name="Google Shape;225;p18"/>
            <p:cNvSpPr/>
            <p:nvPr/>
          </p:nvSpPr>
          <p:spPr>
            <a:xfrm>
              <a:off x="0" y="473303"/>
              <a:ext cx="9259434" cy="7812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8"/>
            <p:cNvSpPr/>
            <p:nvPr/>
          </p:nvSpPr>
          <p:spPr>
            <a:xfrm>
              <a:off x="462971" y="15743"/>
              <a:ext cx="6481604" cy="91512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8"/>
            <p:cNvSpPr txBox="1"/>
            <p:nvPr/>
          </p:nvSpPr>
          <p:spPr>
            <a:xfrm>
              <a:off x="507643" y="60415"/>
              <a:ext cx="6392260" cy="825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44975" spcFirstLastPara="1" rIns="244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00"/>
                <a:buFont typeface="Arial"/>
                <a:buNone/>
              </a:pPr>
              <a:r>
                <a:rPr b="1" i="0" lang="en-US" sz="3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Đọc và hiểu đúng câu hỏi</a:t>
              </a:r>
              <a:endParaRPr b="1" i="0" sz="3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0" y="1879463"/>
              <a:ext cx="9259434" cy="7812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5AB46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462971" y="1421903"/>
              <a:ext cx="6481604" cy="915120"/>
            </a:xfrm>
            <a:prstGeom prst="roundRect">
              <a:avLst>
                <a:gd fmla="val 16667" name="adj"/>
              </a:avLst>
            </a:prstGeom>
            <a:solidFill>
              <a:srgbClr val="5AB463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8"/>
            <p:cNvSpPr txBox="1"/>
            <p:nvPr/>
          </p:nvSpPr>
          <p:spPr>
            <a:xfrm>
              <a:off x="507643" y="1466575"/>
              <a:ext cx="6392260" cy="825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44975" spcFirstLastPara="1" rIns="244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00"/>
                <a:buFont typeface="Arial"/>
                <a:buNone/>
              </a:pPr>
              <a:r>
                <a:rPr b="1" i="0" lang="en-US" sz="3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Sử dụng đúng các chữ viết hoa</a:t>
              </a:r>
              <a:endParaRPr b="1" i="0" sz="3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0" y="3285623"/>
              <a:ext cx="9259434" cy="7812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5DAE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8"/>
            <p:cNvSpPr/>
            <p:nvPr/>
          </p:nvSpPr>
          <p:spPr>
            <a:xfrm>
              <a:off x="462971" y="2828063"/>
              <a:ext cx="6481604" cy="915120"/>
            </a:xfrm>
            <a:prstGeom prst="roundRect">
              <a:avLst>
                <a:gd fmla="val 16667" name="adj"/>
              </a:avLst>
            </a:prstGeom>
            <a:solidFill>
              <a:srgbClr val="5DAEA5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507643" y="2872735"/>
              <a:ext cx="6392260" cy="825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44975" spcFirstLastPara="1" rIns="244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00"/>
                <a:buFont typeface="Arial"/>
                <a:buNone/>
              </a:pPr>
              <a:r>
                <a:rPr b="1" i="0" lang="en-US" sz="3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Viết đúng chính tả</a:t>
              </a:r>
              <a:endParaRPr b="1" i="0" sz="3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8"/>
            <p:cNvSpPr/>
            <p:nvPr/>
          </p:nvSpPr>
          <p:spPr>
            <a:xfrm>
              <a:off x="0" y="4691784"/>
              <a:ext cx="9259434" cy="7812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6078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8"/>
            <p:cNvSpPr/>
            <p:nvPr/>
          </p:nvSpPr>
          <p:spPr>
            <a:xfrm>
              <a:off x="462971" y="4234224"/>
              <a:ext cx="6481604" cy="915120"/>
            </a:xfrm>
            <a:prstGeom prst="roundRect">
              <a:avLst>
                <a:gd fmla="val 16667" name="adj"/>
              </a:avLst>
            </a:prstGeom>
            <a:solidFill>
              <a:srgbClr val="6078A8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8"/>
            <p:cNvSpPr txBox="1"/>
            <p:nvPr/>
          </p:nvSpPr>
          <p:spPr>
            <a:xfrm>
              <a:off x="507643" y="4278896"/>
              <a:ext cx="6392260" cy="825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44975" spcFirstLastPara="1" rIns="244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00"/>
                <a:buFont typeface="Arial"/>
                <a:buNone/>
              </a:pPr>
              <a:r>
                <a:rPr b="1" i="0" lang="en-US" sz="3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Viết ngày tháng bằng chữ</a:t>
              </a:r>
              <a:endParaRPr b="1" i="0" sz="3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8"/>
            <p:cNvSpPr/>
            <p:nvPr/>
          </p:nvSpPr>
          <p:spPr>
            <a:xfrm>
              <a:off x="0" y="6097944"/>
              <a:ext cx="9259434" cy="7812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7F63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8"/>
            <p:cNvSpPr/>
            <p:nvPr/>
          </p:nvSpPr>
          <p:spPr>
            <a:xfrm>
              <a:off x="462971" y="5640384"/>
              <a:ext cx="6481604" cy="915120"/>
            </a:xfrm>
            <a:prstGeom prst="roundRect">
              <a:avLst>
                <a:gd fmla="val 16667" name="adj"/>
              </a:avLst>
            </a:prstGeom>
            <a:solidFill>
              <a:srgbClr val="7F63A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8"/>
            <p:cNvSpPr txBox="1"/>
            <p:nvPr/>
          </p:nvSpPr>
          <p:spPr>
            <a:xfrm>
              <a:off x="507643" y="5685056"/>
              <a:ext cx="6392260" cy="825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44975" spcFirstLastPara="1" rIns="244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00"/>
                <a:buFont typeface="Arial"/>
                <a:buNone/>
              </a:pPr>
              <a:r>
                <a:rPr b="1" i="0" lang="en-US" sz="3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Đảm bảo số từ</a:t>
              </a:r>
              <a:endParaRPr b="1" i="0" sz="3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4" name="Google Shape;244;p19"/>
          <p:cNvCxnSpPr/>
          <p:nvPr/>
        </p:nvCxnSpPr>
        <p:spPr>
          <a:xfrm>
            <a:off x="6400799" y="2235185"/>
            <a:ext cx="9982201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p19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6" name="Google Shape;246;p19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247" name="Google Shape;247;p19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248" name="Google Shape;248;p19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249" name="Google Shape;249;p19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19"/>
          <p:cNvSpPr/>
          <p:nvPr/>
        </p:nvSpPr>
        <p:spPr>
          <a:xfrm>
            <a:off x="18157088" y="276119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9"/>
          <p:cNvSpPr txBox="1"/>
          <p:nvPr/>
        </p:nvSpPr>
        <p:spPr>
          <a:xfrm>
            <a:off x="5511794" y="2502271"/>
            <a:ext cx="11760209" cy="114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73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Đề mẫu</a:t>
            </a:r>
            <a:endParaRPr b="1" i="0" sz="66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9601200" y="339710"/>
            <a:ext cx="2755633" cy="2301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61"/>
              <a:buFont typeface="Arial"/>
              <a:buNone/>
            </a:pPr>
            <a:r>
              <a:rPr b="1" i="0" lang="en-US" sz="12461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-10653311" y="9715322"/>
            <a:ext cx="13923203" cy="323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6"/>
              <a:buFont typeface="Arial"/>
              <a:buNone/>
            </a:pPr>
            <a:r>
              <a:rPr b="0" i="0" lang="en-US" sz="1876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https://edulife.com.vn/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4" name="Google Shape;254;p19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255" name="Google Shape;255;p19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256" name="Google Shape;256;p19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257" name="Google Shape;257;p19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8" name="Google Shape;258;p19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9" name="Google Shape;259;p19"/>
          <p:cNvPicPr preferRelativeResize="0"/>
          <p:nvPr/>
        </p:nvPicPr>
        <p:blipFill rotWithShape="1">
          <a:blip r:embed="rId5">
            <a:alphaModFix/>
          </a:blip>
          <a:srcRect b="10096" l="0" r="0" t="10547"/>
          <a:stretch/>
        </p:blipFill>
        <p:spPr>
          <a:xfrm>
            <a:off x="7772400" y="4099418"/>
            <a:ext cx="6391277" cy="5071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5" name="Google Shape;265;p20"/>
          <p:cNvCxnSpPr/>
          <p:nvPr/>
        </p:nvCxnSpPr>
        <p:spPr>
          <a:xfrm flipH="1" rot="10800000">
            <a:off x="3801534" y="1435162"/>
            <a:ext cx="9909107" cy="50383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6" name="Google Shape;266;p20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267" name="Google Shape;267;p20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268" name="Google Shape;268;p20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" name="Google Shape;269;p20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270" name="Google Shape;270;p20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271" name="Google Shape;271;p20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272" name="Google Shape;272;p20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3" name="Google Shape;273;p20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4" name="Google Shape;274;p20"/>
          <p:cNvSpPr txBox="1"/>
          <p:nvPr/>
        </p:nvSpPr>
        <p:spPr>
          <a:xfrm>
            <a:off x="2613932" y="213713"/>
            <a:ext cx="11880998" cy="901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Đề mẫu</a:t>
            </a:r>
            <a:endParaRPr b="1" i="0" sz="60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75" name="Google Shape;275;p20"/>
          <p:cNvGrpSpPr/>
          <p:nvPr/>
        </p:nvGrpSpPr>
        <p:grpSpPr>
          <a:xfrm>
            <a:off x="1100667" y="1809027"/>
            <a:ext cx="17645844" cy="7732641"/>
            <a:chOff x="1100667" y="1809027"/>
            <a:chExt cx="17645844" cy="7732641"/>
          </a:xfrm>
        </p:grpSpPr>
        <p:sp>
          <p:nvSpPr>
            <p:cNvPr id="276" name="Google Shape;276;p20"/>
            <p:cNvSpPr/>
            <p:nvPr/>
          </p:nvSpPr>
          <p:spPr>
            <a:xfrm>
              <a:off x="18099269" y="1809027"/>
              <a:ext cx="647242" cy="647242"/>
            </a:xfrm>
            <a:custGeom>
              <a:rect b="b" l="l" r="r" t="t"/>
              <a:pathLst>
                <a:path extrusionOk="0" h="647242" w="647242">
                  <a:moveTo>
                    <a:pt x="0" y="0"/>
                  </a:moveTo>
                  <a:lnTo>
                    <a:pt x="647242" y="0"/>
                  </a:lnTo>
                  <a:lnTo>
                    <a:pt x="647242" y="647242"/>
                  </a:lnTo>
                  <a:lnTo>
                    <a:pt x="0" y="64724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77" name="Google Shape;277;p20"/>
            <p:cNvSpPr/>
            <p:nvPr/>
          </p:nvSpPr>
          <p:spPr>
            <a:xfrm>
              <a:off x="1100667" y="1969101"/>
              <a:ext cx="16035866" cy="7572567"/>
            </a:xfrm>
            <a:prstGeom prst="rect">
              <a:avLst/>
            </a:prstGeom>
            <a:solidFill>
              <a:srgbClr val="F2F2F2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0"/>
            <p:cNvSpPr txBox="1"/>
            <p:nvPr/>
          </p:nvSpPr>
          <p:spPr>
            <a:xfrm>
              <a:off x="1469019" y="2145662"/>
              <a:ext cx="13353336" cy="1077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You want to join a travel club. You have 5 messages from a member of the club.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Write short answers (1-5 words) to each message.</a:t>
              </a:r>
              <a:endParaRPr/>
            </a:p>
          </p:txBody>
        </p:sp>
        <p:sp>
          <p:nvSpPr>
            <p:cNvPr id="279" name="Google Shape;279;p20"/>
            <p:cNvSpPr txBox="1"/>
            <p:nvPr/>
          </p:nvSpPr>
          <p:spPr>
            <a:xfrm>
              <a:off x="1457007" y="3583378"/>
              <a:ext cx="4766734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Example: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	How are you?</a:t>
              </a: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9350298" y="3339932"/>
              <a:ext cx="6825808" cy="797076"/>
            </a:xfrm>
            <a:prstGeom prst="rect">
              <a:avLst/>
            </a:prstGeom>
            <a:solidFill>
              <a:schemeClr val="lt2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I’m fine, thanks.</a:t>
              </a:r>
              <a:endParaRPr/>
            </a:p>
          </p:txBody>
        </p:sp>
        <p:sp>
          <p:nvSpPr>
            <p:cNvPr id="281" name="Google Shape;281;p20"/>
            <p:cNvSpPr txBox="1"/>
            <p:nvPr/>
          </p:nvSpPr>
          <p:spPr>
            <a:xfrm>
              <a:off x="1469019" y="4672288"/>
              <a:ext cx="7085412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What do you usually do in the morning?</a:t>
              </a:r>
              <a:endParaRPr/>
            </a:p>
          </p:txBody>
        </p:sp>
        <p:sp>
          <p:nvSpPr>
            <p:cNvPr id="282" name="Google Shape;282;p20"/>
            <p:cNvSpPr txBox="1"/>
            <p:nvPr/>
          </p:nvSpPr>
          <p:spPr>
            <a:xfrm>
              <a:off x="1457007" y="5672986"/>
              <a:ext cx="7085412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What is your favourite place?</a:t>
              </a:r>
              <a:endParaRPr/>
            </a:p>
          </p:txBody>
        </p:sp>
        <p:sp>
          <p:nvSpPr>
            <p:cNvPr id="283" name="Google Shape;283;p20"/>
            <p:cNvSpPr txBox="1"/>
            <p:nvPr/>
          </p:nvSpPr>
          <p:spPr>
            <a:xfrm>
              <a:off x="1469019" y="6685564"/>
              <a:ext cx="7085412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What is your favourite animal?</a:t>
              </a:r>
              <a:endParaRPr/>
            </a:p>
          </p:txBody>
        </p:sp>
        <p:sp>
          <p:nvSpPr>
            <p:cNvPr id="284" name="Google Shape;284;p20"/>
            <p:cNvSpPr txBox="1"/>
            <p:nvPr/>
          </p:nvSpPr>
          <p:spPr>
            <a:xfrm>
              <a:off x="1469019" y="7683866"/>
              <a:ext cx="7085412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What is the weather like today?</a:t>
              </a:r>
              <a:endParaRPr/>
            </a:p>
          </p:txBody>
        </p:sp>
        <p:sp>
          <p:nvSpPr>
            <p:cNvPr id="285" name="Google Shape;285;p20"/>
            <p:cNvSpPr txBox="1"/>
            <p:nvPr/>
          </p:nvSpPr>
          <p:spPr>
            <a:xfrm>
              <a:off x="1457007" y="8530377"/>
              <a:ext cx="7085412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What is your favourite time of year?</a:t>
              </a: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9392924" y="4322676"/>
              <a:ext cx="6825808" cy="7970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9398712" y="5312168"/>
              <a:ext cx="6825808" cy="7970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0"/>
            <p:cNvSpPr/>
            <p:nvPr/>
          </p:nvSpPr>
          <p:spPr>
            <a:xfrm>
              <a:off x="9432578" y="6354693"/>
              <a:ext cx="6825808" cy="7970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9455199" y="7358626"/>
              <a:ext cx="6825808" cy="7970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0"/>
            <p:cNvSpPr/>
            <p:nvPr/>
          </p:nvSpPr>
          <p:spPr>
            <a:xfrm>
              <a:off x="9477920" y="8381984"/>
              <a:ext cx="6825808" cy="7970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5" name="Google Shape;295;p21"/>
          <p:cNvCxnSpPr/>
          <p:nvPr/>
        </p:nvCxnSpPr>
        <p:spPr>
          <a:xfrm>
            <a:off x="6400799" y="2235185"/>
            <a:ext cx="9982201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p21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7" name="Google Shape;297;p21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298" name="Google Shape;298;p21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299" name="Google Shape;299;p21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300" name="Google Shape;300;p21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1" name="Google Shape;301;p21"/>
          <p:cNvSpPr/>
          <p:nvPr/>
        </p:nvSpPr>
        <p:spPr>
          <a:xfrm>
            <a:off x="18157088" y="276119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2" name="Google Shape;302;p21"/>
          <p:cNvSpPr txBox="1"/>
          <p:nvPr/>
        </p:nvSpPr>
        <p:spPr>
          <a:xfrm>
            <a:off x="5232390" y="2564021"/>
            <a:ext cx="11760209" cy="1495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Hướng dẫn trả lời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9601200" y="339710"/>
            <a:ext cx="2755633" cy="2301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61"/>
              <a:buFont typeface="Arial"/>
              <a:buNone/>
            </a:pPr>
            <a:r>
              <a:rPr b="1" i="0" lang="en-US" sz="12461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-10653311" y="9715322"/>
            <a:ext cx="13923203" cy="323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6"/>
              <a:buFont typeface="Arial"/>
              <a:buNone/>
            </a:pPr>
            <a:r>
              <a:rPr b="0" i="0" lang="en-US" sz="1876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https://edulife.com.vn/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5" name="Google Shape;305;p21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306" name="Google Shape;306;p21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307" name="Google Shape;307;p21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308" name="Google Shape;308;p21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9" name="Google Shape;309;p21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0" name="Google Shape;310;p21"/>
          <p:cNvSpPr/>
          <p:nvPr/>
        </p:nvSpPr>
        <p:spPr>
          <a:xfrm>
            <a:off x="9563099" y="4749873"/>
            <a:ext cx="3276055" cy="3301942"/>
          </a:xfrm>
          <a:custGeom>
            <a:rect b="b" l="l" r="r" t="t"/>
            <a:pathLst>
              <a:path extrusionOk="0" h="4310632" w="4025053">
                <a:moveTo>
                  <a:pt x="0" y="0"/>
                </a:moveTo>
                <a:lnTo>
                  <a:pt x="4025053" y="0"/>
                </a:lnTo>
                <a:lnTo>
                  <a:pt x="4025053" y="4310632"/>
                </a:lnTo>
                <a:lnTo>
                  <a:pt x="0" y="4310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6" name="Google Shape;316;p22"/>
          <p:cNvCxnSpPr/>
          <p:nvPr/>
        </p:nvCxnSpPr>
        <p:spPr>
          <a:xfrm flipH="1" rot="10800000">
            <a:off x="2991937" y="1619250"/>
            <a:ext cx="11243637" cy="1905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22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8" name="Google Shape;318;p22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319" name="Google Shape;319;p22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320" name="Google Shape;320;p22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1" name="Google Shape;321;p22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2" name="Google Shape;322;p22"/>
          <p:cNvSpPr txBox="1"/>
          <p:nvPr/>
        </p:nvSpPr>
        <p:spPr>
          <a:xfrm>
            <a:off x="2354577" y="401132"/>
            <a:ext cx="11880998" cy="114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Câu trả lời mẫu</a:t>
            </a:r>
            <a:endParaRPr b="1" i="0" sz="60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23" name="Google Shape;323;p22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324" name="Google Shape;324;p22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325" name="Google Shape;325;p22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326" name="Google Shape;326;p22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7" name="Google Shape;327;p22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p22"/>
          <p:cNvGrpSpPr/>
          <p:nvPr/>
        </p:nvGrpSpPr>
        <p:grpSpPr>
          <a:xfrm>
            <a:off x="1100667" y="1809027"/>
            <a:ext cx="17645844" cy="7732641"/>
            <a:chOff x="1100667" y="1809027"/>
            <a:chExt cx="17645844" cy="7732641"/>
          </a:xfrm>
        </p:grpSpPr>
        <p:sp>
          <p:nvSpPr>
            <p:cNvPr id="329" name="Google Shape;329;p22"/>
            <p:cNvSpPr/>
            <p:nvPr/>
          </p:nvSpPr>
          <p:spPr>
            <a:xfrm>
              <a:off x="18099269" y="1809027"/>
              <a:ext cx="647242" cy="647242"/>
            </a:xfrm>
            <a:custGeom>
              <a:rect b="b" l="l" r="r" t="t"/>
              <a:pathLst>
                <a:path extrusionOk="0" h="647242" w="647242">
                  <a:moveTo>
                    <a:pt x="0" y="0"/>
                  </a:moveTo>
                  <a:lnTo>
                    <a:pt x="647242" y="0"/>
                  </a:lnTo>
                  <a:lnTo>
                    <a:pt x="647242" y="647242"/>
                  </a:lnTo>
                  <a:lnTo>
                    <a:pt x="0" y="64724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30" name="Google Shape;330;p22"/>
            <p:cNvSpPr/>
            <p:nvPr/>
          </p:nvSpPr>
          <p:spPr>
            <a:xfrm>
              <a:off x="1100667" y="1969101"/>
              <a:ext cx="16035866" cy="7572567"/>
            </a:xfrm>
            <a:prstGeom prst="rect">
              <a:avLst/>
            </a:prstGeom>
            <a:solidFill>
              <a:srgbClr val="F2F2F2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22"/>
            <p:cNvSpPr txBox="1"/>
            <p:nvPr/>
          </p:nvSpPr>
          <p:spPr>
            <a:xfrm>
              <a:off x="1469019" y="2145662"/>
              <a:ext cx="13353336" cy="1077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You want to join a travel club. You have 5 messages from a member of the club.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Write short answers (1-5 words) to each message.</a:t>
              </a:r>
              <a:endParaRPr/>
            </a:p>
          </p:txBody>
        </p:sp>
        <p:sp>
          <p:nvSpPr>
            <p:cNvPr id="332" name="Google Shape;332;p22"/>
            <p:cNvSpPr txBox="1"/>
            <p:nvPr/>
          </p:nvSpPr>
          <p:spPr>
            <a:xfrm>
              <a:off x="1457007" y="3583378"/>
              <a:ext cx="4766734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Example: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	How are you?</a:t>
              </a:r>
              <a:endParaRPr/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9401097" y="3339932"/>
              <a:ext cx="6825808" cy="797076"/>
            </a:xfrm>
            <a:prstGeom prst="rect">
              <a:avLst/>
            </a:prstGeom>
            <a:solidFill>
              <a:schemeClr val="lt2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I’m fine, thanks.</a:t>
              </a:r>
              <a:endParaRPr/>
            </a:p>
          </p:txBody>
        </p:sp>
        <p:sp>
          <p:nvSpPr>
            <p:cNvPr id="334" name="Google Shape;334;p22"/>
            <p:cNvSpPr txBox="1"/>
            <p:nvPr/>
          </p:nvSpPr>
          <p:spPr>
            <a:xfrm>
              <a:off x="1469019" y="4672288"/>
              <a:ext cx="7085412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What do you usually do in the morning?</a:t>
              </a:r>
              <a:endParaRPr/>
            </a:p>
          </p:txBody>
        </p:sp>
        <p:sp>
          <p:nvSpPr>
            <p:cNvPr id="335" name="Google Shape;335;p22"/>
            <p:cNvSpPr txBox="1"/>
            <p:nvPr/>
          </p:nvSpPr>
          <p:spPr>
            <a:xfrm>
              <a:off x="1457007" y="5672986"/>
              <a:ext cx="7085412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What is your favourite place?</a:t>
              </a:r>
              <a:endParaRPr/>
            </a:p>
          </p:txBody>
        </p:sp>
        <p:sp>
          <p:nvSpPr>
            <p:cNvPr id="336" name="Google Shape;336;p22"/>
            <p:cNvSpPr txBox="1"/>
            <p:nvPr/>
          </p:nvSpPr>
          <p:spPr>
            <a:xfrm>
              <a:off x="1469019" y="6685564"/>
              <a:ext cx="7085412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What is your favourite animal?</a:t>
              </a:r>
              <a:endParaRPr/>
            </a:p>
          </p:txBody>
        </p:sp>
        <p:sp>
          <p:nvSpPr>
            <p:cNvPr id="337" name="Google Shape;337;p22"/>
            <p:cNvSpPr txBox="1"/>
            <p:nvPr/>
          </p:nvSpPr>
          <p:spPr>
            <a:xfrm>
              <a:off x="1469019" y="7683866"/>
              <a:ext cx="7085412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What is the weather like today?</a:t>
              </a:r>
              <a:endParaRPr/>
            </a:p>
          </p:txBody>
        </p:sp>
        <p:sp>
          <p:nvSpPr>
            <p:cNvPr id="338" name="Google Shape;338;p22"/>
            <p:cNvSpPr txBox="1"/>
            <p:nvPr/>
          </p:nvSpPr>
          <p:spPr>
            <a:xfrm>
              <a:off x="1457007" y="8530377"/>
              <a:ext cx="7085412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What is your favourite time of year?</a:t>
              </a:r>
              <a:endParaRPr/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9392924" y="4322676"/>
              <a:ext cx="6825808" cy="7970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usually do exercise.</a:t>
              </a:r>
              <a:endParaRPr/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9398712" y="5312168"/>
              <a:ext cx="6825808" cy="7970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My home</a:t>
              </a:r>
              <a:endParaRPr/>
            </a:p>
          </p:txBody>
        </p:sp>
        <p:sp>
          <p:nvSpPr>
            <p:cNvPr id="341" name="Google Shape;341;p22"/>
            <p:cNvSpPr/>
            <p:nvPr/>
          </p:nvSpPr>
          <p:spPr>
            <a:xfrm>
              <a:off x="9432578" y="6354693"/>
              <a:ext cx="6825808" cy="7970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like cats.</a:t>
              </a:r>
              <a:endParaRPr/>
            </a:p>
          </p:txBody>
        </p:sp>
        <p:sp>
          <p:nvSpPr>
            <p:cNvPr id="342" name="Google Shape;342;p22"/>
            <p:cNvSpPr/>
            <p:nvPr/>
          </p:nvSpPr>
          <p:spPr>
            <a:xfrm>
              <a:off x="9455199" y="7358626"/>
              <a:ext cx="6825808" cy="7970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It’s sunny.</a:t>
              </a:r>
              <a:endParaRPr/>
            </a:p>
          </p:txBody>
        </p:sp>
        <p:sp>
          <p:nvSpPr>
            <p:cNvPr id="343" name="Google Shape;343;p22"/>
            <p:cNvSpPr/>
            <p:nvPr/>
          </p:nvSpPr>
          <p:spPr>
            <a:xfrm>
              <a:off x="9477920" y="8381984"/>
              <a:ext cx="6825808" cy="7970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It’s summer.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9" name="Google Shape;349;p23"/>
          <p:cNvCxnSpPr/>
          <p:nvPr/>
        </p:nvCxnSpPr>
        <p:spPr>
          <a:xfrm flipH="1" rot="10800000">
            <a:off x="6209270" y="1619250"/>
            <a:ext cx="11243637" cy="1905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0" name="Google Shape;350;p23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51" name="Google Shape;351;p23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352" name="Google Shape;352;p23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353" name="Google Shape;353;p23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4" name="Google Shape;354;p23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p23"/>
          <p:cNvSpPr txBox="1"/>
          <p:nvPr/>
        </p:nvSpPr>
        <p:spPr>
          <a:xfrm>
            <a:off x="5571910" y="401132"/>
            <a:ext cx="11880998" cy="114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Hướng dẫn trả lời</a:t>
            </a:r>
            <a:endParaRPr b="1" i="0" sz="60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56" name="Google Shape;356;p23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357" name="Google Shape;357;p23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358" name="Google Shape;358;p23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359" name="Google Shape;359;p23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0" name="Google Shape;360;p23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1" name="Google Shape;361;p23"/>
          <p:cNvGrpSpPr/>
          <p:nvPr/>
        </p:nvGrpSpPr>
        <p:grpSpPr>
          <a:xfrm>
            <a:off x="7471082" y="5066660"/>
            <a:ext cx="8974216" cy="1457485"/>
            <a:chOff x="5792784" y="7253854"/>
            <a:chExt cx="10033783" cy="1677005"/>
          </a:xfrm>
        </p:grpSpPr>
        <p:sp>
          <p:nvSpPr>
            <p:cNvPr id="362" name="Google Shape;362;p23"/>
            <p:cNvSpPr/>
            <p:nvPr/>
          </p:nvSpPr>
          <p:spPr>
            <a:xfrm>
              <a:off x="7127581" y="7406894"/>
              <a:ext cx="8698986" cy="1327986"/>
            </a:xfrm>
            <a:prstGeom prst="roundRect">
              <a:avLst>
                <a:gd fmla="val 16667" name="adj"/>
              </a:avLst>
            </a:prstGeom>
            <a:solidFill>
              <a:srgbClr val="ECFFE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6600"/>
                </a:buClr>
                <a:buSzPts val="4200"/>
                <a:buFont typeface="Roboto"/>
                <a:buNone/>
              </a:pPr>
              <a:r>
                <a:rPr b="1" i="0" lang="en-US" sz="4200" u="none" cap="none" strike="noStrike">
                  <a:solidFill>
                    <a:srgbClr val="006600"/>
                  </a:solidFill>
                  <a:latin typeface="Calibri"/>
                  <a:ea typeface="Calibri"/>
                  <a:cs typeface="Calibri"/>
                  <a:sym typeface="Calibri"/>
                </a:rPr>
                <a:t>Trả lời đúng trọng tâm</a:t>
              </a:r>
              <a:endParaRPr b="1" i="0" sz="42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23"/>
            <p:cNvSpPr/>
            <p:nvPr/>
          </p:nvSpPr>
          <p:spPr>
            <a:xfrm>
              <a:off x="5792784" y="7253854"/>
              <a:ext cx="1742304" cy="1677005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66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Roboto"/>
                <a:buNone/>
              </a:pPr>
              <a:r>
                <a:rPr b="1" lang="en-US" sz="4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4" name="Google Shape;364;p23"/>
          <p:cNvGrpSpPr/>
          <p:nvPr/>
        </p:nvGrpSpPr>
        <p:grpSpPr>
          <a:xfrm>
            <a:off x="7471082" y="3108151"/>
            <a:ext cx="8974317" cy="1457485"/>
            <a:chOff x="5792784" y="7253854"/>
            <a:chExt cx="10033897" cy="1677005"/>
          </a:xfrm>
        </p:grpSpPr>
        <p:sp>
          <p:nvSpPr>
            <p:cNvPr id="365" name="Google Shape;365;p23"/>
            <p:cNvSpPr/>
            <p:nvPr/>
          </p:nvSpPr>
          <p:spPr>
            <a:xfrm>
              <a:off x="7127581" y="7406894"/>
              <a:ext cx="8699100" cy="1328100"/>
            </a:xfrm>
            <a:prstGeom prst="roundRect">
              <a:avLst>
                <a:gd fmla="val 16667" name="adj"/>
              </a:avLst>
            </a:prstGeom>
            <a:solidFill>
              <a:srgbClr val="ECFFE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6600"/>
                </a:buClr>
                <a:buSzPts val="4200"/>
                <a:buFont typeface="Roboto"/>
                <a:buNone/>
              </a:pPr>
              <a:r>
                <a:rPr b="1" i="0" lang="en-US" sz="4200" u="none" cap="none" strike="noStrike">
                  <a:solidFill>
                    <a:srgbClr val="006600"/>
                  </a:solidFill>
                  <a:latin typeface="Calibri"/>
                  <a:ea typeface="Calibri"/>
                  <a:cs typeface="Calibri"/>
                  <a:sym typeface="Calibri"/>
                </a:rPr>
                <a:t>Đảm bảo giới hạn từ</a:t>
              </a:r>
              <a:endParaRPr b="1" i="0" sz="42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23"/>
            <p:cNvSpPr/>
            <p:nvPr/>
          </p:nvSpPr>
          <p:spPr>
            <a:xfrm>
              <a:off x="5792784" y="7253854"/>
              <a:ext cx="1742304" cy="1677005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66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Roboto"/>
                <a:buNone/>
              </a:pPr>
              <a:r>
                <a:rPr b="1" lang="en-US" sz="4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7" name="Google Shape;367;p23"/>
          <p:cNvGrpSpPr/>
          <p:nvPr/>
        </p:nvGrpSpPr>
        <p:grpSpPr>
          <a:xfrm>
            <a:off x="7471343" y="7075673"/>
            <a:ext cx="8974668" cy="1457441"/>
            <a:chOff x="5792784" y="7253854"/>
            <a:chExt cx="10033783" cy="1677005"/>
          </a:xfrm>
        </p:grpSpPr>
        <p:sp>
          <p:nvSpPr>
            <p:cNvPr id="368" name="Google Shape;368;p23"/>
            <p:cNvSpPr/>
            <p:nvPr/>
          </p:nvSpPr>
          <p:spPr>
            <a:xfrm>
              <a:off x="7127581" y="7406894"/>
              <a:ext cx="8698986" cy="1327986"/>
            </a:xfrm>
            <a:prstGeom prst="roundRect">
              <a:avLst>
                <a:gd fmla="val 16667" name="adj"/>
              </a:avLst>
            </a:prstGeom>
            <a:solidFill>
              <a:srgbClr val="ECFFE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6600"/>
                </a:buClr>
                <a:buSzPts val="4200"/>
                <a:buFont typeface="Roboto"/>
                <a:buNone/>
              </a:pPr>
              <a:r>
                <a:rPr b="1" i="0" lang="en-US" sz="4200" u="none" cap="none" strike="noStrike">
                  <a:solidFill>
                    <a:srgbClr val="006600"/>
                  </a:solidFill>
                  <a:latin typeface="Calibri"/>
                  <a:ea typeface="Calibri"/>
                  <a:cs typeface="Calibri"/>
                  <a:sym typeface="Calibri"/>
                </a:rPr>
                <a:t>Không cần viết câu hoàn chỉnh</a:t>
              </a:r>
              <a:endParaRPr b="1" i="0" sz="42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23"/>
            <p:cNvSpPr/>
            <p:nvPr/>
          </p:nvSpPr>
          <p:spPr>
            <a:xfrm>
              <a:off x="5792784" y="7253854"/>
              <a:ext cx="1742304" cy="1677005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66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Roboto"/>
                <a:buNone/>
              </a:pPr>
              <a:r>
                <a:rPr b="1" i="0" lang="en-US" sz="4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4" name="Google Shape;374;p24"/>
          <p:cNvCxnSpPr/>
          <p:nvPr/>
        </p:nvCxnSpPr>
        <p:spPr>
          <a:xfrm>
            <a:off x="5693855" y="2235185"/>
            <a:ext cx="11307428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p24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76" name="Google Shape;376;p24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377" name="Google Shape;377;p24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378" name="Google Shape;378;p24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379" name="Google Shape;379;p24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0" name="Google Shape;380;p24"/>
          <p:cNvSpPr/>
          <p:nvPr/>
        </p:nvSpPr>
        <p:spPr>
          <a:xfrm>
            <a:off x="18157088" y="276119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1" name="Google Shape;381;p24"/>
          <p:cNvSpPr txBox="1"/>
          <p:nvPr/>
        </p:nvSpPr>
        <p:spPr>
          <a:xfrm>
            <a:off x="6705600" y="2324100"/>
            <a:ext cx="9930052" cy="1266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Luyện tập</a:t>
            </a:r>
            <a:endParaRPr b="1" i="0" sz="72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p24"/>
          <p:cNvSpPr txBox="1"/>
          <p:nvPr/>
        </p:nvSpPr>
        <p:spPr>
          <a:xfrm>
            <a:off x="10182106" y="339710"/>
            <a:ext cx="2202732" cy="2301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61"/>
              <a:buFont typeface="Arial"/>
              <a:buNone/>
            </a:pPr>
            <a:r>
              <a:rPr b="1" i="0" lang="en-US" sz="12461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3" name="Google Shape;383;p24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384" name="Google Shape;384;p24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385" name="Google Shape;385;p24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386" name="Google Shape;386;p24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7" name="Google Shape;387;p24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8" name="Google Shape;38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15400" y="3956510"/>
            <a:ext cx="5962650" cy="596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4" name="Google Shape;394;p25"/>
          <p:cNvCxnSpPr/>
          <p:nvPr/>
        </p:nvCxnSpPr>
        <p:spPr>
          <a:xfrm>
            <a:off x="5693855" y="2057171"/>
            <a:ext cx="11307428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5" name="Google Shape;395;p25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6" name="Google Shape;396;p25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397" name="Google Shape;397;p25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398" name="Google Shape;398;p25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399" name="Google Shape;399;p25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0" name="Google Shape;400;p25"/>
          <p:cNvSpPr/>
          <p:nvPr/>
        </p:nvSpPr>
        <p:spPr>
          <a:xfrm>
            <a:off x="18157088" y="171450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1" name="Google Shape;401;p25"/>
          <p:cNvGrpSpPr/>
          <p:nvPr/>
        </p:nvGrpSpPr>
        <p:grpSpPr>
          <a:xfrm rot="10800000">
            <a:off x="15828686" y="-13843"/>
            <a:ext cx="7681766" cy="4260610"/>
            <a:chOff x="0" y="-38100"/>
            <a:chExt cx="406400" cy="225405"/>
          </a:xfrm>
        </p:grpSpPr>
        <p:sp>
          <p:nvSpPr>
            <p:cNvPr id="402" name="Google Shape;402;p25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146">
                <a:alpha val="80000"/>
              </a:srgbClr>
            </a:solidFill>
            <a:ln>
              <a:noFill/>
            </a:ln>
          </p:spPr>
        </p:sp>
        <p:sp>
          <p:nvSpPr>
            <p:cNvPr id="403" name="Google Shape;403;p25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4" name="Google Shape;404;p25"/>
          <p:cNvSpPr txBox="1"/>
          <p:nvPr/>
        </p:nvSpPr>
        <p:spPr>
          <a:xfrm>
            <a:off x="5696245" y="2603735"/>
            <a:ext cx="11565445" cy="6234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3"/>
              <a:buFont typeface="Arial"/>
              <a:buNone/>
            </a:pPr>
            <a:r>
              <a:rPr b="1" i="0" lang="en-US" sz="10003" u="none" cap="none" strike="noStrike">
                <a:solidFill>
                  <a:srgbClr val="018345"/>
                </a:solidFill>
                <a:latin typeface="Calibri"/>
                <a:ea typeface="Calibri"/>
                <a:cs typeface="Calibri"/>
                <a:sym typeface="Calibri"/>
              </a:rPr>
              <a:t>Cảm ơn các bạn đã chú ý theo dõi!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3"/>
              <a:buFont typeface="Arial"/>
              <a:buNone/>
            </a:pPr>
            <a:r>
              <a:t/>
            </a:r>
            <a:endParaRPr b="1" i="0" sz="10003" u="none" cap="none" strike="noStrike">
              <a:solidFill>
                <a:srgbClr val="0183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5" name="Google Shape;405;p25"/>
          <p:cNvGrpSpPr/>
          <p:nvPr/>
        </p:nvGrpSpPr>
        <p:grpSpPr>
          <a:xfrm>
            <a:off x="5693855" y="6543482"/>
            <a:ext cx="11567835" cy="1261722"/>
            <a:chOff x="5693855" y="7590172"/>
            <a:chExt cx="11567835" cy="1261722"/>
          </a:xfrm>
        </p:grpSpPr>
        <p:grpSp>
          <p:nvGrpSpPr>
            <p:cNvPr id="406" name="Google Shape;406;p25"/>
            <p:cNvGrpSpPr/>
            <p:nvPr/>
          </p:nvGrpSpPr>
          <p:grpSpPr>
            <a:xfrm>
              <a:off x="5693855" y="7590172"/>
              <a:ext cx="11567834" cy="1261722"/>
              <a:chOff x="0" y="-38100"/>
              <a:chExt cx="3046672" cy="332305"/>
            </a:xfrm>
          </p:grpSpPr>
          <p:sp>
            <p:nvSpPr>
              <p:cNvPr id="407" name="Google Shape;407;p25"/>
              <p:cNvSpPr/>
              <p:nvPr/>
            </p:nvSpPr>
            <p:spPr>
              <a:xfrm>
                <a:off x="0" y="0"/>
                <a:ext cx="3046672" cy="294205"/>
              </a:xfrm>
              <a:custGeom>
                <a:rect b="b" l="l" r="r" t="t"/>
                <a:pathLst>
                  <a:path extrusionOk="0" h="294205" w="3046672">
                    <a:moveTo>
                      <a:pt x="0" y="0"/>
                    </a:moveTo>
                    <a:lnTo>
                      <a:pt x="3046672" y="0"/>
                    </a:lnTo>
                    <a:lnTo>
                      <a:pt x="3046672" y="294205"/>
                    </a:lnTo>
                    <a:lnTo>
                      <a:pt x="0" y="294205"/>
                    </a:lnTo>
                    <a:close/>
                  </a:path>
                </a:pathLst>
              </a:custGeom>
              <a:solidFill>
                <a:srgbClr val="006B37"/>
              </a:solidFill>
              <a:ln>
                <a:noFill/>
              </a:ln>
            </p:spPr>
          </p:sp>
          <p:sp>
            <p:nvSpPr>
              <p:cNvPr id="408" name="Google Shape;408;p25"/>
              <p:cNvSpPr txBox="1"/>
              <p:nvPr/>
            </p:nvSpPr>
            <p:spPr>
              <a:xfrm>
                <a:off x="0" y="-38100"/>
                <a:ext cx="3046672" cy="3323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09" name="Google Shape;409;p25"/>
            <p:cNvSpPr txBox="1"/>
            <p:nvPr/>
          </p:nvSpPr>
          <p:spPr>
            <a:xfrm>
              <a:off x="5696245" y="7961575"/>
              <a:ext cx="11565445" cy="753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99"/>
                <a:buFont typeface="Arial"/>
                <a:buNone/>
              </a:pPr>
              <a:r>
                <a:rPr b="0" i="0" lang="en-US" sz="34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Hẹn gặp lại các bạn ở những bài học tiếp theo</a:t>
              </a:r>
              <a:endParaRPr b="0" i="0" sz="349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0" name="Google Shape;410;p25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411" name="Google Shape;411;p25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412" name="Google Shape;412;p25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413" name="Google Shape;413;p25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4" name="Google Shape;414;p25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